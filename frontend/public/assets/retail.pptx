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19" r:id="rId4"/>
  </p:sldMasterIdLst>
  <p:notesMasterIdLst>
    <p:notesMasterId r:id="rId98"/>
  </p:notesMasterIdLst>
  <p:handoutMasterIdLst>
    <p:handoutMasterId r:id="rId99"/>
  </p:handoutMasterIdLst>
  <p:sldIdLst>
    <p:sldId id="419" r:id="rId5"/>
    <p:sldId id="2147480798" r:id="rId6"/>
    <p:sldId id="2147473399" r:id="rId7"/>
    <p:sldId id="2147480879" r:id="rId8"/>
    <p:sldId id="2147480784" r:id="rId9"/>
    <p:sldId id="2147480935" r:id="rId10"/>
    <p:sldId id="2147480968" r:id="rId11"/>
    <p:sldId id="2147480802" r:id="rId12"/>
    <p:sldId id="2147480936" r:id="rId13"/>
    <p:sldId id="2147480937" r:id="rId14"/>
    <p:sldId id="2147480938" r:id="rId15"/>
    <p:sldId id="2147480939" r:id="rId16"/>
    <p:sldId id="2147480940" r:id="rId17"/>
    <p:sldId id="2147480941" r:id="rId18"/>
    <p:sldId id="2147480942" r:id="rId19"/>
    <p:sldId id="2147480943" r:id="rId20"/>
    <p:sldId id="2147480944" r:id="rId21"/>
    <p:sldId id="2147480945" r:id="rId22"/>
    <p:sldId id="2147480946" r:id="rId23"/>
    <p:sldId id="2147480947" r:id="rId24"/>
    <p:sldId id="2147480948" r:id="rId25"/>
    <p:sldId id="2147480949" r:id="rId26"/>
    <p:sldId id="2147480950" r:id="rId27"/>
    <p:sldId id="2147480951" r:id="rId28"/>
    <p:sldId id="2147480952" r:id="rId29"/>
    <p:sldId id="2147480953" r:id="rId30"/>
    <p:sldId id="2147480954" r:id="rId31"/>
    <p:sldId id="2147480955" r:id="rId32"/>
    <p:sldId id="2147480958" r:id="rId33"/>
    <p:sldId id="2147480959" r:id="rId34"/>
    <p:sldId id="2147480960" r:id="rId35"/>
    <p:sldId id="2147480961" r:id="rId36"/>
    <p:sldId id="2147480962" r:id="rId37"/>
    <p:sldId id="2147480963" r:id="rId38"/>
    <p:sldId id="2147480964" r:id="rId39"/>
    <p:sldId id="2147480965" r:id="rId40"/>
    <p:sldId id="2147480774" r:id="rId41"/>
    <p:sldId id="2147480815" r:id="rId42"/>
    <p:sldId id="2147480816" r:id="rId43"/>
    <p:sldId id="2147480817" r:id="rId44"/>
    <p:sldId id="2147480818" r:id="rId45"/>
    <p:sldId id="2147480819" r:id="rId46"/>
    <p:sldId id="2147480894" r:id="rId47"/>
    <p:sldId id="2147480803" r:id="rId48"/>
    <p:sldId id="2147480821" r:id="rId49"/>
    <p:sldId id="2147480889" r:id="rId50"/>
    <p:sldId id="2147480827" r:id="rId51"/>
    <p:sldId id="2147480892" r:id="rId52"/>
    <p:sldId id="2147480829" r:id="rId53"/>
    <p:sldId id="2147480893" r:id="rId54"/>
    <p:sldId id="2147480823" r:id="rId55"/>
    <p:sldId id="2147480891" r:id="rId56"/>
    <p:sldId id="2147480917" r:id="rId57"/>
    <p:sldId id="2147480916" r:id="rId58"/>
    <p:sldId id="2147480831" r:id="rId59"/>
    <p:sldId id="2147480895" r:id="rId60"/>
    <p:sldId id="2147480804" r:id="rId61"/>
    <p:sldId id="2147480835" r:id="rId62"/>
    <p:sldId id="2147480911" r:id="rId63"/>
    <p:sldId id="2147480837" r:id="rId64"/>
    <p:sldId id="2147480910" r:id="rId65"/>
    <p:sldId id="2147480839" r:id="rId66"/>
    <p:sldId id="2147480909" r:id="rId67"/>
    <p:sldId id="2147480841" r:id="rId68"/>
    <p:sldId id="2147480908" r:id="rId69"/>
    <p:sldId id="2147480906" r:id="rId70"/>
    <p:sldId id="2147480907" r:id="rId71"/>
    <p:sldId id="2147480853" r:id="rId72"/>
    <p:sldId id="2147480854" r:id="rId73"/>
    <p:sldId id="2147480855" r:id="rId74"/>
    <p:sldId id="2147480902" r:id="rId75"/>
    <p:sldId id="2147480847" r:id="rId76"/>
    <p:sldId id="2147480903" r:id="rId77"/>
    <p:sldId id="2147480915" r:id="rId78"/>
    <p:sldId id="2147480914" r:id="rId79"/>
    <p:sldId id="2147480851" r:id="rId80"/>
    <p:sldId id="2147480912" r:id="rId81"/>
    <p:sldId id="2147480849" r:id="rId82"/>
    <p:sldId id="2147480913" r:id="rId83"/>
    <p:sldId id="2147480845" r:id="rId84"/>
    <p:sldId id="2147480904" r:id="rId85"/>
    <p:sldId id="2147480843" r:id="rId86"/>
    <p:sldId id="2147480905" r:id="rId87"/>
    <p:sldId id="2147480807" r:id="rId88"/>
    <p:sldId id="2147480877" r:id="rId89"/>
    <p:sldId id="2147480898" r:id="rId90"/>
    <p:sldId id="2147480808" r:id="rId91"/>
    <p:sldId id="2147480900" r:id="rId92"/>
    <p:sldId id="2147480901" r:id="rId93"/>
    <p:sldId id="2147480797" r:id="rId94"/>
    <p:sldId id="2147480899" r:id="rId95"/>
    <p:sldId id="2147480932" r:id="rId96"/>
    <p:sldId id="2147480933" r:id="rId97"/>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0F150AE-C425-49EF-BCF5-D48AF69BE3B8}">
          <p14:sldIdLst>
            <p14:sldId id="419"/>
            <p14:sldId id="2147480798"/>
            <p14:sldId id="2147473399"/>
            <p14:sldId id="2147480879"/>
            <p14:sldId id="2147480784"/>
            <p14:sldId id="2147480935"/>
            <p14:sldId id="2147480968"/>
            <p14:sldId id="2147480802"/>
          </p14:sldIdLst>
        </p14:section>
        <p14:section name="Credentials - Strategic Priorities" id="{389EA9A4-9618-4C52-901D-FFD692664A3B}">
          <p14:sldIdLst>
            <p14:sldId id="2147480936"/>
            <p14:sldId id="2147480937"/>
            <p14:sldId id="2147480938"/>
            <p14:sldId id="2147480939"/>
            <p14:sldId id="2147480940"/>
            <p14:sldId id="2147480941"/>
            <p14:sldId id="2147480942"/>
            <p14:sldId id="2147480943"/>
            <p14:sldId id="2147480944"/>
            <p14:sldId id="2147480945"/>
            <p14:sldId id="2147480946"/>
            <p14:sldId id="2147480947"/>
            <p14:sldId id="2147480948"/>
            <p14:sldId id="2147480949"/>
            <p14:sldId id="2147480950"/>
            <p14:sldId id="2147480951"/>
            <p14:sldId id="2147480952"/>
            <p14:sldId id="2147480953"/>
            <p14:sldId id="2147480954"/>
            <p14:sldId id="2147480955"/>
            <p14:sldId id="2147480958"/>
            <p14:sldId id="2147480959"/>
            <p14:sldId id="2147480960"/>
            <p14:sldId id="2147480961"/>
            <p14:sldId id="2147480962"/>
            <p14:sldId id="2147480963"/>
            <p14:sldId id="2147480964"/>
            <p14:sldId id="2147480965"/>
            <p14:sldId id="2147480774"/>
            <p14:sldId id="2147480815"/>
            <p14:sldId id="2147480816"/>
            <p14:sldId id="2147480817"/>
            <p14:sldId id="2147480818"/>
            <p14:sldId id="2147480819"/>
            <p14:sldId id="2147480894"/>
            <p14:sldId id="2147480803"/>
            <p14:sldId id="2147480821"/>
            <p14:sldId id="2147480889"/>
            <p14:sldId id="2147480827"/>
            <p14:sldId id="2147480892"/>
            <p14:sldId id="2147480829"/>
            <p14:sldId id="2147480893"/>
            <p14:sldId id="2147480823"/>
            <p14:sldId id="2147480891"/>
            <p14:sldId id="2147480917"/>
            <p14:sldId id="2147480916"/>
            <p14:sldId id="2147480831"/>
            <p14:sldId id="2147480895"/>
            <p14:sldId id="2147480804"/>
            <p14:sldId id="2147480835"/>
            <p14:sldId id="2147480911"/>
            <p14:sldId id="2147480837"/>
            <p14:sldId id="2147480910"/>
            <p14:sldId id="2147480839"/>
            <p14:sldId id="2147480909"/>
            <p14:sldId id="2147480841"/>
            <p14:sldId id="2147480908"/>
            <p14:sldId id="2147480906"/>
            <p14:sldId id="2147480907"/>
            <p14:sldId id="2147480853"/>
            <p14:sldId id="2147480854"/>
            <p14:sldId id="2147480855"/>
            <p14:sldId id="2147480902"/>
            <p14:sldId id="2147480847"/>
            <p14:sldId id="2147480903"/>
            <p14:sldId id="2147480915"/>
            <p14:sldId id="2147480914"/>
            <p14:sldId id="2147480851"/>
            <p14:sldId id="2147480912"/>
            <p14:sldId id="2147480849"/>
            <p14:sldId id="2147480913"/>
            <p14:sldId id="2147480845"/>
            <p14:sldId id="2147480904"/>
            <p14:sldId id="2147480843"/>
            <p14:sldId id="2147480905"/>
            <p14:sldId id="2147480807"/>
            <p14:sldId id="2147480877"/>
            <p14:sldId id="2147480898"/>
            <p14:sldId id="2147480808"/>
            <p14:sldId id="2147480900"/>
            <p14:sldId id="2147480901"/>
            <p14:sldId id="2147480797"/>
            <p14:sldId id="2147480899"/>
            <p14:sldId id="2147480932"/>
            <p14:sldId id="2147480933"/>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B984313E-415E-4746-913F-6BD3C74EC740}" name="Ankita Sinha" initials="AS" userId="S::Ankita.Sinha7@gds.ey.com::053a9c04-fbf5-4fdd-951a-d64bfc463b5b" providerId="AD"/>
  <p188:author id="{7E458B67-C412-0511-FAB3-4B17EB321652}" name="Chris Kramer" initials="CK" userId="S::Christopher.Kramer@ey.com::91898555-a6b5-4c1b-8618-941af9b62861" providerId="AD"/>
  <p188:author id="{06C8AB77-0CF9-CAA3-E041-AD164089096C}" name="Erica Mountford" initials="EM" userId="S::Erica.Mountford@au.ey.com::424f580e-d44f-4c11-b6c7-7a128a71a6d7" providerId="AD"/>
  <p188:author id="{9B879CF3-EAE5-39CD-24AE-F778368B054B}" name="Bethany Derks" initials="BD" userId="S::Bethany.Derks@ey.com::cc9ecbc6-452f-4818-b117-dfe1f12792a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7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9383D"/>
    <a:srgbClr val="FFE600"/>
    <a:srgbClr val="080102"/>
    <a:srgbClr val="1A1A24"/>
    <a:srgbClr val="32FFFF"/>
    <a:srgbClr val="FF00FF"/>
    <a:srgbClr val="C5FD45"/>
    <a:srgbClr val="80FBFD"/>
    <a:srgbClr val="EB4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5A6076-8A2B-4696-BE35-02B919F50AC2}" v="20" dt="2026-06-16T16:09:47.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830" autoAdjust="0"/>
  </p:normalViewPr>
  <p:slideViewPr>
    <p:cSldViewPr snapToGrid="0">
      <p:cViewPr varScale="1">
        <p:scale>
          <a:sx n="79" d="100"/>
          <a:sy n="79" d="100"/>
        </p:scale>
        <p:origin x="336" y="72"/>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07" Type="http://schemas.microsoft.com/office/2018/10/relationships/authors" Target="authors.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viewProps" Target="viewProps.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handoutMaster" Target="handoutMasters/handoutMaster1.xml"/><Relationship Id="rId10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commentAuthors" Target="commentAuthors.xml"/><Relationship Id="rId105"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shaka V Seru" userId="d78bee01-40b6-46aa-849f-4f3c5060adf7" providerId="ADAL" clId="{81891C6D-2245-433F-9566-982F358108E6}"/>
    <pc:docChg chg="undo custSel addSld delSld modSld sldOrd addSection modSection">
      <pc:chgData name="Vishaka V Seru" userId="d78bee01-40b6-46aa-849f-4f3c5060adf7" providerId="ADAL" clId="{81891C6D-2245-433F-9566-982F358108E6}" dt="2026-06-16T16:09:47.675" v="12768" actId="20577"/>
      <pc:docMkLst>
        <pc:docMk/>
      </pc:docMkLst>
      <pc:sldChg chg="modSp mod">
        <pc:chgData name="Vishaka V Seru" userId="d78bee01-40b6-46aa-849f-4f3c5060adf7" providerId="ADAL" clId="{81891C6D-2245-433F-9566-982F358108E6}" dt="2026-05-27T06:38:15.868" v="276" actId="6549"/>
        <pc:sldMkLst>
          <pc:docMk/>
          <pc:sldMk cId="3359828720" sldId="419"/>
        </pc:sldMkLst>
        <pc:spChg chg="mod">
          <ac:chgData name="Vishaka V Seru" userId="d78bee01-40b6-46aa-849f-4f3c5060adf7" providerId="ADAL" clId="{81891C6D-2245-433F-9566-982F358108E6}" dt="2026-05-27T06:38:15.868" v="276" actId="6549"/>
          <ac:spMkLst>
            <pc:docMk/>
            <pc:sldMk cId="3359828720" sldId="419"/>
            <ac:spMk id="4" creationId="{A7B18FEA-A0ED-5198-0078-665003816413}"/>
          </ac:spMkLst>
        </pc:spChg>
        <pc:spChg chg="mod">
          <ac:chgData name="Vishaka V Seru" userId="d78bee01-40b6-46aa-849f-4f3c5060adf7" providerId="ADAL" clId="{81891C6D-2245-433F-9566-982F358108E6}" dt="2026-05-26T13:15:43.677" v="163" actId="20577"/>
          <ac:spMkLst>
            <pc:docMk/>
            <pc:sldMk cId="3359828720" sldId="419"/>
            <ac:spMk id="10" creationId="{0D369242-9032-FA49-40E3-3539D4DAF7E0}"/>
          </ac:spMkLst>
        </pc:spChg>
      </pc:sldChg>
      <pc:sldChg chg="modSp mod">
        <pc:chgData name="Vishaka V Seru" userId="d78bee01-40b6-46aa-849f-4f3c5060adf7" providerId="ADAL" clId="{81891C6D-2245-433F-9566-982F358108E6}" dt="2026-05-29T07:03:49.148" v="3713" actId="20577"/>
        <pc:sldMkLst>
          <pc:docMk/>
          <pc:sldMk cId="4260773252" sldId="2147480774"/>
        </pc:sldMkLst>
        <pc:spChg chg="mod">
          <ac:chgData name="Vishaka V Seru" userId="d78bee01-40b6-46aa-849f-4f3c5060adf7" providerId="ADAL" clId="{81891C6D-2245-433F-9566-982F358108E6}" dt="2026-05-29T07:03:49.148" v="3713" actId="20577"/>
          <ac:spMkLst>
            <pc:docMk/>
            <pc:sldMk cId="4260773252" sldId="2147480774"/>
            <ac:spMk id="8" creationId="{01C0F2D9-589A-5443-F977-6038BD06B4BD}"/>
          </ac:spMkLst>
        </pc:spChg>
      </pc:sldChg>
      <pc:sldChg chg="addSp modSp mod ord modCm">
        <pc:chgData name="Vishaka V Seru" userId="d78bee01-40b6-46aa-849f-4f3c5060adf7" providerId="ADAL" clId="{81891C6D-2245-433F-9566-982F358108E6}" dt="2026-06-16T14:02:16.129" v="12730" actId="20577"/>
        <pc:sldMkLst>
          <pc:docMk/>
          <pc:sldMk cId="3727440798" sldId="2147480784"/>
        </pc:sldMkLst>
        <pc:spChg chg="add mod">
          <ac:chgData name="Vishaka V Seru" userId="d78bee01-40b6-46aa-849f-4f3c5060adf7" providerId="ADAL" clId="{81891C6D-2245-433F-9566-982F358108E6}" dt="2026-06-03T13:04:40.079" v="11625" actId="1076"/>
          <ac:spMkLst>
            <pc:docMk/>
            <pc:sldMk cId="3727440798" sldId="2147480784"/>
            <ac:spMk id="3" creationId="{6E6D0A66-11C4-32C5-CEE6-26A0429A89E5}"/>
          </ac:spMkLst>
        </pc:spChg>
        <pc:graphicFrameChg chg="mod modGraphic">
          <ac:chgData name="Vishaka V Seru" userId="d78bee01-40b6-46aa-849f-4f3c5060adf7" providerId="ADAL" clId="{81891C6D-2245-433F-9566-982F358108E6}" dt="2026-06-16T14:02:16.129" v="12730" actId="20577"/>
          <ac:graphicFrameMkLst>
            <pc:docMk/>
            <pc:sldMk cId="3727440798" sldId="2147480784"/>
            <ac:graphicFrameMk id="22" creationId="{8D9FF5B1-4B88-FADD-AD62-D3B9CEEF0F51}"/>
          </ac:graphicFrameMkLst>
        </pc:graphicFrameChg>
        <pc:extLst>
          <p:ext xmlns:p="http://schemas.openxmlformats.org/presentationml/2006/main" uri="{D6D511B9-2390-475A-947B-AFAB55BFBCF1}">
            <pc226:cmChg xmlns:pc226="http://schemas.microsoft.com/office/powerpoint/2022/06/main/command" chg="mod">
              <pc226:chgData name="Vishaka V Seru" userId="d78bee01-40b6-46aa-849f-4f3c5060adf7" providerId="ADAL" clId="{81891C6D-2245-433F-9566-982F358108E6}" dt="2026-06-16T13:38:24.081" v="12703" actId="20577"/>
              <pc2:cmMkLst xmlns:pc2="http://schemas.microsoft.com/office/powerpoint/2019/9/main/command">
                <pc:docMk/>
                <pc:sldMk cId="3727440798" sldId="2147480784"/>
                <pc2:cmMk id="{F9F0ED06-EBB2-4CBC-B738-CEF6AC67F2E4}"/>
              </pc2:cmMkLst>
            </pc226:cmChg>
            <pc226:cmChg xmlns:pc226="http://schemas.microsoft.com/office/powerpoint/2022/06/main/command" chg="mod">
              <pc226:chgData name="Vishaka V Seru" userId="d78bee01-40b6-46aa-849f-4f3c5060adf7" providerId="ADAL" clId="{81891C6D-2245-433F-9566-982F358108E6}" dt="2026-06-16T13:39:31.027" v="12722" actId="20577"/>
              <pc2:cmMkLst xmlns:pc2="http://schemas.microsoft.com/office/powerpoint/2019/9/main/command">
                <pc:docMk/>
                <pc:sldMk cId="3727440798" sldId="2147480784"/>
                <pc2:cmMk id="{7EF2DF08-0C93-4D64-B374-A8B1BBB12B5B}"/>
              </pc2:cmMkLst>
            </pc226:cmChg>
            <pc226:cmChg xmlns:pc226="http://schemas.microsoft.com/office/powerpoint/2022/06/main/command" chg="mod">
              <pc226:chgData name="Vishaka V Seru" userId="d78bee01-40b6-46aa-849f-4f3c5060adf7" providerId="ADAL" clId="{81891C6D-2245-433F-9566-982F358108E6}" dt="2026-06-16T13:38:48.761" v="12716" actId="20577"/>
              <pc2:cmMkLst xmlns:pc2="http://schemas.microsoft.com/office/powerpoint/2019/9/main/command">
                <pc:docMk/>
                <pc:sldMk cId="3727440798" sldId="2147480784"/>
                <pc2:cmMk id="{EF469DF3-4371-462F-9BA3-95DF585F5E89}"/>
              </pc2:cmMkLst>
            </pc226:cmChg>
          </p:ext>
        </pc:extLst>
      </pc:sldChg>
      <pc:sldChg chg="modSp mod">
        <pc:chgData name="Vishaka V Seru" userId="d78bee01-40b6-46aa-849f-4f3c5060adf7" providerId="ADAL" clId="{81891C6D-2245-433F-9566-982F358108E6}" dt="2026-06-03T15:46:52.701" v="12562" actId="20577"/>
        <pc:sldMkLst>
          <pc:docMk/>
          <pc:sldMk cId="3305420890" sldId="2147480797"/>
        </pc:sldMkLst>
        <pc:spChg chg="mod">
          <ac:chgData name="Vishaka V Seru" userId="d78bee01-40b6-46aa-849f-4f3c5060adf7" providerId="ADAL" clId="{81891C6D-2245-433F-9566-982F358108E6}" dt="2026-06-01T07:24:31.904" v="4805" actId="20577"/>
          <ac:spMkLst>
            <pc:docMk/>
            <pc:sldMk cId="3305420890" sldId="2147480797"/>
            <ac:spMk id="2" creationId="{F6746207-6C59-0B47-1764-ED24A2BFF55A}"/>
          </ac:spMkLst>
        </pc:spChg>
        <pc:spChg chg="mod">
          <ac:chgData name="Vishaka V Seru" userId="d78bee01-40b6-46aa-849f-4f3c5060adf7" providerId="ADAL" clId="{81891C6D-2245-433F-9566-982F358108E6}" dt="2026-06-01T07:32:41.902" v="5263" actId="20577"/>
          <ac:spMkLst>
            <pc:docMk/>
            <pc:sldMk cId="3305420890" sldId="2147480797"/>
            <ac:spMk id="8" creationId="{2EFBEBCB-F584-FD14-787E-E072D217EFEF}"/>
          </ac:spMkLst>
        </pc:spChg>
        <pc:spChg chg="mod">
          <ac:chgData name="Vishaka V Seru" userId="d78bee01-40b6-46aa-849f-4f3c5060adf7" providerId="ADAL" clId="{81891C6D-2245-433F-9566-982F358108E6}" dt="2026-06-01T07:32:49.937" v="5272" actId="1035"/>
          <ac:spMkLst>
            <pc:docMk/>
            <pc:sldMk cId="3305420890" sldId="2147480797"/>
            <ac:spMk id="9" creationId="{CF1927D0-6163-AA32-F611-F6E4C8882CA1}"/>
          </ac:spMkLst>
        </pc:spChg>
        <pc:spChg chg="mod">
          <ac:chgData name="Vishaka V Seru" userId="d78bee01-40b6-46aa-849f-4f3c5060adf7" providerId="ADAL" clId="{81891C6D-2245-433F-9566-982F358108E6}" dt="2026-06-03T15:46:52.701" v="12562" actId="20577"/>
          <ac:spMkLst>
            <pc:docMk/>
            <pc:sldMk cId="3305420890" sldId="2147480797"/>
            <ac:spMk id="11" creationId="{2FD5AC59-D882-CAC5-3A07-013365974668}"/>
          </ac:spMkLst>
        </pc:spChg>
        <pc:spChg chg="mod">
          <ac:chgData name="Vishaka V Seru" userId="d78bee01-40b6-46aa-849f-4f3c5060adf7" providerId="ADAL" clId="{81891C6D-2245-433F-9566-982F358108E6}" dt="2026-06-01T07:33:14.319" v="5285" actId="6549"/>
          <ac:spMkLst>
            <pc:docMk/>
            <pc:sldMk cId="3305420890" sldId="2147480797"/>
            <ac:spMk id="14" creationId="{D74F7B3B-0C0D-4E51-23B4-304C7F138BF4}"/>
          </ac:spMkLst>
        </pc:spChg>
      </pc:sldChg>
      <pc:sldChg chg="addSp delSp modSp mod">
        <pc:chgData name="Vishaka V Seru" userId="d78bee01-40b6-46aa-849f-4f3c5060adf7" providerId="ADAL" clId="{81891C6D-2245-433F-9566-982F358108E6}" dt="2026-05-27T06:37:42.085" v="269" actId="20577"/>
        <pc:sldMkLst>
          <pc:docMk/>
          <pc:sldMk cId="3581686589" sldId="2147480798"/>
        </pc:sldMkLst>
        <pc:spChg chg="mod">
          <ac:chgData name="Vishaka V Seru" userId="d78bee01-40b6-46aa-849f-4f3c5060adf7" providerId="ADAL" clId="{81891C6D-2245-433F-9566-982F358108E6}" dt="2026-05-27T06:37:42.085" v="269" actId="20577"/>
          <ac:spMkLst>
            <pc:docMk/>
            <pc:sldMk cId="3581686589" sldId="2147480798"/>
            <ac:spMk id="2" creationId="{FE8CD2B0-ED8A-1B51-38BE-6955A804D4AD}"/>
          </ac:spMkLst>
        </pc:spChg>
        <pc:spChg chg="mod">
          <ac:chgData name="Vishaka V Seru" userId="d78bee01-40b6-46aa-849f-4f3c5060adf7" providerId="ADAL" clId="{81891C6D-2245-433F-9566-982F358108E6}" dt="2026-05-27T06:33:54.514" v="202" actId="20577"/>
          <ac:spMkLst>
            <pc:docMk/>
            <pc:sldMk cId="3581686589" sldId="2147480798"/>
            <ac:spMk id="14" creationId="{3DE1D0F5-83A5-5E7B-79C9-5392CDD7037E}"/>
          </ac:spMkLst>
        </pc:spChg>
        <pc:spChg chg="mod">
          <ac:chgData name="Vishaka V Seru" userId="d78bee01-40b6-46aa-849f-4f3c5060adf7" providerId="ADAL" clId="{81891C6D-2245-433F-9566-982F358108E6}" dt="2026-05-27T06:34:04.113" v="224" actId="6549"/>
          <ac:spMkLst>
            <pc:docMk/>
            <pc:sldMk cId="3581686589" sldId="2147480798"/>
            <ac:spMk id="16" creationId="{BCC62413-4147-A8CF-58F7-AB9F278268BD}"/>
          </ac:spMkLst>
        </pc:spChg>
        <pc:spChg chg="mod">
          <ac:chgData name="Vishaka V Seru" userId="d78bee01-40b6-46aa-849f-4f3c5060adf7" providerId="ADAL" clId="{81891C6D-2245-433F-9566-982F358108E6}" dt="2026-05-27T06:34:10.359" v="243" actId="6549"/>
          <ac:spMkLst>
            <pc:docMk/>
            <pc:sldMk cId="3581686589" sldId="2147480798"/>
            <ac:spMk id="42" creationId="{6AB646F4-18BA-0780-3C2A-57F51E733BA3}"/>
          </ac:spMkLst>
        </pc:spChg>
        <pc:picChg chg="add mod">
          <ac:chgData name="Vishaka V Seru" userId="d78bee01-40b6-46aa-849f-4f3c5060adf7" providerId="ADAL" clId="{81891C6D-2245-433F-9566-982F358108E6}" dt="2026-05-27T06:36:31.565" v="254" actId="1076"/>
          <ac:picMkLst>
            <pc:docMk/>
            <pc:sldMk cId="3581686589" sldId="2147480798"/>
            <ac:picMk id="7" creationId="{D2E4EB97-3468-8B5E-E10D-FF2572E46E4E}"/>
          </ac:picMkLst>
        </pc:picChg>
        <pc:picChg chg="add mod">
          <ac:chgData name="Vishaka V Seru" userId="d78bee01-40b6-46aa-849f-4f3c5060adf7" providerId="ADAL" clId="{81891C6D-2245-433F-9566-982F358108E6}" dt="2026-05-27T06:36:47.183" v="261" actId="1076"/>
          <ac:picMkLst>
            <pc:docMk/>
            <pc:sldMk cId="3581686589" sldId="2147480798"/>
            <ac:picMk id="8" creationId="{08D824D1-A708-3E64-944F-493B926B62E6}"/>
          </ac:picMkLst>
        </pc:picChg>
      </pc:sldChg>
      <pc:sldChg chg="modSp mod">
        <pc:chgData name="Vishaka V Seru" userId="d78bee01-40b6-46aa-849f-4f3c5060adf7" providerId="ADAL" clId="{81891C6D-2245-433F-9566-982F358108E6}" dt="2026-06-03T14:33:31.844" v="12156" actId="1076"/>
        <pc:sldMkLst>
          <pc:docMk/>
          <pc:sldMk cId="2139246921" sldId="2147480802"/>
        </pc:sldMkLst>
        <pc:spChg chg="mod">
          <ac:chgData name="Vishaka V Seru" userId="d78bee01-40b6-46aa-849f-4f3c5060adf7" providerId="ADAL" clId="{81891C6D-2245-433F-9566-982F358108E6}" dt="2026-06-02T06:40:16.813" v="9200" actId="404"/>
          <ac:spMkLst>
            <pc:docMk/>
            <pc:sldMk cId="2139246921" sldId="2147480802"/>
            <ac:spMk id="3" creationId="{2AA26506-23B2-A932-DC3A-C3F61FD94A8A}"/>
          </ac:spMkLst>
        </pc:spChg>
        <pc:spChg chg="mod">
          <ac:chgData name="Vishaka V Seru" userId="d78bee01-40b6-46aa-849f-4f3c5060adf7" providerId="ADAL" clId="{81891C6D-2245-433F-9566-982F358108E6}" dt="2026-06-03T14:33:23.213" v="12154" actId="1076"/>
          <ac:spMkLst>
            <pc:docMk/>
            <pc:sldMk cId="2139246921" sldId="2147480802"/>
            <ac:spMk id="8" creationId="{1EB9E416-786C-04CB-F8F8-02BF82D1DCEC}"/>
          </ac:spMkLst>
        </pc:spChg>
        <pc:spChg chg="mod">
          <ac:chgData name="Vishaka V Seru" userId="d78bee01-40b6-46aa-849f-4f3c5060adf7" providerId="ADAL" clId="{81891C6D-2245-433F-9566-982F358108E6}" dt="2026-06-03T14:33:27.613" v="12155" actId="1076"/>
          <ac:spMkLst>
            <pc:docMk/>
            <pc:sldMk cId="2139246921" sldId="2147480802"/>
            <ac:spMk id="28" creationId="{449CDE6D-554A-D8AE-7966-2A888E5F09C3}"/>
          </ac:spMkLst>
        </pc:spChg>
        <pc:cxnChg chg="mod">
          <ac:chgData name="Vishaka V Seru" userId="d78bee01-40b6-46aa-849f-4f3c5060adf7" providerId="ADAL" clId="{81891C6D-2245-433F-9566-982F358108E6}" dt="2026-06-03T14:33:31.844" v="12156" actId="1076"/>
          <ac:cxnSpMkLst>
            <pc:docMk/>
            <pc:sldMk cId="2139246921" sldId="2147480802"/>
            <ac:cxnSpMk id="6" creationId="{87AAA4C4-D0E8-9534-76A2-641080419F79}"/>
          </ac:cxnSpMkLst>
        </pc:cxnChg>
      </pc:sldChg>
      <pc:sldChg chg="modSp add mod ord">
        <pc:chgData name="Vishaka V Seru" userId="d78bee01-40b6-46aa-849f-4f3c5060adf7" providerId="ADAL" clId="{81891C6D-2245-433F-9566-982F358108E6}" dt="2026-05-29T07:03:56.409" v="3725" actId="20577"/>
        <pc:sldMkLst>
          <pc:docMk/>
          <pc:sldMk cId="3736886998" sldId="2147480803"/>
        </pc:sldMkLst>
        <pc:spChg chg="mod">
          <ac:chgData name="Vishaka V Seru" userId="d78bee01-40b6-46aa-849f-4f3c5060adf7" providerId="ADAL" clId="{81891C6D-2245-433F-9566-982F358108E6}" dt="2026-05-29T07:03:56.409" v="3725" actId="20577"/>
          <ac:spMkLst>
            <pc:docMk/>
            <pc:sldMk cId="3736886998" sldId="2147480803"/>
            <ac:spMk id="8" creationId="{6E5B8E8A-A171-53EB-98F6-6E47F61CAEC4}"/>
          </ac:spMkLst>
        </pc:spChg>
      </pc:sldChg>
      <pc:sldChg chg="modSp add mod">
        <pc:chgData name="Vishaka V Seru" userId="d78bee01-40b6-46aa-849f-4f3c5060adf7" providerId="ADAL" clId="{81891C6D-2245-433F-9566-982F358108E6}" dt="2026-05-29T07:04:03.665" v="3737" actId="20577"/>
        <pc:sldMkLst>
          <pc:docMk/>
          <pc:sldMk cId="3901953878" sldId="2147480804"/>
        </pc:sldMkLst>
        <pc:spChg chg="mod">
          <ac:chgData name="Vishaka V Seru" userId="d78bee01-40b6-46aa-849f-4f3c5060adf7" providerId="ADAL" clId="{81891C6D-2245-433F-9566-982F358108E6}" dt="2026-05-29T07:04:03.665" v="3737" actId="20577"/>
          <ac:spMkLst>
            <pc:docMk/>
            <pc:sldMk cId="3901953878" sldId="2147480804"/>
            <ac:spMk id="8" creationId="{A6DE7275-ECE7-8FC5-7C9F-F679C182F3A3}"/>
          </ac:spMkLst>
        </pc:spChg>
      </pc:sldChg>
      <pc:sldChg chg="modSp add mod">
        <pc:chgData name="Vishaka V Seru" userId="d78bee01-40b6-46aa-849f-4f3c5060adf7" providerId="ADAL" clId="{81891C6D-2245-433F-9566-982F358108E6}" dt="2026-05-29T07:04:25.779" v="3773" actId="20577"/>
        <pc:sldMkLst>
          <pc:docMk/>
          <pc:sldMk cId="1711273503" sldId="2147480807"/>
        </pc:sldMkLst>
        <pc:spChg chg="mod">
          <ac:chgData name="Vishaka V Seru" userId="d78bee01-40b6-46aa-849f-4f3c5060adf7" providerId="ADAL" clId="{81891C6D-2245-433F-9566-982F358108E6}" dt="2026-05-29T07:04:25.779" v="3773" actId="20577"/>
          <ac:spMkLst>
            <pc:docMk/>
            <pc:sldMk cId="1711273503" sldId="2147480807"/>
            <ac:spMk id="8" creationId="{B26357A4-74C6-B821-9975-1656EA3B5AD9}"/>
          </ac:spMkLst>
        </pc:spChg>
      </pc:sldChg>
      <pc:sldChg chg="modSp add mod">
        <pc:chgData name="Vishaka V Seru" userId="d78bee01-40b6-46aa-849f-4f3c5060adf7" providerId="ADAL" clId="{81891C6D-2245-433F-9566-982F358108E6}" dt="2026-06-01T07:27:57.911" v="4939" actId="20577"/>
        <pc:sldMkLst>
          <pc:docMk/>
          <pc:sldMk cId="939928451" sldId="2147480808"/>
        </pc:sldMkLst>
        <pc:spChg chg="mod">
          <ac:chgData name="Vishaka V Seru" userId="d78bee01-40b6-46aa-849f-4f3c5060adf7" providerId="ADAL" clId="{81891C6D-2245-433F-9566-982F358108E6}" dt="2026-06-01T07:27:57.911" v="4939" actId="20577"/>
          <ac:spMkLst>
            <pc:docMk/>
            <pc:sldMk cId="939928451" sldId="2147480808"/>
            <ac:spMk id="8" creationId="{365A5AD1-B6B7-B61A-F15C-263E20BD735D}"/>
          </ac:spMkLst>
        </pc:spChg>
      </pc:sldChg>
      <pc:sldChg chg="modSp add mod">
        <pc:chgData name="Vishaka V Seru" userId="d78bee01-40b6-46aa-849f-4f3c5060adf7" providerId="ADAL" clId="{81891C6D-2245-433F-9566-982F358108E6}" dt="2026-06-03T15:07:28.709" v="12380" actId="20577"/>
        <pc:sldMkLst>
          <pc:docMk/>
          <pc:sldMk cId="1472992493" sldId="2147480815"/>
        </pc:sldMkLst>
        <pc:spChg chg="mod">
          <ac:chgData name="Vishaka V Seru" userId="d78bee01-40b6-46aa-849f-4f3c5060adf7" providerId="ADAL" clId="{81891C6D-2245-433F-9566-982F358108E6}" dt="2026-05-27T07:21:20.085" v="899" actId="6549"/>
          <ac:spMkLst>
            <pc:docMk/>
            <pc:sldMk cId="1472992493" sldId="2147480815"/>
            <ac:spMk id="2" creationId="{39BD241C-39EE-264B-2F12-F6145BEBD0D6}"/>
          </ac:spMkLst>
        </pc:spChg>
        <pc:spChg chg="mod">
          <ac:chgData name="Vishaka V Seru" userId="d78bee01-40b6-46aa-849f-4f3c5060adf7" providerId="ADAL" clId="{81891C6D-2245-433F-9566-982F358108E6}" dt="2026-06-03T15:07:22.856" v="12378" actId="20577"/>
          <ac:spMkLst>
            <pc:docMk/>
            <pc:sldMk cId="1472992493" sldId="2147480815"/>
            <ac:spMk id="8" creationId="{39EDA31E-EC30-5378-99B6-DBF2F63954A5}"/>
          </ac:spMkLst>
        </pc:spChg>
        <pc:spChg chg="mod">
          <ac:chgData name="Vishaka V Seru" userId="d78bee01-40b6-46aa-849f-4f3c5060adf7" providerId="ADAL" clId="{81891C6D-2245-433F-9566-982F358108E6}" dt="2026-06-03T15:07:25.077" v="12379" actId="20577"/>
          <ac:spMkLst>
            <pc:docMk/>
            <pc:sldMk cId="1472992493" sldId="2147480815"/>
            <ac:spMk id="11" creationId="{DFA7455E-66E2-C794-538D-E14F3D16C707}"/>
          </ac:spMkLst>
        </pc:spChg>
        <pc:spChg chg="mod">
          <ac:chgData name="Vishaka V Seru" userId="d78bee01-40b6-46aa-849f-4f3c5060adf7" providerId="ADAL" clId="{81891C6D-2245-433F-9566-982F358108E6}" dt="2026-06-03T15:07:28.709" v="12380" actId="20577"/>
          <ac:spMkLst>
            <pc:docMk/>
            <pc:sldMk cId="1472992493" sldId="2147480815"/>
            <ac:spMk id="14" creationId="{40B5464D-50A1-81F5-7E68-25EC2FB24351}"/>
          </ac:spMkLst>
        </pc:spChg>
      </pc:sldChg>
      <pc:sldChg chg="addSp modSp add mod">
        <pc:chgData name="Vishaka V Seru" userId="d78bee01-40b6-46aa-849f-4f3c5060adf7" providerId="ADAL" clId="{81891C6D-2245-433F-9566-982F358108E6}" dt="2026-05-28T06:59:01.235" v="1323" actId="14100"/>
        <pc:sldMkLst>
          <pc:docMk/>
          <pc:sldMk cId="2672179021" sldId="2147480816"/>
        </pc:sldMkLst>
        <pc:spChg chg="mod">
          <ac:chgData name="Vishaka V Seru" userId="d78bee01-40b6-46aa-849f-4f3c5060adf7" providerId="ADAL" clId="{81891C6D-2245-433F-9566-982F358108E6}" dt="2026-05-27T07:36:59.211" v="1195" actId="255"/>
          <ac:spMkLst>
            <pc:docMk/>
            <pc:sldMk cId="2672179021" sldId="2147480816"/>
            <ac:spMk id="6" creationId="{B1AF66BB-F993-F784-E94E-3F2C095B3CFE}"/>
          </ac:spMkLst>
        </pc:spChg>
        <pc:spChg chg="add mod">
          <ac:chgData name="Vishaka V Seru" userId="d78bee01-40b6-46aa-849f-4f3c5060adf7" providerId="ADAL" clId="{81891C6D-2245-433F-9566-982F358108E6}" dt="2026-05-28T06:59:01.235" v="1323" actId="14100"/>
          <ac:spMkLst>
            <pc:docMk/>
            <pc:sldMk cId="2672179021" sldId="2147480816"/>
            <ac:spMk id="7" creationId="{5C26D474-204B-FECD-8E49-30F053464B68}"/>
          </ac:spMkLst>
        </pc:spChg>
        <pc:spChg chg="mod">
          <ac:chgData name="Vishaka V Seru" userId="d78bee01-40b6-46aa-849f-4f3c5060adf7" providerId="ADAL" clId="{81891C6D-2245-433F-9566-982F358108E6}" dt="2026-05-27T07:25:22.753" v="1171" actId="6549"/>
          <ac:spMkLst>
            <pc:docMk/>
            <pc:sldMk cId="2672179021" sldId="2147480816"/>
            <ac:spMk id="9" creationId="{91FD0625-644A-09FE-F832-D3151D7560D9}"/>
          </ac:spMkLst>
        </pc:spChg>
        <pc:spChg chg="mod">
          <ac:chgData name="Vishaka V Seru" userId="d78bee01-40b6-46aa-849f-4f3c5060adf7" providerId="ADAL" clId="{81891C6D-2245-433F-9566-982F358108E6}" dt="2026-05-27T07:24:28.376" v="1156" actId="20577"/>
          <ac:spMkLst>
            <pc:docMk/>
            <pc:sldMk cId="2672179021" sldId="2147480816"/>
            <ac:spMk id="36" creationId="{2EB0B58D-9E8C-1481-68CF-6A0969CCD729}"/>
          </ac:spMkLst>
        </pc:spChg>
        <pc:spChg chg="mod">
          <ac:chgData name="Vishaka V Seru" userId="d78bee01-40b6-46aa-849f-4f3c5060adf7" providerId="ADAL" clId="{81891C6D-2245-433F-9566-982F358108E6}" dt="2026-05-27T07:25:08.752" v="1170" actId="20577"/>
          <ac:spMkLst>
            <pc:docMk/>
            <pc:sldMk cId="2672179021" sldId="2147480816"/>
            <ac:spMk id="41" creationId="{15B7B0F7-3865-6CE8-BDD3-215AAE063184}"/>
          </ac:spMkLst>
        </pc:spChg>
        <pc:spChg chg="mod">
          <ac:chgData name="Vishaka V Seru" userId="d78bee01-40b6-46aa-849f-4f3c5060adf7" providerId="ADAL" clId="{81891C6D-2245-433F-9566-982F358108E6}" dt="2026-05-27T07:41:22.486" v="1196"/>
          <ac:spMkLst>
            <pc:docMk/>
            <pc:sldMk cId="2672179021" sldId="2147480816"/>
            <ac:spMk id="50" creationId="{6F185AF4-467C-E4ED-DC15-13140AA33183}"/>
          </ac:spMkLst>
        </pc:spChg>
        <pc:spChg chg="mod">
          <ac:chgData name="Vishaka V Seru" userId="d78bee01-40b6-46aa-849f-4f3c5060adf7" providerId="ADAL" clId="{81891C6D-2245-433F-9566-982F358108E6}" dt="2026-05-27T07:22:34.355" v="912" actId="20577"/>
          <ac:spMkLst>
            <pc:docMk/>
            <pc:sldMk cId="2672179021" sldId="2147480816"/>
            <ac:spMk id="56" creationId="{FBF144A9-144B-C736-ECB6-08FD5C82ED6D}"/>
          </ac:spMkLst>
        </pc:spChg>
        <pc:spChg chg="mod">
          <ac:chgData name="Vishaka V Seru" userId="d78bee01-40b6-46aa-849f-4f3c5060adf7" providerId="ADAL" clId="{81891C6D-2245-433F-9566-982F358108E6}" dt="2026-05-27T07:22:42.605" v="918" actId="20577"/>
          <ac:spMkLst>
            <pc:docMk/>
            <pc:sldMk cId="2672179021" sldId="2147480816"/>
            <ac:spMk id="58" creationId="{C702DC19-1D27-2A8E-B683-55E14AB6A47A}"/>
          </ac:spMkLst>
        </pc:spChg>
      </pc:sldChg>
      <pc:sldChg chg="modSp add mod">
        <pc:chgData name="Vishaka V Seru" userId="d78bee01-40b6-46aa-849f-4f3c5060adf7" providerId="ADAL" clId="{81891C6D-2245-433F-9566-982F358108E6}" dt="2026-06-03T15:50:22.837" v="12601" actId="5793"/>
        <pc:sldMkLst>
          <pc:docMk/>
          <pc:sldMk cId="1389753163" sldId="2147480817"/>
        </pc:sldMkLst>
        <pc:spChg chg="mod">
          <ac:chgData name="Vishaka V Seru" userId="d78bee01-40b6-46aa-849f-4f3c5060adf7" providerId="ADAL" clId="{81891C6D-2245-433F-9566-982F358108E6}" dt="2026-06-01T05:53:18.137" v="3979" actId="6549"/>
          <ac:spMkLst>
            <pc:docMk/>
            <pc:sldMk cId="1389753163" sldId="2147480817"/>
            <ac:spMk id="2" creationId="{1C1BBE2A-3B37-5A8A-1980-F455F8145230}"/>
          </ac:spMkLst>
        </pc:spChg>
        <pc:spChg chg="mod">
          <ac:chgData name="Vishaka V Seru" userId="d78bee01-40b6-46aa-849f-4f3c5060adf7" providerId="ADAL" clId="{81891C6D-2245-433F-9566-982F358108E6}" dt="2026-06-01T05:52:39.027" v="3920" actId="14100"/>
          <ac:spMkLst>
            <pc:docMk/>
            <pc:sldMk cId="1389753163" sldId="2147480817"/>
            <ac:spMk id="8" creationId="{F527797E-D98F-4F74-C018-646C52768838}"/>
          </ac:spMkLst>
        </pc:spChg>
        <pc:spChg chg="mod">
          <ac:chgData name="Vishaka V Seru" userId="d78bee01-40b6-46aa-849f-4f3c5060adf7" providerId="ADAL" clId="{81891C6D-2245-433F-9566-982F358108E6}" dt="2026-06-01T05:52:48.398" v="3943" actId="1035"/>
          <ac:spMkLst>
            <pc:docMk/>
            <pc:sldMk cId="1389753163" sldId="2147480817"/>
            <ac:spMk id="9" creationId="{6DCF039B-B8B4-5F5B-8943-238E0DE78556}"/>
          </ac:spMkLst>
        </pc:spChg>
        <pc:spChg chg="mod">
          <ac:chgData name="Vishaka V Seru" userId="d78bee01-40b6-46aa-849f-4f3c5060adf7" providerId="ADAL" clId="{81891C6D-2245-433F-9566-982F358108E6}" dt="2026-06-03T15:50:22.837" v="12601" actId="5793"/>
          <ac:spMkLst>
            <pc:docMk/>
            <pc:sldMk cId="1389753163" sldId="2147480817"/>
            <ac:spMk id="11" creationId="{F1A8CE6E-08B7-BF85-9B1B-0C73DF74772D}"/>
          </ac:spMkLst>
        </pc:spChg>
        <pc:spChg chg="mod">
          <ac:chgData name="Vishaka V Seru" userId="d78bee01-40b6-46aa-849f-4f3c5060adf7" providerId="ADAL" clId="{81891C6D-2245-433F-9566-982F358108E6}" dt="2026-06-03T15:07:36.857" v="12381" actId="20577"/>
          <ac:spMkLst>
            <pc:docMk/>
            <pc:sldMk cId="1389753163" sldId="2147480817"/>
            <ac:spMk id="14" creationId="{098B68EC-6898-3582-0868-B8FD7EE48C32}"/>
          </ac:spMkLst>
        </pc:spChg>
      </pc:sldChg>
      <pc:sldChg chg="addSp modSp add mod">
        <pc:chgData name="Vishaka V Seru" userId="d78bee01-40b6-46aa-849f-4f3c5060adf7" providerId="ADAL" clId="{81891C6D-2245-433F-9566-982F358108E6}" dt="2026-06-03T15:01:48.313" v="12269"/>
        <pc:sldMkLst>
          <pc:docMk/>
          <pc:sldMk cId="2890747264" sldId="2147480818"/>
        </pc:sldMkLst>
        <pc:spChg chg="mod">
          <ac:chgData name="Vishaka V Seru" userId="d78bee01-40b6-46aa-849f-4f3c5060adf7" providerId="ADAL" clId="{81891C6D-2245-433F-9566-982F358108E6}" dt="2026-06-01T05:47:02.354" v="3899" actId="20577"/>
          <ac:spMkLst>
            <pc:docMk/>
            <pc:sldMk cId="2890747264" sldId="2147480818"/>
            <ac:spMk id="6" creationId="{3CA590A9-C61D-F24D-19DF-DBBD1A0BC0AD}"/>
          </ac:spMkLst>
        </pc:spChg>
        <pc:spChg chg="add mod">
          <ac:chgData name="Vishaka V Seru" userId="d78bee01-40b6-46aa-849f-4f3c5060adf7" providerId="ADAL" clId="{81891C6D-2245-433F-9566-982F358108E6}" dt="2026-06-01T05:45:49.859" v="3840" actId="20577"/>
          <ac:spMkLst>
            <pc:docMk/>
            <pc:sldMk cId="2890747264" sldId="2147480818"/>
            <ac:spMk id="7" creationId="{06D29EEB-13F2-2599-03B4-FF00CB1F62B1}"/>
          </ac:spMkLst>
        </pc:spChg>
        <pc:spChg chg="mod">
          <ac:chgData name="Vishaka V Seru" userId="d78bee01-40b6-46aa-849f-4f3c5060adf7" providerId="ADAL" clId="{81891C6D-2245-433F-9566-982F358108E6}" dt="2026-06-01T05:44:54.458" v="3797" actId="20577"/>
          <ac:spMkLst>
            <pc:docMk/>
            <pc:sldMk cId="2890747264" sldId="2147480818"/>
            <ac:spMk id="36" creationId="{D18DAA8A-83F6-15BF-6262-4D4970CEF029}"/>
          </ac:spMkLst>
        </pc:spChg>
        <pc:spChg chg="mod">
          <ac:chgData name="Vishaka V Seru" userId="d78bee01-40b6-46aa-849f-4f3c5060adf7" providerId="ADAL" clId="{81891C6D-2245-433F-9566-982F358108E6}" dt="2026-06-01T05:45:04.965" v="3819" actId="20577"/>
          <ac:spMkLst>
            <pc:docMk/>
            <pc:sldMk cId="2890747264" sldId="2147480818"/>
            <ac:spMk id="41" creationId="{D5DD155D-1F45-DE56-A7D9-F953491021C5}"/>
          </ac:spMkLst>
        </pc:spChg>
        <pc:spChg chg="mod">
          <ac:chgData name="Vishaka V Seru" userId="d78bee01-40b6-46aa-849f-4f3c5060adf7" providerId="ADAL" clId="{81891C6D-2245-433F-9566-982F358108E6}" dt="2026-06-03T15:01:48.313" v="12269"/>
          <ac:spMkLst>
            <pc:docMk/>
            <pc:sldMk cId="2890747264" sldId="2147480818"/>
            <ac:spMk id="50" creationId="{D50E0995-4C5F-EA5E-B58C-04245A60D6F1}"/>
          </ac:spMkLst>
        </pc:spChg>
        <pc:spChg chg="mod">
          <ac:chgData name="Vishaka V Seru" userId="d78bee01-40b6-46aa-849f-4f3c5060adf7" providerId="ADAL" clId="{81891C6D-2245-433F-9566-982F358108E6}" dt="2026-06-01T05:45:21.412" v="3832" actId="20577"/>
          <ac:spMkLst>
            <pc:docMk/>
            <pc:sldMk cId="2890747264" sldId="2147480818"/>
            <ac:spMk id="56" creationId="{3C30DC23-B896-AE50-5667-CA5C1E096649}"/>
          </ac:spMkLst>
        </pc:spChg>
        <pc:spChg chg="mod">
          <ac:chgData name="Vishaka V Seru" userId="d78bee01-40b6-46aa-849f-4f3c5060adf7" providerId="ADAL" clId="{81891C6D-2245-433F-9566-982F358108E6}" dt="2026-06-01T05:45:33.270" v="3837" actId="20577"/>
          <ac:spMkLst>
            <pc:docMk/>
            <pc:sldMk cId="2890747264" sldId="2147480818"/>
            <ac:spMk id="58" creationId="{FE51589B-05E9-A577-85B2-6E6ECEDD7AF0}"/>
          </ac:spMkLst>
        </pc:spChg>
      </pc:sldChg>
      <pc:sldChg chg="modSp add mod">
        <pc:chgData name="Vishaka V Seru" userId="d78bee01-40b6-46aa-849f-4f3c5060adf7" providerId="ADAL" clId="{81891C6D-2245-433F-9566-982F358108E6}" dt="2026-06-03T15:50:51.068" v="12606" actId="20577"/>
        <pc:sldMkLst>
          <pc:docMk/>
          <pc:sldMk cId="183435153" sldId="2147480819"/>
        </pc:sldMkLst>
        <pc:spChg chg="mod">
          <ac:chgData name="Vishaka V Seru" userId="d78bee01-40b6-46aa-849f-4f3c5060adf7" providerId="ADAL" clId="{81891C6D-2245-433F-9566-982F358108E6}" dt="2026-06-01T06:40:11.890" v="4059" actId="6549"/>
          <ac:spMkLst>
            <pc:docMk/>
            <pc:sldMk cId="183435153" sldId="2147480819"/>
            <ac:spMk id="2" creationId="{D61B09A3-98B9-79C3-D91E-6E056D567E88}"/>
          </ac:spMkLst>
        </pc:spChg>
        <pc:spChg chg="mod">
          <ac:chgData name="Vishaka V Seru" userId="d78bee01-40b6-46aa-849f-4f3c5060adf7" providerId="ADAL" clId="{81891C6D-2245-433F-9566-982F358108E6}" dt="2026-06-01T06:42:38.211" v="4075" actId="14100"/>
          <ac:spMkLst>
            <pc:docMk/>
            <pc:sldMk cId="183435153" sldId="2147480819"/>
            <ac:spMk id="8" creationId="{FD61A9B8-53E5-044B-9DC9-7AA9350F01A1}"/>
          </ac:spMkLst>
        </pc:spChg>
        <pc:spChg chg="mod">
          <ac:chgData name="Vishaka V Seru" userId="d78bee01-40b6-46aa-849f-4f3c5060adf7" providerId="ADAL" clId="{81891C6D-2245-433F-9566-982F358108E6}" dt="2026-06-01T06:42:50.386" v="4112" actId="1035"/>
          <ac:spMkLst>
            <pc:docMk/>
            <pc:sldMk cId="183435153" sldId="2147480819"/>
            <ac:spMk id="9" creationId="{AA9A9A26-5F5A-DC41-A307-90E3A2072800}"/>
          </ac:spMkLst>
        </pc:spChg>
        <pc:spChg chg="mod">
          <ac:chgData name="Vishaka V Seru" userId="d78bee01-40b6-46aa-849f-4f3c5060adf7" providerId="ADAL" clId="{81891C6D-2245-433F-9566-982F358108E6}" dt="2026-06-03T15:50:51.068" v="12606" actId="20577"/>
          <ac:spMkLst>
            <pc:docMk/>
            <pc:sldMk cId="183435153" sldId="2147480819"/>
            <ac:spMk id="11" creationId="{362CC387-DBC8-0377-18E0-CAAA0375798F}"/>
          </ac:spMkLst>
        </pc:spChg>
        <pc:spChg chg="mod">
          <ac:chgData name="Vishaka V Seru" userId="d78bee01-40b6-46aa-849f-4f3c5060adf7" providerId="ADAL" clId="{81891C6D-2245-433F-9566-982F358108E6}" dt="2026-06-01T06:43:10.360" v="4117" actId="14100"/>
          <ac:spMkLst>
            <pc:docMk/>
            <pc:sldMk cId="183435153" sldId="2147480819"/>
            <ac:spMk id="14" creationId="{AE9E4D8B-9191-EAD1-AFA9-BE318851D4B4}"/>
          </ac:spMkLst>
        </pc:spChg>
      </pc:sldChg>
      <pc:sldChg chg="modSp add mod">
        <pc:chgData name="Vishaka V Seru" userId="d78bee01-40b6-46aa-849f-4f3c5060adf7" providerId="ADAL" clId="{81891C6D-2245-433F-9566-982F358108E6}" dt="2026-05-29T06:10:11.473" v="2814" actId="1035"/>
        <pc:sldMkLst>
          <pc:docMk/>
          <pc:sldMk cId="2304346288" sldId="2147480821"/>
        </pc:sldMkLst>
        <pc:spChg chg="mod">
          <ac:chgData name="Vishaka V Seru" userId="d78bee01-40b6-46aa-849f-4f3c5060adf7" providerId="ADAL" clId="{81891C6D-2245-433F-9566-982F358108E6}" dt="2026-05-29T06:10:11.473" v="2814" actId="1035"/>
          <ac:spMkLst>
            <pc:docMk/>
            <pc:sldMk cId="2304346288" sldId="2147480821"/>
            <ac:spMk id="2" creationId="{283DA5C2-53A0-E270-884D-42E0835412D6}"/>
          </ac:spMkLst>
        </pc:spChg>
        <pc:spChg chg="mod">
          <ac:chgData name="Vishaka V Seru" userId="d78bee01-40b6-46aa-849f-4f3c5060adf7" providerId="ADAL" clId="{81891C6D-2245-433F-9566-982F358108E6}" dt="2026-05-29T06:09:50.735" v="2762" actId="20577"/>
          <ac:spMkLst>
            <pc:docMk/>
            <pc:sldMk cId="2304346288" sldId="2147480821"/>
            <ac:spMk id="8" creationId="{C37E0EF6-5490-82FE-24D1-5D3E4BA60EE0}"/>
          </ac:spMkLst>
        </pc:spChg>
        <pc:spChg chg="mod">
          <ac:chgData name="Vishaka V Seru" userId="d78bee01-40b6-46aa-849f-4f3c5060adf7" providerId="ADAL" clId="{81891C6D-2245-433F-9566-982F358108E6}" dt="2026-05-29T06:09:42.540" v="2761" actId="20577"/>
          <ac:spMkLst>
            <pc:docMk/>
            <pc:sldMk cId="2304346288" sldId="2147480821"/>
            <ac:spMk id="11" creationId="{A4F1213D-5CBB-F2EC-E27C-D103B4F16298}"/>
          </ac:spMkLst>
        </pc:spChg>
        <pc:spChg chg="mod">
          <ac:chgData name="Vishaka V Seru" userId="d78bee01-40b6-46aa-849f-4f3c5060adf7" providerId="ADAL" clId="{81891C6D-2245-433F-9566-982F358108E6}" dt="2026-05-29T06:08:41.795" v="2712"/>
          <ac:spMkLst>
            <pc:docMk/>
            <pc:sldMk cId="2304346288" sldId="2147480821"/>
            <ac:spMk id="14" creationId="{D5CF71C8-9F5A-A533-79A6-A69E24FD6086}"/>
          </ac:spMkLst>
        </pc:spChg>
      </pc:sldChg>
      <pc:sldChg chg="modSp add mod">
        <pc:chgData name="Vishaka V Seru" userId="d78bee01-40b6-46aa-849f-4f3c5060adf7" providerId="ADAL" clId="{81891C6D-2245-433F-9566-982F358108E6}" dt="2026-06-03T15:51:41.085" v="12622" actId="20577"/>
        <pc:sldMkLst>
          <pc:docMk/>
          <pc:sldMk cId="3879251198" sldId="2147480823"/>
        </pc:sldMkLst>
        <pc:spChg chg="mod">
          <ac:chgData name="Vishaka V Seru" userId="d78bee01-40b6-46aa-849f-4f3c5060adf7" providerId="ADAL" clId="{81891C6D-2245-433F-9566-982F358108E6}" dt="2026-05-29T06:42:24.150" v="3097" actId="6549"/>
          <ac:spMkLst>
            <pc:docMk/>
            <pc:sldMk cId="3879251198" sldId="2147480823"/>
            <ac:spMk id="2" creationId="{C50BE193-AB99-2F0A-F569-EF0CA14323E0}"/>
          </ac:spMkLst>
        </pc:spChg>
        <pc:spChg chg="mod">
          <ac:chgData name="Vishaka V Seru" userId="d78bee01-40b6-46aa-849f-4f3c5060adf7" providerId="ADAL" clId="{81891C6D-2245-433F-9566-982F358108E6}" dt="2026-06-03T15:08:30.726" v="12386" actId="14100"/>
          <ac:spMkLst>
            <pc:docMk/>
            <pc:sldMk cId="3879251198" sldId="2147480823"/>
            <ac:spMk id="8" creationId="{9D673597-646E-E58B-E7CF-3DCA3F87AA93}"/>
          </ac:spMkLst>
        </pc:spChg>
        <pc:spChg chg="mod">
          <ac:chgData name="Vishaka V Seru" userId="d78bee01-40b6-46aa-849f-4f3c5060adf7" providerId="ADAL" clId="{81891C6D-2245-433F-9566-982F358108E6}" dt="2026-06-03T15:08:35.848" v="12402" actId="1035"/>
          <ac:spMkLst>
            <pc:docMk/>
            <pc:sldMk cId="3879251198" sldId="2147480823"/>
            <ac:spMk id="9" creationId="{6C27AEEA-6871-6B1C-6376-3BBDC7DA7794}"/>
          </ac:spMkLst>
        </pc:spChg>
        <pc:spChg chg="mod">
          <ac:chgData name="Vishaka V Seru" userId="d78bee01-40b6-46aa-849f-4f3c5060adf7" providerId="ADAL" clId="{81891C6D-2245-433F-9566-982F358108E6}" dt="2026-06-03T15:51:37.879" v="12620" actId="20577"/>
          <ac:spMkLst>
            <pc:docMk/>
            <pc:sldMk cId="3879251198" sldId="2147480823"/>
            <ac:spMk id="11" creationId="{E797B4CD-47BB-7FD2-3E65-F03BDB89E23E}"/>
          </ac:spMkLst>
        </pc:spChg>
        <pc:spChg chg="mod">
          <ac:chgData name="Vishaka V Seru" userId="d78bee01-40b6-46aa-849f-4f3c5060adf7" providerId="ADAL" clId="{81891C6D-2245-433F-9566-982F358108E6}" dt="2026-06-03T15:08:43.851" v="12413" actId="1035"/>
          <ac:spMkLst>
            <pc:docMk/>
            <pc:sldMk cId="3879251198" sldId="2147480823"/>
            <ac:spMk id="12" creationId="{B2FFEC2A-2A44-3584-28FB-CD8FF2B690AF}"/>
          </ac:spMkLst>
        </pc:spChg>
        <pc:spChg chg="mod">
          <ac:chgData name="Vishaka V Seru" userId="d78bee01-40b6-46aa-849f-4f3c5060adf7" providerId="ADAL" clId="{81891C6D-2245-433F-9566-982F358108E6}" dt="2026-06-03T15:51:41.085" v="12622" actId="20577"/>
          <ac:spMkLst>
            <pc:docMk/>
            <pc:sldMk cId="3879251198" sldId="2147480823"/>
            <ac:spMk id="14" creationId="{F891CDE5-AE1F-5A1A-2A25-37805DD1EE20}"/>
          </ac:spMkLst>
        </pc:spChg>
      </pc:sldChg>
      <pc:sldChg chg="modSp add mod ord">
        <pc:chgData name="Vishaka V Seru" userId="d78bee01-40b6-46aa-849f-4f3c5060adf7" providerId="ADAL" clId="{81891C6D-2245-433F-9566-982F358108E6}" dt="2026-06-03T15:51:05.149" v="12609" actId="20577"/>
        <pc:sldMkLst>
          <pc:docMk/>
          <pc:sldMk cId="2162319828" sldId="2147480827"/>
        </pc:sldMkLst>
        <pc:spChg chg="mod">
          <ac:chgData name="Vishaka V Seru" userId="d78bee01-40b6-46aa-849f-4f3c5060adf7" providerId="ADAL" clId="{81891C6D-2245-433F-9566-982F358108E6}" dt="2026-05-29T06:48:11.636" v="3274" actId="6549"/>
          <ac:spMkLst>
            <pc:docMk/>
            <pc:sldMk cId="2162319828" sldId="2147480827"/>
            <ac:spMk id="2" creationId="{21937C54-C3E7-AD32-1252-C94717E724FA}"/>
          </ac:spMkLst>
        </pc:spChg>
        <pc:spChg chg="mod">
          <ac:chgData name="Vishaka V Seru" userId="d78bee01-40b6-46aa-849f-4f3c5060adf7" providerId="ADAL" clId="{81891C6D-2245-433F-9566-982F358108E6}" dt="2026-06-03T15:51:05.149" v="12609" actId="20577"/>
          <ac:spMkLst>
            <pc:docMk/>
            <pc:sldMk cId="2162319828" sldId="2147480827"/>
            <ac:spMk id="8" creationId="{E1980BFC-D13A-4F36-5B9B-932B36E6ADCE}"/>
          </ac:spMkLst>
        </pc:spChg>
        <pc:spChg chg="mod">
          <ac:chgData name="Vishaka V Seru" userId="d78bee01-40b6-46aa-849f-4f3c5060adf7" providerId="ADAL" clId="{81891C6D-2245-433F-9566-982F358108E6}" dt="2026-05-29T06:51:22.867" v="3366" actId="1035"/>
          <ac:spMkLst>
            <pc:docMk/>
            <pc:sldMk cId="2162319828" sldId="2147480827"/>
            <ac:spMk id="9" creationId="{75D4D332-53F8-F4B5-FFB9-FB4EA7735CBB}"/>
          </ac:spMkLst>
        </pc:spChg>
        <pc:spChg chg="mod">
          <ac:chgData name="Vishaka V Seru" userId="d78bee01-40b6-46aa-849f-4f3c5060adf7" providerId="ADAL" clId="{81891C6D-2245-433F-9566-982F358108E6}" dt="2026-05-29T06:51:52.336" v="3384" actId="6549"/>
          <ac:spMkLst>
            <pc:docMk/>
            <pc:sldMk cId="2162319828" sldId="2147480827"/>
            <ac:spMk id="11" creationId="{63C1797B-E91E-A7FE-E474-B34E2945BBE0}"/>
          </ac:spMkLst>
        </pc:spChg>
        <pc:spChg chg="mod">
          <ac:chgData name="Vishaka V Seru" userId="d78bee01-40b6-46aa-849f-4f3c5060adf7" providerId="ADAL" clId="{81891C6D-2245-433F-9566-982F358108E6}" dt="2026-05-29T06:52:06.530" v="3402" actId="1035"/>
          <ac:spMkLst>
            <pc:docMk/>
            <pc:sldMk cId="2162319828" sldId="2147480827"/>
            <ac:spMk id="12" creationId="{87DF88EC-C6DC-136D-9CA1-A160804F9280}"/>
          </ac:spMkLst>
        </pc:spChg>
        <pc:spChg chg="mod">
          <ac:chgData name="Vishaka V Seru" userId="d78bee01-40b6-46aa-849f-4f3c5060adf7" providerId="ADAL" clId="{81891C6D-2245-433F-9566-982F358108E6}" dt="2026-05-29T06:53:47.683" v="3508" actId="14100"/>
          <ac:spMkLst>
            <pc:docMk/>
            <pc:sldMk cId="2162319828" sldId="2147480827"/>
            <ac:spMk id="14" creationId="{88CA706E-63BD-89A1-70F7-1812612E7EBC}"/>
          </ac:spMkLst>
        </pc:spChg>
      </pc:sldChg>
      <pc:sldChg chg="modSp add mod ord">
        <pc:chgData name="Vishaka V Seru" userId="d78bee01-40b6-46aa-849f-4f3c5060adf7" providerId="ADAL" clId="{81891C6D-2245-433F-9566-982F358108E6}" dt="2026-06-03T15:51:28.813" v="12619" actId="20577"/>
        <pc:sldMkLst>
          <pc:docMk/>
          <pc:sldMk cId="3482375943" sldId="2147480829"/>
        </pc:sldMkLst>
        <pc:spChg chg="mod">
          <ac:chgData name="Vishaka V Seru" userId="d78bee01-40b6-46aa-849f-4f3c5060adf7" providerId="ADAL" clId="{81891C6D-2245-433F-9566-982F358108E6}" dt="2026-06-01T13:47:52.731" v="7356" actId="1035"/>
          <ac:spMkLst>
            <pc:docMk/>
            <pc:sldMk cId="3482375943" sldId="2147480829"/>
            <ac:spMk id="2" creationId="{EEFD515D-5791-CF3B-42C0-6064680C76D3}"/>
          </ac:spMkLst>
        </pc:spChg>
        <pc:spChg chg="mod">
          <ac:chgData name="Vishaka V Seru" userId="d78bee01-40b6-46aa-849f-4f3c5060adf7" providerId="ADAL" clId="{81891C6D-2245-433F-9566-982F358108E6}" dt="2026-06-03T15:51:17.075" v="12611" actId="20577"/>
          <ac:spMkLst>
            <pc:docMk/>
            <pc:sldMk cId="3482375943" sldId="2147480829"/>
            <ac:spMk id="8" creationId="{755549DD-057A-7E31-7D4A-D31386950FE0}"/>
          </ac:spMkLst>
        </pc:spChg>
        <pc:spChg chg="mod">
          <ac:chgData name="Vishaka V Seru" userId="d78bee01-40b6-46aa-849f-4f3c5060adf7" providerId="ADAL" clId="{81891C6D-2245-433F-9566-982F358108E6}" dt="2026-06-03T15:51:21.211" v="12614" actId="20577"/>
          <ac:spMkLst>
            <pc:docMk/>
            <pc:sldMk cId="3482375943" sldId="2147480829"/>
            <ac:spMk id="11" creationId="{4C021145-F9B2-1C15-18CB-87250F621AD5}"/>
          </ac:spMkLst>
        </pc:spChg>
        <pc:spChg chg="mod">
          <ac:chgData name="Vishaka V Seru" userId="d78bee01-40b6-46aa-849f-4f3c5060adf7" providerId="ADAL" clId="{81891C6D-2245-433F-9566-982F358108E6}" dt="2026-06-03T15:51:28.813" v="12619" actId="20577"/>
          <ac:spMkLst>
            <pc:docMk/>
            <pc:sldMk cId="3482375943" sldId="2147480829"/>
            <ac:spMk id="14" creationId="{73F5C81B-31EB-A7FF-D0CB-F03B1CF0E849}"/>
          </ac:spMkLst>
        </pc:spChg>
      </pc:sldChg>
      <pc:sldChg chg="modSp add mod">
        <pc:chgData name="Vishaka V Seru" userId="d78bee01-40b6-46aa-849f-4f3c5060adf7" providerId="ADAL" clId="{81891C6D-2245-433F-9566-982F358108E6}" dt="2026-06-03T15:52:12.104" v="12637" actId="20577"/>
        <pc:sldMkLst>
          <pc:docMk/>
          <pc:sldMk cId="2323873445" sldId="2147480831"/>
        </pc:sldMkLst>
        <pc:spChg chg="mod">
          <ac:chgData name="Vishaka V Seru" userId="d78bee01-40b6-46aa-849f-4f3c5060adf7" providerId="ADAL" clId="{81891C6D-2245-433F-9566-982F358108E6}" dt="2026-06-01T06:48:30.183" v="4224" actId="6549"/>
          <ac:spMkLst>
            <pc:docMk/>
            <pc:sldMk cId="2323873445" sldId="2147480831"/>
            <ac:spMk id="2" creationId="{FEDB5EC8-B2B0-F9C4-0598-0C5A97B04235}"/>
          </ac:spMkLst>
        </pc:spChg>
        <pc:spChg chg="mod">
          <ac:chgData name="Vishaka V Seru" userId="d78bee01-40b6-46aa-849f-4f3c5060adf7" providerId="ADAL" clId="{81891C6D-2245-433F-9566-982F358108E6}" dt="2026-06-01T06:49:30.169" v="4234" actId="14100"/>
          <ac:spMkLst>
            <pc:docMk/>
            <pc:sldMk cId="2323873445" sldId="2147480831"/>
            <ac:spMk id="8" creationId="{92DF36BC-2C5E-8DB0-E4C6-35CE957512EE}"/>
          </ac:spMkLst>
        </pc:spChg>
        <pc:spChg chg="mod">
          <ac:chgData name="Vishaka V Seru" userId="d78bee01-40b6-46aa-849f-4f3c5060adf7" providerId="ADAL" clId="{81891C6D-2245-433F-9566-982F358108E6}" dt="2026-06-01T06:49:55.365" v="4263" actId="1035"/>
          <ac:spMkLst>
            <pc:docMk/>
            <pc:sldMk cId="2323873445" sldId="2147480831"/>
            <ac:spMk id="9" creationId="{B0E3B3F3-8BC4-DAF8-743D-B2F8FD50BFD0}"/>
          </ac:spMkLst>
        </pc:spChg>
        <pc:spChg chg="mod">
          <ac:chgData name="Vishaka V Seru" userId="d78bee01-40b6-46aa-849f-4f3c5060adf7" providerId="ADAL" clId="{81891C6D-2245-433F-9566-982F358108E6}" dt="2026-06-01T06:49:55.365" v="4263" actId="1035"/>
          <ac:spMkLst>
            <pc:docMk/>
            <pc:sldMk cId="2323873445" sldId="2147480831"/>
            <ac:spMk id="11" creationId="{22F4C180-AFCE-3424-80E5-71B4FF30FE41}"/>
          </ac:spMkLst>
        </pc:spChg>
        <pc:spChg chg="mod">
          <ac:chgData name="Vishaka V Seru" userId="d78bee01-40b6-46aa-849f-4f3c5060adf7" providerId="ADAL" clId="{81891C6D-2245-433F-9566-982F358108E6}" dt="2026-06-01T06:49:59.131" v="4266" actId="1035"/>
          <ac:spMkLst>
            <pc:docMk/>
            <pc:sldMk cId="2323873445" sldId="2147480831"/>
            <ac:spMk id="12" creationId="{C57AF6F8-D88C-0328-2968-497D0DFD9B16}"/>
          </ac:spMkLst>
        </pc:spChg>
        <pc:spChg chg="mod">
          <ac:chgData name="Vishaka V Seru" userId="d78bee01-40b6-46aa-849f-4f3c5060adf7" providerId="ADAL" clId="{81891C6D-2245-433F-9566-982F358108E6}" dt="2026-06-03T15:52:12.104" v="12637" actId="20577"/>
          <ac:spMkLst>
            <pc:docMk/>
            <pc:sldMk cId="2323873445" sldId="2147480831"/>
            <ac:spMk id="14" creationId="{030EF9D8-F48A-AC92-675C-704AC4EE1917}"/>
          </ac:spMkLst>
        </pc:spChg>
      </pc:sldChg>
      <pc:sldChg chg="modSp add mod">
        <pc:chgData name="Vishaka V Seru" userId="d78bee01-40b6-46aa-849f-4f3c5060adf7" providerId="ADAL" clId="{81891C6D-2245-433F-9566-982F358108E6}" dt="2026-06-03T15:09:59.960" v="12440" actId="20577"/>
        <pc:sldMkLst>
          <pc:docMk/>
          <pc:sldMk cId="3014617240" sldId="2147480835"/>
        </pc:sldMkLst>
        <pc:spChg chg="mod">
          <ac:chgData name="Vishaka V Seru" userId="d78bee01-40b6-46aa-849f-4f3c5060adf7" providerId="ADAL" clId="{81891C6D-2245-433F-9566-982F358108E6}" dt="2026-06-01T08:28:07.695" v="6209" actId="1035"/>
          <ac:spMkLst>
            <pc:docMk/>
            <pc:sldMk cId="3014617240" sldId="2147480835"/>
            <ac:spMk id="2" creationId="{EB541664-6F52-E2BB-DCB4-74A8E451035D}"/>
          </ac:spMkLst>
        </pc:spChg>
        <pc:spChg chg="mod">
          <ac:chgData name="Vishaka V Seru" userId="d78bee01-40b6-46aa-849f-4f3c5060adf7" providerId="ADAL" clId="{81891C6D-2245-433F-9566-982F358108E6}" dt="2026-06-03T15:09:42.474" v="12428" actId="20577"/>
          <ac:spMkLst>
            <pc:docMk/>
            <pc:sldMk cId="3014617240" sldId="2147480835"/>
            <ac:spMk id="8" creationId="{15E89BA8-8BDC-787B-A1BC-A78C365BD112}"/>
          </ac:spMkLst>
        </pc:spChg>
        <pc:spChg chg="mod">
          <ac:chgData name="Vishaka V Seru" userId="d78bee01-40b6-46aa-849f-4f3c5060adf7" providerId="ADAL" clId="{81891C6D-2245-433F-9566-982F358108E6}" dt="2026-06-01T08:27:44.062" v="6178" actId="1035"/>
          <ac:spMkLst>
            <pc:docMk/>
            <pc:sldMk cId="3014617240" sldId="2147480835"/>
            <ac:spMk id="9" creationId="{C62C32AD-5DE9-B4BD-13E1-098784B89A30}"/>
          </ac:spMkLst>
        </pc:spChg>
        <pc:spChg chg="mod">
          <ac:chgData name="Vishaka V Seru" userId="d78bee01-40b6-46aa-849f-4f3c5060adf7" providerId="ADAL" clId="{81891C6D-2245-433F-9566-982F358108E6}" dt="2026-06-03T15:09:49.917" v="12434" actId="20577"/>
          <ac:spMkLst>
            <pc:docMk/>
            <pc:sldMk cId="3014617240" sldId="2147480835"/>
            <ac:spMk id="11" creationId="{1AE8C0C1-DC46-E5D6-7059-BB26FCB377D7}"/>
          </ac:spMkLst>
        </pc:spChg>
        <pc:spChg chg="mod">
          <ac:chgData name="Vishaka V Seru" userId="d78bee01-40b6-46aa-849f-4f3c5060adf7" providerId="ADAL" clId="{81891C6D-2245-433F-9566-982F358108E6}" dt="2026-06-01T08:27:50.731" v="6187" actId="1035"/>
          <ac:spMkLst>
            <pc:docMk/>
            <pc:sldMk cId="3014617240" sldId="2147480835"/>
            <ac:spMk id="12" creationId="{9F79F617-DFA6-D45C-63FB-6FAE4E44401B}"/>
          </ac:spMkLst>
        </pc:spChg>
        <pc:spChg chg="mod">
          <ac:chgData name="Vishaka V Seru" userId="d78bee01-40b6-46aa-849f-4f3c5060adf7" providerId="ADAL" clId="{81891C6D-2245-433F-9566-982F358108E6}" dt="2026-06-03T15:09:59.960" v="12440" actId="20577"/>
          <ac:spMkLst>
            <pc:docMk/>
            <pc:sldMk cId="3014617240" sldId="2147480835"/>
            <ac:spMk id="14" creationId="{74BC559D-8D7C-1155-4A75-8D64E3790060}"/>
          </ac:spMkLst>
        </pc:spChg>
      </pc:sldChg>
      <pc:sldChg chg="modSp add mod">
        <pc:chgData name="Vishaka V Seru" userId="d78bee01-40b6-46aa-849f-4f3c5060adf7" providerId="ADAL" clId="{81891C6D-2245-433F-9566-982F358108E6}" dt="2026-06-03T15:10:15.679" v="12442" actId="27107"/>
        <pc:sldMkLst>
          <pc:docMk/>
          <pc:sldMk cId="2847455034" sldId="2147480837"/>
        </pc:sldMkLst>
        <pc:spChg chg="mod">
          <ac:chgData name="Vishaka V Seru" userId="d78bee01-40b6-46aa-849f-4f3c5060adf7" providerId="ADAL" clId="{81891C6D-2245-433F-9566-982F358108E6}" dt="2026-06-01T08:30:28.131" v="6329" actId="1035"/>
          <ac:spMkLst>
            <pc:docMk/>
            <pc:sldMk cId="2847455034" sldId="2147480837"/>
            <ac:spMk id="2" creationId="{5BA62A7F-09E0-80A7-86A5-A0EAD9D20A18}"/>
          </ac:spMkLst>
        </pc:spChg>
        <pc:spChg chg="mod">
          <ac:chgData name="Vishaka V Seru" userId="d78bee01-40b6-46aa-849f-4f3c5060adf7" providerId="ADAL" clId="{81891C6D-2245-433F-9566-982F358108E6}" dt="2026-06-03T15:10:15.679" v="12442" actId="27107"/>
          <ac:spMkLst>
            <pc:docMk/>
            <pc:sldMk cId="2847455034" sldId="2147480837"/>
            <ac:spMk id="8" creationId="{6210A146-282D-65C9-FAB8-3E0CC0E59A05}"/>
          </ac:spMkLst>
        </pc:spChg>
        <pc:spChg chg="mod">
          <ac:chgData name="Vishaka V Seru" userId="d78bee01-40b6-46aa-849f-4f3c5060adf7" providerId="ADAL" clId="{81891C6D-2245-433F-9566-982F358108E6}" dt="2026-06-01T08:30:11.133" v="6305"/>
          <ac:spMkLst>
            <pc:docMk/>
            <pc:sldMk cId="2847455034" sldId="2147480837"/>
            <ac:spMk id="11" creationId="{02C952F3-88CE-19BF-CF7A-342F0C095633}"/>
          </ac:spMkLst>
        </pc:spChg>
        <pc:spChg chg="mod">
          <ac:chgData name="Vishaka V Seru" userId="d78bee01-40b6-46aa-849f-4f3c5060adf7" providerId="ADAL" clId="{81891C6D-2245-433F-9566-982F358108E6}" dt="2026-06-01T08:30:20.479" v="6307"/>
          <ac:spMkLst>
            <pc:docMk/>
            <pc:sldMk cId="2847455034" sldId="2147480837"/>
            <ac:spMk id="14" creationId="{3C17F738-9353-DE79-A7BF-862D32AF2A72}"/>
          </ac:spMkLst>
        </pc:spChg>
      </pc:sldChg>
      <pc:sldChg chg="modSp add mod">
        <pc:chgData name="Vishaka V Seru" userId="d78bee01-40b6-46aa-849f-4f3c5060adf7" providerId="ADAL" clId="{81891C6D-2245-433F-9566-982F358108E6}" dt="2026-06-03T15:10:58.203" v="12458" actId="20577"/>
        <pc:sldMkLst>
          <pc:docMk/>
          <pc:sldMk cId="4159707206" sldId="2147480839"/>
        </pc:sldMkLst>
        <pc:spChg chg="mod">
          <ac:chgData name="Vishaka V Seru" userId="d78bee01-40b6-46aa-849f-4f3c5060adf7" providerId="ADAL" clId="{81891C6D-2245-433F-9566-982F358108E6}" dt="2026-06-01T08:32:40.067" v="6428" actId="1035"/>
          <ac:spMkLst>
            <pc:docMk/>
            <pc:sldMk cId="4159707206" sldId="2147480839"/>
            <ac:spMk id="2" creationId="{98F3CE61-2406-B15F-5883-CB72790E547B}"/>
          </ac:spMkLst>
        </pc:spChg>
        <pc:spChg chg="mod">
          <ac:chgData name="Vishaka V Seru" userId="d78bee01-40b6-46aa-849f-4f3c5060adf7" providerId="ADAL" clId="{81891C6D-2245-433F-9566-982F358108E6}" dt="2026-06-03T15:10:40.358" v="12451" actId="20577"/>
          <ac:spMkLst>
            <pc:docMk/>
            <pc:sldMk cId="4159707206" sldId="2147480839"/>
            <ac:spMk id="8" creationId="{9ACAF871-2345-7808-7E8F-E835105171D3}"/>
          </ac:spMkLst>
        </pc:spChg>
        <pc:spChg chg="mod">
          <ac:chgData name="Vishaka V Seru" userId="d78bee01-40b6-46aa-849f-4f3c5060adf7" providerId="ADAL" clId="{81891C6D-2245-433F-9566-982F358108E6}" dt="2026-06-03T15:10:50.597" v="12455" actId="20577"/>
          <ac:spMkLst>
            <pc:docMk/>
            <pc:sldMk cId="4159707206" sldId="2147480839"/>
            <ac:spMk id="11" creationId="{F00D147D-C237-43C5-C116-7B7F99A37D10}"/>
          </ac:spMkLst>
        </pc:spChg>
        <pc:spChg chg="mod">
          <ac:chgData name="Vishaka V Seru" userId="d78bee01-40b6-46aa-849f-4f3c5060adf7" providerId="ADAL" clId="{81891C6D-2245-433F-9566-982F358108E6}" dt="2026-06-03T15:10:58.203" v="12458" actId="20577"/>
          <ac:spMkLst>
            <pc:docMk/>
            <pc:sldMk cId="4159707206" sldId="2147480839"/>
            <ac:spMk id="14" creationId="{80EB46FF-380B-1775-FF05-EF7DE8555913}"/>
          </ac:spMkLst>
        </pc:spChg>
      </pc:sldChg>
      <pc:sldChg chg="modSp add mod">
        <pc:chgData name="Vishaka V Seru" userId="d78bee01-40b6-46aa-849f-4f3c5060adf7" providerId="ADAL" clId="{81891C6D-2245-433F-9566-982F358108E6}" dt="2026-06-03T15:40:34.429" v="12459" actId="20577"/>
        <pc:sldMkLst>
          <pc:docMk/>
          <pc:sldMk cId="3120585744" sldId="2147480841"/>
        </pc:sldMkLst>
        <pc:spChg chg="mod">
          <ac:chgData name="Vishaka V Seru" userId="d78bee01-40b6-46aa-849f-4f3c5060adf7" providerId="ADAL" clId="{81891C6D-2245-433F-9566-982F358108E6}" dt="2026-06-01T08:22:48.711" v="5998" actId="20577"/>
          <ac:spMkLst>
            <pc:docMk/>
            <pc:sldMk cId="3120585744" sldId="2147480841"/>
            <ac:spMk id="2" creationId="{232DFB0A-D791-4CEF-2828-2AE5F81C359A}"/>
          </ac:spMkLst>
        </pc:spChg>
        <pc:spChg chg="mod">
          <ac:chgData name="Vishaka V Seru" userId="d78bee01-40b6-46aa-849f-4f3c5060adf7" providerId="ADAL" clId="{81891C6D-2245-433F-9566-982F358108E6}" dt="2026-06-01T08:34:48.888" v="6502"/>
          <ac:spMkLst>
            <pc:docMk/>
            <pc:sldMk cId="3120585744" sldId="2147480841"/>
            <ac:spMk id="8" creationId="{C6F91D43-1EB1-D78D-0012-EE411F7E09A0}"/>
          </ac:spMkLst>
        </pc:spChg>
        <pc:spChg chg="mod">
          <ac:chgData name="Vishaka V Seru" userId="d78bee01-40b6-46aa-849f-4f3c5060adf7" providerId="ADAL" clId="{81891C6D-2245-433F-9566-982F358108E6}" dt="2026-06-03T15:40:34.429" v="12459" actId="20577"/>
          <ac:spMkLst>
            <pc:docMk/>
            <pc:sldMk cId="3120585744" sldId="2147480841"/>
            <ac:spMk id="11" creationId="{20E6822B-B7FA-73E3-D15F-BC3D58648AE8}"/>
          </ac:spMkLst>
        </pc:spChg>
        <pc:spChg chg="mod">
          <ac:chgData name="Vishaka V Seru" userId="d78bee01-40b6-46aa-849f-4f3c5060adf7" providerId="ADAL" clId="{81891C6D-2245-433F-9566-982F358108E6}" dt="2026-06-01T08:35:35.324" v="6508" actId="20577"/>
          <ac:spMkLst>
            <pc:docMk/>
            <pc:sldMk cId="3120585744" sldId="2147480841"/>
            <ac:spMk id="14" creationId="{6FA56CAA-BD0A-5CCB-7D0E-61D31CDDD8A5}"/>
          </ac:spMkLst>
        </pc:spChg>
      </pc:sldChg>
      <pc:sldChg chg="modSp add mod ord">
        <pc:chgData name="Vishaka V Seru" userId="d78bee01-40b6-46aa-849f-4f3c5060adf7" providerId="ADAL" clId="{81891C6D-2245-433F-9566-982F358108E6}" dt="2026-06-03T15:46:15.552" v="12548" actId="20577"/>
        <pc:sldMkLst>
          <pc:docMk/>
          <pc:sldMk cId="3857679054" sldId="2147480843"/>
        </pc:sldMkLst>
        <pc:spChg chg="mod">
          <ac:chgData name="Vishaka V Seru" userId="d78bee01-40b6-46aa-849f-4f3c5060adf7" providerId="ADAL" clId="{81891C6D-2245-433F-9566-982F358108E6}" dt="2026-06-01T07:38:02.235" v="5443" actId="6549"/>
          <ac:spMkLst>
            <pc:docMk/>
            <pc:sldMk cId="3857679054" sldId="2147480843"/>
            <ac:spMk id="2" creationId="{015EDB2D-1152-413C-1739-5B6F05B568C2}"/>
          </ac:spMkLst>
        </pc:spChg>
        <pc:spChg chg="mod">
          <ac:chgData name="Vishaka V Seru" userId="d78bee01-40b6-46aa-849f-4f3c5060adf7" providerId="ADAL" clId="{81891C6D-2245-433F-9566-982F358108E6}" dt="2026-06-03T15:46:01.417" v="12540" actId="20577"/>
          <ac:spMkLst>
            <pc:docMk/>
            <pc:sldMk cId="3857679054" sldId="2147480843"/>
            <ac:spMk id="8" creationId="{40C562B3-DD58-798F-F731-AF95CB78A62C}"/>
          </ac:spMkLst>
        </pc:spChg>
        <pc:spChg chg="mod">
          <ac:chgData name="Vishaka V Seru" userId="d78bee01-40b6-46aa-849f-4f3c5060adf7" providerId="ADAL" clId="{81891C6D-2245-433F-9566-982F358108E6}" dt="2026-06-01T08:12:50.374" v="5711" actId="20577"/>
          <ac:spMkLst>
            <pc:docMk/>
            <pc:sldMk cId="3857679054" sldId="2147480843"/>
            <ac:spMk id="11" creationId="{CF2A5660-FF26-93AB-A90A-28DFBF734D6A}"/>
          </ac:spMkLst>
        </pc:spChg>
        <pc:spChg chg="mod">
          <ac:chgData name="Vishaka V Seru" userId="d78bee01-40b6-46aa-849f-4f3c5060adf7" providerId="ADAL" clId="{81891C6D-2245-433F-9566-982F358108E6}" dt="2026-06-03T15:46:15.552" v="12548" actId="20577"/>
          <ac:spMkLst>
            <pc:docMk/>
            <pc:sldMk cId="3857679054" sldId="2147480843"/>
            <ac:spMk id="14" creationId="{85F84B45-3646-3F0C-5449-071C0FF3EB08}"/>
          </ac:spMkLst>
        </pc:spChg>
      </pc:sldChg>
      <pc:sldChg chg="modSp add mod ord">
        <pc:chgData name="Vishaka V Seru" userId="d78bee01-40b6-46aa-849f-4f3c5060adf7" providerId="ADAL" clId="{81891C6D-2245-433F-9566-982F358108E6}" dt="2026-06-03T15:45:44.670" v="12530" actId="20577"/>
        <pc:sldMkLst>
          <pc:docMk/>
          <pc:sldMk cId="2832258864" sldId="2147480845"/>
        </pc:sldMkLst>
        <pc:spChg chg="mod">
          <ac:chgData name="Vishaka V Seru" userId="d78bee01-40b6-46aa-849f-4f3c5060adf7" providerId="ADAL" clId="{81891C6D-2245-433F-9566-982F358108E6}" dt="2026-06-02T08:08:25.761" v="9533" actId="1076"/>
          <ac:spMkLst>
            <pc:docMk/>
            <pc:sldMk cId="2832258864" sldId="2147480845"/>
            <ac:spMk id="2" creationId="{7C031755-AC97-A063-7E8C-218C0BA376F6}"/>
          </ac:spMkLst>
        </pc:spChg>
        <pc:spChg chg="mod">
          <ac:chgData name="Vishaka V Seru" userId="d78bee01-40b6-46aa-849f-4f3c5060adf7" providerId="ADAL" clId="{81891C6D-2245-433F-9566-982F358108E6}" dt="2026-06-01T08:38:59.212" v="6643" actId="20577"/>
          <ac:spMkLst>
            <pc:docMk/>
            <pc:sldMk cId="2832258864" sldId="2147480845"/>
            <ac:spMk id="8" creationId="{6015E4F7-7550-674E-D95C-455B50A5AB98}"/>
          </ac:spMkLst>
        </pc:spChg>
        <pc:spChg chg="mod">
          <ac:chgData name="Vishaka V Seru" userId="d78bee01-40b6-46aa-849f-4f3c5060adf7" providerId="ADAL" clId="{81891C6D-2245-433F-9566-982F358108E6}" dt="2026-06-03T15:45:39.147" v="12526" actId="20577"/>
          <ac:spMkLst>
            <pc:docMk/>
            <pc:sldMk cId="2832258864" sldId="2147480845"/>
            <ac:spMk id="11" creationId="{EC087D43-5A21-B5BD-ADD8-15604AEEEE42}"/>
          </ac:spMkLst>
        </pc:spChg>
        <pc:spChg chg="mod">
          <ac:chgData name="Vishaka V Seru" userId="d78bee01-40b6-46aa-849f-4f3c5060adf7" providerId="ADAL" clId="{81891C6D-2245-433F-9566-982F358108E6}" dt="2026-06-03T15:45:44.670" v="12530" actId="20577"/>
          <ac:spMkLst>
            <pc:docMk/>
            <pc:sldMk cId="2832258864" sldId="2147480845"/>
            <ac:spMk id="14" creationId="{A081D1E3-D971-6C2E-6651-7857A46B6017}"/>
          </ac:spMkLst>
        </pc:spChg>
      </pc:sldChg>
      <pc:sldChg chg="modSp add mod ord">
        <pc:chgData name="Vishaka V Seru" userId="d78bee01-40b6-46aa-849f-4f3c5060adf7" providerId="ADAL" clId="{81891C6D-2245-433F-9566-982F358108E6}" dt="2026-06-03T15:43:39.629" v="12492" actId="20577"/>
        <pc:sldMkLst>
          <pc:docMk/>
          <pc:sldMk cId="3246833940" sldId="2147480847"/>
        </pc:sldMkLst>
        <pc:spChg chg="mod">
          <ac:chgData name="Vishaka V Seru" userId="d78bee01-40b6-46aa-849f-4f3c5060adf7" providerId="ADAL" clId="{81891C6D-2245-433F-9566-982F358108E6}" dt="2026-06-01T07:38:38.375" v="5506" actId="6549"/>
          <ac:spMkLst>
            <pc:docMk/>
            <pc:sldMk cId="3246833940" sldId="2147480847"/>
            <ac:spMk id="2" creationId="{18D46B01-F17A-EA47-9BAC-096CADD76EB0}"/>
          </ac:spMkLst>
        </pc:spChg>
        <pc:spChg chg="mod">
          <ac:chgData name="Vishaka V Seru" userId="d78bee01-40b6-46aa-849f-4f3c5060adf7" providerId="ADAL" clId="{81891C6D-2245-433F-9566-982F358108E6}" dt="2026-06-03T15:43:33.633" v="12491" actId="20577"/>
          <ac:spMkLst>
            <pc:docMk/>
            <pc:sldMk cId="3246833940" sldId="2147480847"/>
            <ac:spMk id="8" creationId="{8F444060-69AD-0058-B3F5-F3763198FD71}"/>
          </ac:spMkLst>
        </pc:spChg>
        <pc:spChg chg="mod">
          <ac:chgData name="Vishaka V Seru" userId="d78bee01-40b6-46aa-849f-4f3c5060adf7" providerId="ADAL" clId="{81891C6D-2245-433F-9566-982F358108E6}" dt="2026-06-01T08:17:32.497" v="5836" actId="1035"/>
          <ac:spMkLst>
            <pc:docMk/>
            <pc:sldMk cId="3246833940" sldId="2147480847"/>
            <ac:spMk id="9" creationId="{49F7DB74-C37C-FCB3-56FC-417700C864B2}"/>
          </ac:spMkLst>
        </pc:spChg>
        <pc:spChg chg="mod">
          <ac:chgData name="Vishaka V Seru" userId="d78bee01-40b6-46aa-849f-4f3c5060adf7" providerId="ADAL" clId="{81891C6D-2245-433F-9566-982F358108E6}" dt="2026-06-01T08:17:32.497" v="5836" actId="1035"/>
          <ac:spMkLst>
            <pc:docMk/>
            <pc:sldMk cId="3246833940" sldId="2147480847"/>
            <ac:spMk id="11" creationId="{7D6A300F-FA78-4482-E467-F7A41210430E}"/>
          </ac:spMkLst>
        </pc:spChg>
        <pc:spChg chg="mod">
          <ac:chgData name="Vishaka V Seru" userId="d78bee01-40b6-46aa-849f-4f3c5060adf7" providerId="ADAL" clId="{81891C6D-2245-433F-9566-982F358108E6}" dt="2026-06-01T08:17:40.255" v="5848" actId="1035"/>
          <ac:spMkLst>
            <pc:docMk/>
            <pc:sldMk cId="3246833940" sldId="2147480847"/>
            <ac:spMk id="12" creationId="{8FD3F38E-9003-CBD0-6E38-84B50C23D3A3}"/>
          </ac:spMkLst>
        </pc:spChg>
        <pc:spChg chg="mod">
          <ac:chgData name="Vishaka V Seru" userId="d78bee01-40b6-46aa-849f-4f3c5060adf7" providerId="ADAL" clId="{81891C6D-2245-433F-9566-982F358108E6}" dt="2026-06-03T15:43:39.629" v="12492" actId="20577"/>
          <ac:spMkLst>
            <pc:docMk/>
            <pc:sldMk cId="3246833940" sldId="2147480847"/>
            <ac:spMk id="14" creationId="{48BEEE9B-C963-CB16-B893-B611DB1527D5}"/>
          </ac:spMkLst>
        </pc:spChg>
      </pc:sldChg>
      <pc:sldChg chg="modSp add mod">
        <pc:chgData name="Vishaka V Seru" userId="d78bee01-40b6-46aa-849f-4f3c5060adf7" providerId="ADAL" clId="{81891C6D-2245-433F-9566-982F358108E6}" dt="2026-06-03T15:45:25.499" v="12523" actId="14100"/>
        <pc:sldMkLst>
          <pc:docMk/>
          <pc:sldMk cId="2627600098" sldId="2147480849"/>
        </pc:sldMkLst>
        <pc:spChg chg="mod">
          <ac:chgData name="Vishaka V Seru" userId="d78bee01-40b6-46aa-849f-4f3c5060adf7" providerId="ADAL" clId="{81891C6D-2245-433F-9566-982F358108E6}" dt="2026-06-01T13:37:13.515" v="7083" actId="1035"/>
          <ac:spMkLst>
            <pc:docMk/>
            <pc:sldMk cId="2627600098" sldId="2147480849"/>
            <ac:spMk id="2" creationId="{BD9D7882-9320-7D00-6572-1F0BA4029360}"/>
          </ac:spMkLst>
        </pc:spChg>
        <pc:spChg chg="mod">
          <ac:chgData name="Vishaka V Seru" userId="d78bee01-40b6-46aa-849f-4f3c5060adf7" providerId="ADAL" clId="{81891C6D-2245-433F-9566-982F358108E6}" dt="2026-06-01T13:37:19.039" v="7085" actId="14100"/>
          <ac:spMkLst>
            <pc:docMk/>
            <pc:sldMk cId="2627600098" sldId="2147480849"/>
            <ac:spMk id="8" creationId="{AAABC847-EBB9-87CB-375F-E1060D6391E7}"/>
          </ac:spMkLst>
        </pc:spChg>
        <pc:spChg chg="mod">
          <ac:chgData name="Vishaka V Seru" userId="d78bee01-40b6-46aa-849f-4f3c5060adf7" providerId="ADAL" clId="{81891C6D-2245-433F-9566-982F358108E6}" dt="2026-06-03T15:45:21.719" v="12522" actId="1035"/>
          <ac:spMkLst>
            <pc:docMk/>
            <pc:sldMk cId="2627600098" sldId="2147480849"/>
            <ac:spMk id="9" creationId="{8A1EE32A-9FA4-5109-13CF-DC6FEE36B7BC}"/>
          </ac:spMkLst>
        </pc:spChg>
        <pc:spChg chg="mod">
          <ac:chgData name="Vishaka V Seru" userId="d78bee01-40b6-46aa-849f-4f3c5060adf7" providerId="ADAL" clId="{81891C6D-2245-433F-9566-982F358108E6}" dt="2026-06-03T15:45:25.499" v="12523" actId="14100"/>
          <ac:spMkLst>
            <pc:docMk/>
            <pc:sldMk cId="2627600098" sldId="2147480849"/>
            <ac:spMk id="11" creationId="{656511CF-0DE2-31F8-2B35-302D849A58B4}"/>
          </ac:spMkLst>
        </pc:spChg>
        <pc:spChg chg="mod">
          <ac:chgData name="Vishaka V Seru" userId="d78bee01-40b6-46aa-849f-4f3c5060adf7" providerId="ADAL" clId="{81891C6D-2245-433F-9566-982F358108E6}" dt="2026-06-01T13:37:04.896" v="7058"/>
          <ac:spMkLst>
            <pc:docMk/>
            <pc:sldMk cId="2627600098" sldId="2147480849"/>
            <ac:spMk id="14" creationId="{327AC6D3-6349-CA09-5303-2500AD209523}"/>
          </ac:spMkLst>
        </pc:spChg>
      </pc:sldChg>
      <pc:sldChg chg="modSp add mod">
        <pc:chgData name="Vishaka V Seru" userId="d78bee01-40b6-46aa-849f-4f3c5060adf7" providerId="ADAL" clId="{81891C6D-2245-433F-9566-982F358108E6}" dt="2026-06-03T15:45:08.660" v="12516" actId="20577"/>
        <pc:sldMkLst>
          <pc:docMk/>
          <pc:sldMk cId="316931126" sldId="2147480851"/>
        </pc:sldMkLst>
        <pc:spChg chg="mod">
          <ac:chgData name="Vishaka V Seru" userId="d78bee01-40b6-46aa-849f-4f3c5060adf7" providerId="ADAL" clId="{81891C6D-2245-433F-9566-982F358108E6}" dt="2026-06-01T12:39:26.344" v="6834" actId="6549"/>
          <ac:spMkLst>
            <pc:docMk/>
            <pc:sldMk cId="316931126" sldId="2147480851"/>
            <ac:spMk id="2" creationId="{1EBE3EBA-022B-65D8-6BA6-751991FD7F62}"/>
          </ac:spMkLst>
        </pc:spChg>
        <pc:spChg chg="mod">
          <ac:chgData name="Vishaka V Seru" userId="d78bee01-40b6-46aa-849f-4f3c5060adf7" providerId="ADAL" clId="{81891C6D-2245-433F-9566-982F358108E6}" dt="2026-06-03T15:44:15.404" v="12496" actId="20577"/>
          <ac:spMkLst>
            <pc:docMk/>
            <pc:sldMk cId="316931126" sldId="2147480851"/>
            <ac:spMk id="8" creationId="{92663A3B-7359-4736-698E-D3F3C1844063}"/>
          </ac:spMkLst>
        </pc:spChg>
        <pc:spChg chg="mod">
          <ac:chgData name="Vishaka V Seru" userId="d78bee01-40b6-46aa-849f-4f3c5060adf7" providerId="ADAL" clId="{81891C6D-2245-433F-9566-982F358108E6}" dt="2026-06-03T15:44:20.022" v="12499" actId="20577"/>
          <ac:spMkLst>
            <pc:docMk/>
            <pc:sldMk cId="316931126" sldId="2147480851"/>
            <ac:spMk id="11" creationId="{5F061355-C2DF-F98B-B772-1A7DEDB94BF7}"/>
          </ac:spMkLst>
        </pc:spChg>
        <pc:spChg chg="mod">
          <ac:chgData name="Vishaka V Seru" userId="d78bee01-40b6-46aa-849f-4f3c5060adf7" providerId="ADAL" clId="{81891C6D-2245-433F-9566-982F358108E6}" dt="2026-06-01T13:34:15.624" v="6924" actId="1035"/>
          <ac:spMkLst>
            <pc:docMk/>
            <pc:sldMk cId="316931126" sldId="2147480851"/>
            <ac:spMk id="12" creationId="{76FE6FF9-765C-E709-A8B9-CB8F5942C869}"/>
          </ac:spMkLst>
        </pc:spChg>
        <pc:spChg chg="mod">
          <ac:chgData name="Vishaka V Seru" userId="d78bee01-40b6-46aa-849f-4f3c5060adf7" providerId="ADAL" clId="{81891C6D-2245-433F-9566-982F358108E6}" dt="2026-06-03T15:45:08.660" v="12516" actId="20577"/>
          <ac:spMkLst>
            <pc:docMk/>
            <pc:sldMk cId="316931126" sldId="2147480851"/>
            <ac:spMk id="14" creationId="{959332DA-EDE9-282B-14F6-55548E7B1BC0}"/>
          </ac:spMkLst>
        </pc:spChg>
      </pc:sldChg>
      <pc:sldChg chg="modSp add mod">
        <pc:chgData name="Vishaka V Seru" userId="d78bee01-40b6-46aa-849f-4f3c5060adf7" providerId="ADAL" clId="{81891C6D-2245-433F-9566-982F358108E6}" dt="2026-06-03T15:43:06.050" v="12486" actId="20577"/>
        <pc:sldMkLst>
          <pc:docMk/>
          <pc:sldMk cId="1323206938" sldId="2147480853"/>
        </pc:sldMkLst>
        <pc:spChg chg="mod">
          <ac:chgData name="Vishaka V Seru" userId="d78bee01-40b6-46aa-849f-4f3c5060adf7" providerId="ADAL" clId="{81891C6D-2245-433F-9566-982F358108E6}" dt="2026-06-01T12:35:02.165" v="6704" actId="1035"/>
          <ac:spMkLst>
            <pc:docMk/>
            <pc:sldMk cId="1323206938" sldId="2147480853"/>
            <ac:spMk id="2" creationId="{054EB9CE-DD23-C969-D7C5-AFC0A9E74D30}"/>
          </ac:spMkLst>
        </pc:spChg>
        <pc:spChg chg="mod">
          <ac:chgData name="Vishaka V Seru" userId="d78bee01-40b6-46aa-849f-4f3c5060adf7" providerId="ADAL" clId="{81891C6D-2245-433F-9566-982F358108E6}" dt="2026-06-01T12:35:09.883" v="6706" actId="20577"/>
          <ac:spMkLst>
            <pc:docMk/>
            <pc:sldMk cId="1323206938" sldId="2147480853"/>
            <ac:spMk id="8" creationId="{AD41E606-DB5E-FEEC-9F8B-61CE96125253}"/>
          </ac:spMkLst>
        </pc:spChg>
        <pc:spChg chg="mod">
          <ac:chgData name="Vishaka V Seru" userId="d78bee01-40b6-46aa-849f-4f3c5060adf7" providerId="ADAL" clId="{81891C6D-2245-433F-9566-982F358108E6}" dt="2026-06-03T15:43:06.050" v="12486" actId="20577"/>
          <ac:spMkLst>
            <pc:docMk/>
            <pc:sldMk cId="1323206938" sldId="2147480853"/>
            <ac:spMk id="11" creationId="{E6292EAC-419C-2701-0A88-971AEA22557A}"/>
          </ac:spMkLst>
        </pc:spChg>
        <pc:spChg chg="mod">
          <ac:chgData name="Vishaka V Seru" userId="d78bee01-40b6-46aa-849f-4f3c5060adf7" providerId="ADAL" clId="{81891C6D-2245-433F-9566-982F358108E6}" dt="2026-06-01T12:34:46.075" v="6683"/>
          <ac:spMkLst>
            <pc:docMk/>
            <pc:sldMk cId="1323206938" sldId="2147480853"/>
            <ac:spMk id="14" creationId="{71C20D91-46F2-8EF5-D5C6-1B143C7C0E9A}"/>
          </ac:spMkLst>
        </pc:spChg>
      </pc:sldChg>
      <pc:sldChg chg="addSp modSp add mod">
        <pc:chgData name="Vishaka V Seru" userId="d78bee01-40b6-46aa-849f-4f3c5060adf7" providerId="ADAL" clId="{81891C6D-2245-433F-9566-982F358108E6}" dt="2026-06-01T12:37:29.036" v="6794" actId="6549"/>
        <pc:sldMkLst>
          <pc:docMk/>
          <pc:sldMk cId="1649551945" sldId="2147480854"/>
        </pc:sldMkLst>
        <pc:spChg chg="mod">
          <ac:chgData name="Vishaka V Seru" userId="d78bee01-40b6-46aa-849f-4f3c5060adf7" providerId="ADAL" clId="{81891C6D-2245-433F-9566-982F358108E6}" dt="2026-06-01T12:37:29.036" v="6794" actId="6549"/>
          <ac:spMkLst>
            <pc:docMk/>
            <pc:sldMk cId="1649551945" sldId="2147480854"/>
            <ac:spMk id="6" creationId="{C62ECCAC-144B-BD2A-C6DC-ED7F3D5D7F80}"/>
          </ac:spMkLst>
        </pc:spChg>
        <pc:spChg chg="add mod">
          <ac:chgData name="Vishaka V Seru" userId="d78bee01-40b6-46aa-849f-4f3c5060adf7" providerId="ADAL" clId="{81891C6D-2245-433F-9566-982F358108E6}" dt="2026-06-01T12:35:50.958" v="6712" actId="20577"/>
          <ac:spMkLst>
            <pc:docMk/>
            <pc:sldMk cId="1649551945" sldId="2147480854"/>
            <ac:spMk id="7" creationId="{D5501AD4-EFC4-DC29-F557-7ADA52800A6A}"/>
          </ac:spMkLst>
        </pc:spChg>
        <pc:spChg chg="mod">
          <ac:chgData name="Vishaka V Seru" userId="d78bee01-40b6-46aa-849f-4f3c5060adf7" providerId="ADAL" clId="{81891C6D-2245-433F-9566-982F358108E6}" dt="2026-06-01T12:36:24.679" v="6715" actId="404"/>
          <ac:spMkLst>
            <pc:docMk/>
            <pc:sldMk cId="1649551945" sldId="2147480854"/>
            <ac:spMk id="36" creationId="{F967FB10-9D2D-452F-686C-EACF64C0B624}"/>
          </ac:spMkLst>
        </pc:spChg>
        <pc:spChg chg="mod">
          <ac:chgData name="Vishaka V Seru" userId="d78bee01-40b6-46aa-849f-4f3c5060adf7" providerId="ADAL" clId="{81891C6D-2245-433F-9566-982F358108E6}" dt="2026-06-01T12:36:34.932" v="6732" actId="20577"/>
          <ac:spMkLst>
            <pc:docMk/>
            <pc:sldMk cId="1649551945" sldId="2147480854"/>
            <ac:spMk id="41" creationId="{F79429FF-0514-4C72-6D3C-C490C1A91256}"/>
          </ac:spMkLst>
        </pc:spChg>
        <pc:spChg chg="mod">
          <ac:chgData name="Vishaka V Seru" userId="d78bee01-40b6-46aa-849f-4f3c5060adf7" providerId="ADAL" clId="{81891C6D-2245-433F-9566-982F358108E6}" dt="2026-06-01T12:35:33.391" v="6709" actId="20577"/>
          <ac:spMkLst>
            <pc:docMk/>
            <pc:sldMk cId="1649551945" sldId="2147480854"/>
            <ac:spMk id="50" creationId="{D63728B5-79FC-6574-BC83-F65F90DADEB7}"/>
          </ac:spMkLst>
        </pc:spChg>
        <pc:spChg chg="mod">
          <ac:chgData name="Vishaka V Seru" userId="d78bee01-40b6-46aa-849f-4f3c5060adf7" providerId="ADAL" clId="{81891C6D-2245-433F-9566-982F358108E6}" dt="2026-06-01T12:36:43.256" v="6742" actId="20577"/>
          <ac:spMkLst>
            <pc:docMk/>
            <pc:sldMk cId="1649551945" sldId="2147480854"/>
            <ac:spMk id="56" creationId="{A862057A-98AD-83FC-8F34-E6FE58A0EAC4}"/>
          </ac:spMkLst>
        </pc:spChg>
        <pc:spChg chg="mod">
          <ac:chgData name="Vishaka V Seru" userId="d78bee01-40b6-46aa-849f-4f3c5060adf7" providerId="ADAL" clId="{81891C6D-2245-433F-9566-982F358108E6}" dt="2026-06-01T12:36:46.185" v="6749" actId="20577"/>
          <ac:spMkLst>
            <pc:docMk/>
            <pc:sldMk cId="1649551945" sldId="2147480854"/>
            <ac:spMk id="58" creationId="{295DC37B-5620-BF25-4E5C-EBFF7B44DA74}"/>
          </ac:spMkLst>
        </pc:spChg>
      </pc:sldChg>
      <pc:sldChg chg="modSp add mod ord">
        <pc:chgData name="Vishaka V Seru" userId="d78bee01-40b6-46aa-849f-4f3c5060adf7" providerId="ADAL" clId="{81891C6D-2245-433F-9566-982F358108E6}" dt="2026-06-03T15:43:17.316" v="12490" actId="20577"/>
        <pc:sldMkLst>
          <pc:docMk/>
          <pc:sldMk cId="2201780736" sldId="2147480855"/>
        </pc:sldMkLst>
        <pc:spChg chg="mod">
          <ac:chgData name="Vishaka V Seru" userId="d78bee01-40b6-46aa-849f-4f3c5060adf7" providerId="ADAL" clId="{81891C6D-2245-433F-9566-982F358108E6}" dt="2026-06-01T07:38:54.397" v="5538" actId="6549"/>
          <ac:spMkLst>
            <pc:docMk/>
            <pc:sldMk cId="2201780736" sldId="2147480855"/>
            <ac:spMk id="2" creationId="{BC63CBA8-14A3-3DC3-BC2B-4373EDAB2BA3}"/>
          </ac:spMkLst>
        </pc:spChg>
        <pc:spChg chg="mod">
          <ac:chgData name="Vishaka V Seru" userId="d78bee01-40b6-46aa-849f-4f3c5060adf7" providerId="ADAL" clId="{81891C6D-2245-433F-9566-982F358108E6}" dt="2026-06-03T15:43:17.316" v="12490" actId="20577"/>
          <ac:spMkLst>
            <pc:docMk/>
            <pc:sldMk cId="2201780736" sldId="2147480855"/>
            <ac:spMk id="8" creationId="{AE0AB9CD-FA41-9F5C-BC82-F5CB71FA1783}"/>
          </ac:spMkLst>
        </pc:spChg>
        <pc:spChg chg="mod">
          <ac:chgData name="Vishaka V Seru" userId="d78bee01-40b6-46aa-849f-4f3c5060adf7" providerId="ADAL" clId="{81891C6D-2245-433F-9566-982F358108E6}" dt="2026-06-01T08:08:27.568" v="5562" actId="33524"/>
          <ac:spMkLst>
            <pc:docMk/>
            <pc:sldMk cId="2201780736" sldId="2147480855"/>
            <ac:spMk id="11" creationId="{956C8C80-4E5C-BCE8-B8B7-E8E7414A76AD}"/>
          </ac:spMkLst>
        </pc:spChg>
        <pc:spChg chg="mod">
          <ac:chgData name="Vishaka V Seru" userId="d78bee01-40b6-46aa-849f-4f3c5060adf7" providerId="ADAL" clId="{81891C6D-2245-433F-9566-982F358108E6}" dt="2026-06-01T08:07:52.759" v="5559"/>
          <ac:spMkLst>
            <pc:docMk/>
            <pc:sldMk cId="2201780736" sldId="2147480855"/>
            <ac:spMk id="14" creationId="{0809A716-0744-F86B-7720-E8226D983286}"/>
          </ac:spMkLst>
        </pc:spChg>
      </pc:sldChg>
      <pc:sldChg chg="modSp add mod">
        <pc:chgData name="Vishaka V Seru" userId="d78bee01-40b6-46aa-849f-4f3c5060adf7" providerId="ADAL" clId="{81891C6D-2245-433F-9566-982F358108E6}" dt="2026-06-01T07:20:49.164" v="4772" actId="14100"/>
        <pc:sldMkLst>
          <pc:docMk/>
          <pc:sldMk cId="435718210" sldId="2147480877"/>
        </pc:sldMkLst>
        <pc:spChg chg="mod">
          <ac:chgData name="Vishaka V Seru" userId="d78bee01-40b6-46aa-849f-4f3c5060adf7" providerId="ADAL" clId="{81891C6D-2245-433F-9566-982F358108E6}" dt="2026-06-01T07:19:57.025" v="4735" actId="6549"/>
          <ac:spMkLst>
            <pc:docMk/>
            <pc:sldMk cId="435718210" sldId="2147480877"/>
            <ac:spMk id="2" creationId="{A1AF6D4A-7E68-E84F-724B-D0AB0706681E}"/>
          </ac:spMkLst>
        </pc:spChg>
        <pc:spChg chg="mod">
          <ac:chgData name="Vishaka V Seru" userId="d78bee01-40b6-46aa-849f-4f3c5060adf7" providerId="ADAL" clId="{81891C6D-2245-433F-9566-982F358108E6}" dt="2026-06-01T07:20:37.090" v="4746" actId="14100"/>
          <ac:spMkLst>
            <pc:docMk/>
            <pc:sldMk cId="435718210" sldId="2147480877"/>
            <ac:spMk id="8" creationId="{A95D3F16-1136-A47A-7EFF-C665DB99D261}"/>
          </ac:spMkLst>
        </pc:spChg>
        <pc:spChg chg="mod">
          <ac:chgData name="Vishaka V Seru" userId="d78bee01-40b6-46aa-849f-4f3c5060adf7" providerId="ADAL" clId="{81891C6D-2245-433F-9566-982F358108E6}" dt="2026-06-01T07:20:42.758" v="4768" actId="1035"/>
          <ac:spMkLst>
            <pc:docMk/>
            <pc:sldMk cId="435718210" sldId="2147480877"/>
            <ac:spMk id="9" creationId="{FBFBD0F7-64D7-9D53-6B9D-3D4EA7B0FD2C}"/>
          </ac:spMkLst>
        </pc:spChg>
        <pc:spChg chg="mod">
          <ac:chgData name="Vishaka V Seru" userId="d78bee01-40b6-46aa-849f-4f3c5060adf7" providerId="ADAL" clId="{81891C6D-2245-433F-9566-982F358108E6}" dt="2026-06-01T07:20:49.164" v="4772" actId="14100"/>
          <ac:spMkLst>
            <pc:docMk/>
            <pc:sldMk cId="435718210" sldId="2147480877"/>
            <ac:spMk id="11" creationId="{AC0E0D4C-7E5E-E136-30D0-1934EA2019E3}"/>
          </ac:spMkLst>
        </pc:spChg>
        <pc:spChg chg="mod">
          <ac:chgData name="Vishaka V Seru" userId="d78bee01-40b6-46aa-849f-4f3c5060adf7" providerId="ADAL" clId="{81891C6D-2245-433F-9566-982F358108E6}" dt="2026-06-01T07:20:26.917" v="4741"/>
          <ac:spMkLst>
            <pc:docMk/>
            <pc:sldMk cId="435718210" sldId="2147480877"/>
            <ac:spMk id="14" creationId="{904630F1-1E1F-C933-E0C0-D156ED4A3AC6}"/>
          </ac:spMkLst>
        </pc:spChg>
      </pc:sldChg>
      <pc:sldChg chg="modSp add mod ord">
        <pc:chgData name="Vishaka V Seru" userId="d78bee01-40b6-46aa-849f-4f3c5060adf7" providerId="ADAL" clId="{81891C6D-2245-433F-9566-982F358108E6}" dt="2026-06-16T14:02:01.299" v="12726" actId="20577"/>
        <pc:sldMkLst>
          <pc:docMk/>
          <pc:sldMk cId="3532438144" sldId="2147480879"/>
        </pc:sldMkLst>
        <pc:graphicFrameChg chg="mod modGraphic">
          <ac:chgData name="Vishaka V Seru" userId="d78bee01-40b6-46aa-849f-4f3c5060adf7" providerId="ADAL" clId="{81891C6D-2245-433F-9566-982F358108E6}" dt="2026-06-16T14:02:01.299" v="12726" actId="20577"/>
          <ac:graphicFrameMkLst>
            <pc:docMk/>
            <pc:sldMk cId="3532438144" sldId="2147480879"/>
            <ac:graphicFrameMk id="22" creationId="{9F1F7F86-7923-FDE1-45C0-76EE781A2A5D}"/>
          </ac:graphicFrameMkLst>
        </pc:graphicFrameChg>
      </pc:sldChg>
      <pc:sldChg chg="modSp add mod">
        <pc:chgData name="Vishaka V Seru" userId="d78bee01-40b6-46aa-849f-4f3c5060adf7" providerId="ADAL" clId="{81891C6D-2245-433F-9566-982F358108E6}" dt="2026-05-29T06:09:22.344" v="2750" actId="6549"/>
        <pc:sldMkLst>
          <pc:docMk/>
          <pc:sldMk cId="1224663676" sldId="2147480889"/>
        </pc:sldMkLst>
        <pc:spChg chg="mod">
          <ac:chgData name="Vishaka V Seru" userId="d78bee01-40b6-46aa-849f-4f3c5060adf7" providerId="ADAL" clId="{81891C6D-2245-433F-9566-982F358108E6}" dt="2026-05-29T06:05:52.500" v="2678" actId="6549"/>
          <ac:spMkLst>
            <pc:docMk/>
            <pc:sldMk cId="1224663676" sldId="2147480889"/>
            <ac:spMk id="7" creationId="{AABABFA3-B0B6-146D-60D8-DD4BD9E57C50}"/>
          </ac:spMkLst>
        </pc:spChg>
        <pc:spChg chg="mod">
          <ac:chgData name="Vishaka V Seru" userId="d78bee01-40b6-46aa-849f-4f3c5060adf7" providerId="ADAL" clId="{81891C6D-2245-433F-9566-982F358108E6}" dt="2026-05-29T06:09:22.344" v="2750" actId="6549"/>
          <ac:spMkLst>
            <pc:docMk/>
            <pc:sldMk cId="1224663676" sldId="2147480889"/>
            <ac:spMk id="36" creationId="{8DD2810C-D25D-0183-6455-F097820173FA}"/>
          </ac:spMkLst>
        </pc:spChg>
        <pc:spChg chg="mod">
          <ac:chgData name="Vishaka V Seru" userId="d78bee01-40b6-46aa-849f-4f3c5060adf7" providerId="ADAL" clId="{81891C6D-2245-433F-9566-982F358108E6}" dt="2026-05-29T06:06:03.368" v="2684" actId="20577"/>
          <ac:spMkLst>
            <pc:docMk/>
            <pc:sldMk cId="1224663676" sldId="2147480889"/>
            <ac:spMk id="41" creationId="{F5815478-F989-A420-8A20-13271FB9AFF5}"/>
          </ac:spMkLst>
        </pc:spChg>
        <pc:spChg chg="mod">
          <ac:chgData name="Vishaka V Seru" userId="d78bee01-40b6-46aa-849f-4f3c5060adf7" providerId="ADAL" clId="{81891C6D-2245-433F-9566-982F358108E6}" dt="2026-05-29T06:06:50.943" v="2696" actId="20577"/>
          <ac:spMkLst>
            <pc:docMk/>
            <pc:sldMk cId="1224663676" sldId="2147480889"/>
            <ac:spMk id="50" creationId="{4C2F94AF-DF70-CB20-46D0-C6FA1D025143}"/>
          </ac:spMkLst>
        </pc:spChg>
        <pc:spChg chg="mod">
          <ac:chgData name="Vishaka V Seru" userId="d78bee01-40b6-46aa-849f-4f3c5060adf7" providerId="ADAL" clId="{81891C6D-2245-433F-9566-982F358108E6}" dt="2026-05-29T06:07:00.074" v="2706" actId="6549"/>
          <ac:spMkLst>
            <pc:docMk/>
            <pc:sldMk cId="1224663676" sldId="2147480889"/>
            <ac:spMk id="58" creationId="{2C408C0C-1694-C85F-82AE-C4BA12CAA529}"/>
          </ac:spMkLst>
        </pc:spChg>
      </pc:sldChg>
      <pc:sldChg chg="modSp add mod">
        <pc:chgData name="Vishaka V Seru" userId="d78bee01-40b6-46aa-849f-4f3c5060adf7" providerId="ADAL" clId="{81891C6D-2245-433F-9566-982F358108E6}" dt="2026-05-29T06:41:37.586" v="3065" actId="20577"/>
        <pc:sldMkLst>
          <pc:docMk/>
          <pc:sldMk cId="148834482" sldId="2147480891"/>
        </pc:sldMkLst>
        <pc:spChg chg="mod">
          <ac:chgData name="Vishaka V Seru" userId="d78bee01-40b6-46aa-849f-4f3c5060adf7" providerId="ADAL" clId="{81891C6D-2245-433F-9566-982F358108E6}" dt="2026-05-29T06:40:54.973" v="2982" actId="6549"/>
          <ac:spMkLst>
            <pc:docMk/>
            <pc:sldMk cId="148834482" sldId="2147480891"/>
            <ac:spMk id="7" creationId="{1F6DC0BB-D4E5-9974-693E-5F0373AA6EE7}"/>
          </ac:spMkLst>
        </pc:spChg>
        <pc:spChg chg="mod">
          <ac:chgData name="Vishaka V Seru" userId="d78bee01-40b6-46aa-849f-4f3c5060adf7" providerId="ADAL" clId="{81891C6D-2245-433F-9566-982F358108E6}" dt="2026-05-29T06:41:20.936" v="3026" actId="6549"/>
          <ac:spMkLst>
            <pc:docMk/>
            <pc:sldMk cId="148834482" sldId="2147480891"/>
            <ac:spMk id="36" creationId="{4BB11BB7-42E3-7D07-9C98-4BCEE661937A}"/>
          </ac:spMkLst>
        </pc:spChg>
        <pc:spChg chg="mod">
          <ac:chgData name="Vishaka V Seru" userId="d78bee01-40b6-46aa-849f-4f3c5060adf7" providerId="ADAL" clId="{81891C6D-2245-433F-9566-982F358108E6}" dt="2026-05-29T06:41:06.270" v="3000" actId="20577"/>
          <ac:spMkLst>
            <pc:docMk/>
            <pc:sldMk cId="148834482" sldId="2147480891"/>
            <ac:spMk id="41" creationId="{C70DCE08-28F2-1B37-6647-FD9C34FAD85E}"/>
          </ac:spMkLst>
        </pc:spChg>
        <pc:spChg chg="mod">
          <ac:chgData name="Vishaka V Seru" userId="d78bee01-40b6-46aa-849f-4f3c5060adf7" providerId="ADAL" clId="{81891C6D-2245-433F-9566-982F358108E6}" dt="2026-05-29T06:39:08.407" v="2880" actId="20577"/>
          <ac:spMkLst>
            <pc:docMk/>
            <pc:sldMk cId="148834482" sldId="2147480891"/>
            <ac:spMk id="50" creationId="{EBDF7DD4-30ED-C50A-EA75-66D49E88F346}"/>
          </ac:spMkLst>
        </pc:spChg>
        <pc:spChg chg="mod">
          <ac:chgData name="Vishaka V Seru" userId="d78bee01-40b6-46aa-849f-4f3c5060adf7" providerId="ADAL" clId="{81891C6D-2245-433F-9566-982F358108E6}" dt="2026-05-29T06:41:30.382" v="3045" actId="6549"/>
          <ac:spMkLst>
            <pc:docMk/>
            <pc:sldMk cId="148834482" sldId="2147480891"/>
            <ac:spMk id="56" creationId="{3B3BE607-8282-3D89-CA34-240D7C4F37A2}"/>
          </ac:spMkLst>
        </pc:spChg>
        <pc:spChg chg="mod">
          <ac:chgData name="Vishaka V Seru" userId="d78bee01-40b6-46aa-849f-4f3c5060adf7" providerId="ADAL" clId="{81891C6D-2245-433F-9566-982F358108E6}" dt="2026-05-29T06:41:37.586" v="3065" actId="20577"/>
          <ac:spMkLst>
            <pc:docMk/>
            <pc:sldMk cId="148834482" sldId="2147480891"/>
            <ac:spMk id="58" creationId="{0EEB1C70-D3AC-34CC-2BBD-C0C512D5A24A}"/>
          </ac:spMkLst>
        </pc:spChg>
      </pc:sldChg>
      <pc:sldChg chg="modSp add mod ord">
        <pc:chgData name="Vishaka V Seru" userId="d78bee01-40b6-46aa-849f-4f3c5060adf7" providerId="ADAL" clId="{81891C6D-2245-433F-9566-982F358108E6}" dt="2026-06-15T07:27:32.711" v="12656" actId="6549"/>
        <pc:sldMkLst>
          <pc:docMk/>
          <pc:sldMk cId="509592985" sldId="2147480892"/>
        </pc:sldMkLst>
        <pc:spChg chg="mod">
          <ac:chgData name="Vishaka V Seru" userId="d78bee01-40b6-46aa-849f-4f3c5060adf7" providerId="ADAL" clId="{81891C6D-2245-433F-9566-982F358108E6}" dt="2026-05-29T06:46:46.458" v="3169" actId="6549"/>
          <ac:spMkLst>
            <pc:docMk/>
            <pc:sldMk cId="509592985" sldId="2147480892"/>
            <ac:spMk id="7" creationId="{E7B88666-4325-03F0-2B5C-F300A0FE17B4}"/>
          </ac:spMkLst>
        </pc:spChg>
        <pc:spChg chg="mod">
          <ac:chgData name="Vishaka V Seru" userId="d78bee01-40b6-46aa-849f-4f3c5060adf7" providerId="ADAL" clId="{81891C6D-2245-433F-9566-982F358108E6}" dt="2026-06-15T07:27:32.711" v="12656" actId="6549"/>
          <ac:spMkLst>
            <pc:docMk/>
            <pc:sldMk cId="509592985" sldId="2147480892"/>
            <ac:spMk id="36" creationId="{8A29B2A5-1F01-2DE2-C31D-F4D97100ED3F}"/>
          </ac:spMkLst>
        </pc:spChg>
        <pc:spChg chg="mod">
          <ac:chgData name="Vishaka V Seru" userId="d78bee01-40b6-46aa-849f-4f3c5060adf7" providerId="ADAL" clId="{81891C6D-2245-433F-9566-982F358108E6}" dt="2026-05-29T06:47:13.166" v="3199" actId="20577"/>
          <ac:spMkLst>
            <pc:docMk/>
            <pc:sldMk cId="509592985" sldId="2147480892"/>
            <ac:spMk id="41" creationId="{5A2A072A-0E05-F3D0-A325-1FC1E53631FE}"/>
          </ac:spMkLst>
        </pc:spChg>
        <pc:spChg chg="mod">
          <ac:chgData name="Vishaka V Seru" userId="d78bee01-40b6-46aa-849f-4f3c5060adf7" providerId="ADAL" clId="{81891C6D-2245-433F-9566-982F358108E6}" dt="2026-05-29T06:46:26.387" v="3167" actId="20577"/>
          <ac:spMkLst>
            <pc:docMk/>
            <pc:sldMk cId="509592985" sldId="2147480892"/>
            <ac:spMk id="50" creationId="{9A53A572-4CCD-3F34-E2B2-D225DF405D92}"/>
          </ac:spMkLst>
        </pc:spChg>
        <pc:spChg chg="mod">
          <ac:chgData name="Vishaka V Seru" userId="d78bee01-40b6-46aa-849f-4f3c5060adf7" providerId="ADAL" clId="{81891C6D-2245-433F-9566-982F358108E6}" dt="2026-05-29T06:46:59.841" v="3180" actId="20577"/>
          <ac:spMkLst>
            <pc:docMk/>
            <pc:sldMk cId="509592985" sldId="2147480892"/>
            <ac:spMk id="58" creationId="{1846A58A-85D1-04C2-983D-5F6D4196A30D}"/>
          </ac:spMkLst>
        </pc:spChg>
      </pc:sldChg>
      <pc:sldChg chg="modSp add mod ord">
        <pc:chgData name="Vishaka V Seru" userId="d78bee01-40b6-46aa-849f-4f3c5060adf7" providerId="ADAL" clId="{81891C6D-2245-433F-9566-982F358108E6}" dt="2026-06-01T13:49:06.079" v="7360"/>
        <pc:sldMkLst>
          <pc:docMk/>
          <pc:sldMk cId="3204547657" sldId="2147480893"/>
        </pc:sldMkLst>
        <pc:spChg chg="mod">
          <ac:chgData name="Vishaka V Seru" userId="d78bee01-40b6-46aa-849f-4f3c5060adf7" providerId="ADAL" clId="{81891C6D-2245-433F-9566-982F358108E6}" dt="2026-05-29T06:54:52.184" v="3554" actId="6549"/>
          <ac:spMkLst>
            <pc:docMk/>
            <pc:sldMk cId="3204547657" sldId="2147480893"/>
            <ac:spMk id="36" creationId="{25D4397E-288B-FE29-8CB7-917CB6150F12}"/>
          </ac:spMkLst>
        </pc:spChg>
        <pc:spChg chg="mod">
          <ac:chgData name="Vishaka V Seru" userId="d78bee01-40b6-46aa-849f-4f3c5060adf7" providerId="ADAL" clId="{81891C6D-2245-433F-9566-982F358108E6}" dt="2026-05-29T06:54:28.309" v="3528" actId="20577"/>
          <ac:spMkLst>
            <pc:docMk/>
            <pc:sldMk cId="3204547657" sldId="2147480893"/>
            <ac:spMk id="41" creationId="{A2825BB8-90FC-5654-D1A6-2114DC27BB08}"/>
          </ac:spMkLst>
        </pc:spChg>
        <pc:spChg chg="mod">
          <ac:chgData name="Vishaka V Seru" userId="d78bee01-40b6-46aa-849f-4f3c5060adf7" providerId="ADAL" clId="{81891C6D-2245-433F-9566-982F358108E6}" dt="2026-05-29T06:39:42.151" v="2980" actId="20577"/>
          <ac:spMkLst>
            <pc:docMk/>
            <pc:sldMk cId="3204547657" sldId="2147480893"/>
            <ac:spMk id="50" creationId="{48CE3C4D-A4E0-5A08-A9C8-26649E8E5476}"/>
          </ac:spMkLst>
        </pc:spChg>
        <pc:spChg chg="mod">
          <ac:chgData name="Vishaka V Seru" userId="d78bee01-40b6-46aa-849f-4f3c5060adf7" providerId="ADAL" clId="{81891C6D-2245-433F-9566-982F358108E6}" dt="2026-05-29T06:55:00.088" v="3573" actId="20577"/>
          <ac:spMkLst>
            <pc:docMk/>
            <pc:sldMk cId="3204547657" sldId="2147480893"/>
            <ac:spMk id="58" creationId="{93D27C15-A1D1-F2F8-D70C-6A2EB927B448}"/>
          </ac:spMkLst>
        </pc:spChg>
      </pc:sldChg>
      <pc:sldChg chg="addSp modSp add mod ord">
        <pc:chgData name="Vishaka V Seru" userId="d78bee01-40b6-46aa-849f-4f3c5060adf7" providerId="ADAL" clId="{81891C6D-2245-433F-9566-982F358108E6}" dt="2026-06-03T15:01:39.826" v="12265" actId="20577"/>
        <pc:sldMkLst>
          <pc:docMk/>
          <pc:sldMk cId="3173696580" sldId="2147480894"/>
        </pc:sldMkLst>
        <pc:spChg chg="add mod">
          <ac:chgData name="Vishaka V Seru" userId="d78bee01-40b6-46aa-849f-4f3c5060adf7" providerId="ADAL" clId="{81891C6D-2245-433F-9566-982F358108E6}" dt="2026-06-03T15:01:36.185" v="12260"/>
          <ac:spMkLst>
            <pc:docMk/>
            <pc:sldMk cId="3173696580" sldId="2147480894"/>
            <ac:spMk id="10" creationId="{1CC7DACC-3B41-869C-6E62-DA617D8FBFF2}"/>
          </ac:spMkLst>
        </pc:spChg>
        <pc:spChg chg="mod">
          <ac:chgData name="Vishaka V Seru" userId="d78bee01-40b6-46aa-849f-4f3c5060adf7" providerId="ADAL" clId="{81891C6D-2245-433F-9566-982F358108E6}" dt="2026-06-03T15:01:39.826" v="12265" actId="20577"/>
          <ac:spMkLst>
            <pc:docMk/>
            <pc:sldMk cId="3173696580" sldId="2147480894"/>
            <ac:spMk id="41" creationId="{BDFBB821-5A13-FD93-EB7A-8BC1DAEB82B8}"/>
          </ac:spMkLst>
        </pc:spChg>
        <pc:spChg chg="mod">
          <ac:chgData name="Vishaka V Seru" userId="d78bee01-40b6-46aa-849f-4f3c5060adf7" providerId="ADAL" clId="{81891C6D-2245-433F-9566-982F358108E6}" dt="2026-06-03T15:01:16.026" v="12259"/>
          <ac:spMkLst>
            <pc:docMk/>
            <pc:sldMk cId="3173696580" sldId="2147480894"/>
            <ac:spMk id="50" creationId="{3F12367F-CC82-C2C1-ABB0-E29F12885A69}"/>
          </ac:spMkLst>
        </pc:spChg>
        <pc:spChg chg="mod">
          <ac:chgData name="Vishaka V Seru" userId="d78bee01-40b6-46aa-849f-4f3c5060adf7" providerId="ADAL" clId="{81891C6D-2245-433F-9566-982F358108E6}" dt="2026-06-01T06:35:54.650" v="3996" actId="6549"/>
          <ac:spMkLst>
            <pc:docMk/>
            <pc:sldMk cId="3173696580" sldId="2147480894"/>
            <ac:spMk id="56" creationId="{F944FDFB-E1C9-6F83-8D64-D4DDBECF1266}"/>
          </ac:spMkLst>
        </pc:spChg>
        <pc:spChg chg="mod">
          <ac:chgData name="Vishaka V Seru" userId="d78bee01-40b6-46aa-849f-4f3c5060adf7" providerId="ADAL" clId="{81891C6D-2245-433F-9566-982F358108E6}" dt="2026-06-01T06:36:23.409" v="4013" actId="6549"/>
          <ac:spMkLst>
            <pc:docMk/>
            <pc:sldMk cId="3173696580" sldId="2147480894"/>
            <ac:spMk id="58" creationId="{256685EC-E9FE-118A-11D5-788CA041B4B3}"/>
          </ac:spMkLst>
        </pc:spChg>
      </pc:sldChg>
      <pc:sldChg chg="addSp modSp add mod ord">
        <pc:chgData name="Vishaka V Seru" userId="d78bee01-40b6-46aa-849f-4f3c5060adf7" providerId="ADAL" clId="{81891C6D-2245-433F-9566-982F358108E6}" dt="2026-06-03T15:00:58.392" v="12258"/>
        <pc:sldMkLst>
          <pc:docMk/>
          <pc:sldMk cId="1095380454" sldId="2147480895"/>
        </pc:sldMkLst>
        <pc:spChg chg="mod">
          <ac:chgData name="Vishaka V Seru" userId="d78bee01-40b6-46aa-849f-4f3c5060adf7" providerId="ADAL" clId="{81891C6D-2245-433F-9566-982F358108E6}" dt="2026-06-01T06:48:12.086" v="4190"/>
          <ac:spMkLst>
            <pc:docMk/>
            <pc:sldMk cId="1095380454" sldId="2147480895"/>
            <ac:spMk id="6" creationId="{6A024962-ECB0-2C84-F795-260BED7FDF5D}"/>
          </ac:spMkLst>
        </pc:spChg>
        <pc:spChg chg="mod">
          <ac:chgData name="Vishaka V Seru" userId="d78bee01-40b6-46aa-849f-4f3c5060adf7" providerId="ADAL" clId="{81891C6D-2245-433F-9566-982F358108E6}" dt="2026-06-01T06:48:15.298" v="4192" actId="20577"/>
          <ac:spMkLst>
            <pc:docMk/>
            <pc:sldMk cId="1095380454" sldId="2147480895"/>
            <ac:spMk id="7" creationId="{21C04287-1907-EE05-4ACC-4C9E9B1E9E90}"/>
          </ac:spMkLst>
        </pc:spChg>
        <pc:spChg chg="add mod">
          <ac:chgData name="Vishaka V Seru" userId="d78bee01-40b6-46aa-849f-4f3c5060adf7" providerId="ADAL" clId="{81891C6D-2245-433F-9566-982F358108E6}" dt="2026-06-03T14:59:21.288" v="12248"/>
          <ac:spMkLst>
            <pc:docMk/>
            <pc:sldMk cId="1095380454" sldId="2147480895"/>
            <ac:spMk id="10" creationId="{6279E17B-142A-6CE1-4A6A-F21391809A20}"/>
          </ac:spMkLst>
        </pc:spChg>
        <pc:spChg chg="mod">
          <ac:chgData name="Vishaka V Seru" userId="d78bee01-40b6-46aa-849f-4f3c5060adf7" providerId="ADAL" clId="{81891C6D-2245-433F-9566-982F358108E6}" dt="2026-06-01T06:47:51.123" v="4189" actId="20577"/>
          <ac:spMkLst>
            <pc:docMk/>
            <pc:sldMk cId="1095380454" sldId="2147480895"/>
            <ac:spMk id="36" creationId="{780E2342-5A6B-EC50-DB14-3ECF9E57CFFF}"/>
          </ac:spMkLst>
        </pc:spChg>
        <pc:spChg chg="mod">
          <ac:chgData name="Vishaka V Seru" userId="d78bee01-40b6-46aa-849f-4f3c5060adf7" providerId="ADAL" clId="{81891C6D-2245-433F-9566-982F358108E6}" dt="2026-06-03T14:59:25.714" v="12253" actId="20577"/>
          <ac:spMkLst>
            <pc:docMk/>
            <pc:sldMk cId="1095380454" sldId="2147480895"/>
            <ac:spMk id="41" creationId="{33BC847F-0965-4179-F3FB-10ECCF7421B3}"/>
          </ac:spMkLst>
        </pc:spChg>
        <pc:spChg chg="mod">
          <ac:chgData name="Vishaka V Seru" userId="d78bee01-40b6-46aa-849f-4f3c5060adf7" providerId="ADAL" clId="{81891C6D-2245-433F-9566-982F358108E6}" dt="2026-06-03T15:00:58.392" v="12258"/>
          <ac:spMkLst>
            <pc:docMk/>
            <pc:sldMk cId="1095380454" sldId="2147480895"/>
            <ac:spMk id="50" creationId="{CF04C26D-62EA-7DF0-2B20-BD3A4820D294}"/>
          </ac:spMkLst>
        </pc:spChg>
        <pc:spChg chg="mod">
          <ac:chgData name="Vishaka V Seru" userId="d78bee01-40b6-46aa-849f-4f3c5060adf7" providerId="ADAL" clId="{81891C6D-2245-433F-9566-982F358108E6}" dt="2026-06-01T06:47:37.688" v="4163" actId="6549"/>
          <ac:spMkLst>
            <pc:docMk/>
            <pc:sldMk cId="1095380454" sldId="2147480895"/>
            <ac:spMk id="58" creationId="{33C8B53A-86AD-3765-FE86-59F3AB2ABA23}"/>
          </ac:spMkLst>
        </pc:spChg>
      </pc:sldChg>
      <pc:sldChg chg="delSp modSp add mod ord">
        <pc:chgData name="Vishaka V Seru" userId="d78bee01-40b6-46aa-849f-4f3c5060adf7" providerId="ADAL" clId="{81891C6D-2245-433F-9566-982F358108E6}" dt="2026-06-03T14:38:45.717" v="12164" actId="20577"/>
        <pc:sldMkLst>
          <pc:docMk/>
          <pc:sldMk cId="1541069793" sldId="2147480898"/>
        </pc:sldMkLst>
        <pc:spChg chg="mod">
          <ac:chgData name="Vishaka V Seru" userId="d78bee01-40b6-46aa-849f-4f3c5060adf7" providerId="ADAL" clId="{81891C6D-2245-433F-9566-982F358108E6}" dt="2026-06-01T07:19:21.367" v="4703" actId="20577"/>
          <ac:spMkLst>
            <pc:docMk/>
            <pc:sldMk cId="1541069793" sldId="2147480898"/>
            <ac:spMk id="6" creationId="{E324404A-F746-01C2-ED96-4DF4D61D5E1E}"/>
          </ac:spMkLst>
        </pc:spChg>
        <pc:spChg chg="mod">
          <ac:chgData name="Vishaka V Seru" userId="d78bee01-40b6-46aa-849f-4f3c5060adf7" providerId="ADAL" clId="{81891C6D-2245-433F-9566-982F358108E6}" dt="2026-06-01T07:18:49.195" v="4686" actId="20577"/>
          <ac:spMkLst>
            <pc:docMk/>
            <pc:sldMk cId="1541069793" sldId="2147480898"/>
            <ac:spMk id="41" creationId="{DAA2DFB4-D069-9D64-14AC-7BC02ABB7383}"/>
          </ac:spMkLst>
        </pc:spChg>
        <pc:spChg chg="mod">
          <ac:chgData name="Vishaka V Seru" userId="d78bee01-40b6-46aa-849f-4f3c5060adf7" providerId="ADAL" clId="{81891C6D-2245-433F-9566-982F358108E6}" dt="2026-06-03T14:38:45.717" v="12164" actId="20577"/>
          <ac:spMkLst>
            <pc:docMk/>
            <pc:sldMk cId="1541069793" sldId="2147480898"/>
            <ac:spMk id="50" creationId="{AF33A654-053E-C1DB-BA34-03E477AEE01D}"/>
          </ac:spMkLst>
        </pc:spChg>
        <pc:spChg chg="mod">
          <ac:chgData name="Vishaka V Seru" userId="d78bee01-40b6-46aa-849f-4f3c5060adf7" providerId="ADAL" clId="{81891C6D-2245-433F-9566-982F358108E6}" dt="2026-06-01T07:19:01.424" v="4700" actId="20577"/>
          <ac:spMkLst>
            <pc:docMk/>
            <pc:sldMk cId="1541069793" sldId="2147480898"/>
            <ac:spMk id="56" creationId="{4AC792FC-353E-D8C6-A105-A2EA726DE094}"/>
          </ac:spMkLst>
        </pc:spChg>
      </pc:sldChg>
      <pc:sldChg chg="modSp add mod">
        <pc:chgData name="Vishaka V Seru" userId="d78bee01-40b6-46aa-849f-4f3c5060adf7" providerId="ADAL" clId="{81891C6D-2245-433F-9566-982F358108E6}" dt="2026-06-03T15:48:25.293" v="12571" actId="20577"/>
        <pc:sldMkLst>
          <pc:docMk/>
          <pc:sldMk cId="1319305953" sldId="2147480899"/>
        </pc:sldMkLst>
        <pc:spChg chg="mod">
          <ac:chgData name="Vishaka V Seru" userId="d78bee01-40b6-46aa-849f-4f3c5060adf7" providerId="ADAL" clId="{81891C6D-2245-433F-9566-982F358108E6}" dt="2026-06-01T07:26:52" v="4862" actId="6549"/>
          <ac:spMkLst>
            <pc:docMk/>
            <pc:sldMk cId="1319305953" sldId="2147480899"/>
            <ac:spMk id="2" creationId="{80324EDD-BF17-9FFD-E3AC-670FAE10CDBB}"/>
          </ac:spMkLst>
        </pc:spChg>
        <pc:spChg chg="mod">
          <ac:chgData name="Vishaka V Seru" userId="d78bee01-40b6-46aa-849f-4f3c5060adf7" providerId="ADAL" clId="{81891C6D-2245-433F-9566-982F358108E6}" dt="2026-06-01T07:33:32.971" v="5290" actId="14100"/>
          <ac:spMkLst>
            <pc:docMk/>
            <pc:sldMk cId="1319305953" sldId="2147480899"/>
            <ac:spMk id="8" creationId="{81DF6268-0B4B-5F23-E25D-17FA5FD368FE}"/>
          </ac:spMkLst>
        </pc:spChg>
        <pc:spChg chg="mod">
          <ac:chgData name="Vishaka V Seru" userId="d78bee01-40b6-46aa-849f-4f3c5060adf7" providerId="ADAL" clId="{81891C6D-2245-433F-9566-982F358108E6}" dt="2026-06-01T07:33:40.091" v="5312" actId="1035"/>
          <ac:spMkLst>
            <pc:docMk/>
            <pc:sldMk cId="1319305953" sldId="2147480899"/>
            <ac:spMk id="9" creationId="{65308C75-BBDB-9B19-E483-04AEF0CEF00D}"/>
          </ac:spMkLst>
        </pc:spChg>
        <pc:spChg chg="mod">
          <ac:chgData name="Vishaka V Seru" userId="d78bee01-40b6-46aa-849f-4f3c5060adf7" providerId="ADAL" clId="{81891C6D-2245-433F-9566-982F358108E6}" dt="2026-06-03T15:48:25.293" v="12571" actId="20577"/>
          <ac:spMkLst>
            <pc:docMk/>
            <pc:sldMk cId="1319305953" sldId="2147480899"/>
            <ac:spMk id="11" creationId="{B377B2E4-E25F-F0F2-DB8A-866AF22D4E5E}"/>
          </ac:spMkLst>
        </pc:spChg>
        <pc:spChg chg="mod">
          <ac:chgData name="Vishaka V Seru" userId="d78bee01-40b6-46aa-849f-4f3c5060adf7" providerId="ADAL" clId="{81891C6D-2245-433F-9566-982F358108E6}" dt="2026-06-01T07:34:01.898" v="5321" actId="20577"/>
          <ac:spMkLst>
            <pc:docMk/>
            <pc:sldMk cId="1319305953" sldId="2147480899"/>
            <ac:spMk id="14" creationId="{7E5AA2BB-0743-F1FF-4CDD-D9987C5897C4}"/>
          </ac:spMkLst>
        </pc:spChg>
      </pc:sldChg>
      <pc:sldChg chg="addSp modSp add mod ord">
        <pc:chgData name="Vishaka V Seru" userId="d78bee01-40b6-46aa-849f-4f3c5060adf7" providerId="ADAL" clId="{81891C6D-2245-433F-9566-982F358108E6}" dt="2026-06-03T15:46:34.973" v="12551" actId="20577"/>
        <pc:sldMkLst>
          <pc:docMk/>
          <pc:sldMk cId="158013409" sldId="2147480900"/>
        </pc:sldMkLst>
        <pc:spChg chg="mod">
          <ac:chgData name="Vishaka V Seru" userId="d78bee01-40b6-46aa-849f-4f3c5060adf7" providerId="ADAL" clId="{81891C6D-2245-433F-9566-982F358108E6}" dt="2026-06-01T07:34:12.644" v="5322" actId="20577"/>
          <ac:spMkLst>
            <pc:docMk/>
            <pc:sldMk cId="158013409" sldId="2147480900"/>
            <ac:spMk id="2" creationId="{737B742A-8DCD-B03D-0997-3CA1E14ADC52}"/>
          </ac:spMkLst>
        </pc:spChg>
        <pc:spChg chg="add mod">
          <ac:chgData name="Vishaka V Seru" userId="d78bee01-40b6-46aa-849f-4f3c5060adf7" providerId="ADAL" clId="{81891C6D-2245-433F-9566-982F358108E6}" dt="2026-06-01T07:34:25.885" v="5323"/>
          <ac:spMkLst>
            <pc:docMk/>
            <pc:sldMk cId="158013409" sldId="2147480900"/>
            <ac:spMk id="3" creationId="{467E6455-6D03-6A62-567B-D92E676E58DE}"/>
          </ac:spMkLst>
        </pc:spChg>
        <pc:spChg chg="mod">
          <ac:chgData name="Vishaka V Seru" userId="d78bee01-40b6-46aa-849f-4f3c5060adf7" providerId="ADAL" clId="{81891C6D-2245-433F-9566-982F358108E6}" dt="2026-06-01T07:34:36.563" v="5328" actId="14100"/>
          <ac:spMkLst>
            <pc:docMk/>
            <pc:sldMk cId="158013409" sldId="2147480900"/>
            <ac:spMk id="8" creationId="{1E96ED7C-EB8F-56EB-453B-CBBC810DA920}"/>
          </ac:spMkLst>
        </pc:spChg>
        <pc:spChg chg="mod">
          <ac:chgData name="Vishaka V Seru" userId="d78bee01-40b6-46aa-849f-4f3c5060adf7" providerId="ADAL" clId="{81891C6D-2245-433F-9566-982F358108E6}" dt="2026-06-01T07:34:43.326" v="5352" actId="1035"/>
          <ac:spMkLst>
            <pc:docMk/>
            <pc:sldMk cId="158013409" sldId="2147480900"/>
            <ac:spMk id="9" creationId="{30913EFA-C794-E6D6-F475-4CECC5CF95EC}"/>
          </ac:spMkLst>
        </pc:spChg>
        <pc:spChg chg="mod">
          <ac:chgData name="Vishaka V Seru" userId="d78bee01-40b6-46aa-849f-4f3c5060adf7" providerId="ADAL" clId="{81891C6D-2245-433F-9566-982F358108E6}" dt="2026-06-03T15:46:34.973" v="12551" actId="20577"/>
          <ac:spMkLst>
            <pc:docMk/>
            <pc:sldMk cId="158013409" sldId="2147480900"/>
            <ac:spMk id="11" creationId="{83381963-812E-473C-C3F8-809AB92669E4}"/>
          </ac:spMkLst>
        </pc:spChg>
        <pc:spChg chg="mod">
          <ac:chgData name="Vishaka V Seru" userId="d78bee01-40b6-46aa-849f-4f3c5060adf7" providerId="ADAL" clId="{81891C6D-2245-433F-9566-982F358108E6}" dt="2026-06-01T07:35:10.343" v="5377" actId="20577"/>
          <ac:spMkLst>
            <pc:docMk/>
            <pc:sldMk cId="158013409" sldId="2147480900"/>
            <ac:spMk id="14" creationId="{D620CDD2-6AD6-8FF9-E5A5-B7950A71C5A8}"/>
          </ac:spMkLst>
        </pc:spChg>
      </pc:sldChg>
      <pc:sldChg chg="addSp modSp add mod ord">
        <pc:chgData name="Vishaka V Seru" userId="d78bee01-40b6-46aa-849f-4f3c5060adf7" providerId="ADAL" clId="{81891C6D-2245-433F-9566-982F358108E6}" dt="2026-06-03T15:46:42.811" v="12555" actId="20577"/>
        <pc:sldMkLst>
          <pc:docMk/>
          <pc:sldMk cId="2110271901" sldId="2147480901"/>
        </pc:sldMkLst>
        <pc:spChg chg="mod">
          <ac:chgData name="Vishaka V Seru" userId="d78bee01-40b6-46aa-849f-4f3c5060adf7" providerId="ADAL" clId="{81891C6D-2245-433F-9566-982F358108E6}" dt="2026-06-01T07:35:53.270" v="5382" actId="20577"/>
          <ac:spMkLst>
            <pc:docMk/>
            <pc:sldMk cId="2110271901" sldId="2147480901"/>
            <ac:spMk id="2" creationId="{FCB20039-2D43-36CE-8EFD-055C3EEDDE9B}"/>
          </ac:spMkLst>
        </pc:spChg>
        <pc:spChg chg="add mod">
          <ac:chgData name="Vishaka V Seru" userId="d78bee01-40b6-46aa-849f-4f3c5060adf7" providerId="ADAL" clId="{81891C6D-2245-433F-9566-982F358108E6}" dt="2026-06-01T07:35:59.716" v="5383"/>
          <ac:spMkLst>
            <pc:docMk/>
            <pc:sldMk cId="2110271901" sldId="2147480901"/>
            <ac:spMk id="3" creationId="{24372CBD-0796-0A11-6692-293782C2C1A0}"/>
          </ac:spMkLst>
        </pc:spChg>
        <pc:spChg chg="mod">
          <ac:chgData name="Vishaka V Seru" userId="d78bee01-40b6-46aa-849f-4f3c5060adf7" providerId="ADAL" clId="{81891C6D-2245-433F-9566-982F358108E6}" dt="2026-06-01T07:36:17.189" v="5388" actId="14100"/>
          <ac:spMkLst>
            <pc:docMk/>
            <pc:sldMk cId="2110271901" sldId="2147480901"/>
            <ac:spMk id="8" creationId="{3EFC88F7-98C9-C35B-C64F-A0D98FE4A8D7}"/>
          </ac:spMkLst>
        </pc:spChg>
        <pc:spChg chg="mod">
          <ac:chgData name="Vishaka V Seru" userId="d78bee01-40b6-46aa-849f-4f3c5060adf7" providerId="ADAL" clId="{81891C6D-2245-433F-9566-982F358108E6}" dt="2026-06-01T07:36:23.488" v="5407" actId="1035"/>
          <ac:spMkLst>
            <pc:docMk/>
            <pc:sldMk cId="2110271901" sldId="2147480901"/>
            <ac:spMk id="9" creationId="{66276233-76B4-F2E2-8912-7D639C872E38}"/>
          </ac:spMkLst>
        </pc:spChg>
        <pc:spChg chg="mod">
          <ac:chgData name="Vishaka V Seru" userId="d78bee01-40b6-46aa-849f-4f3c5060adf7" providerId="ADAL" clId="{81891C6D-2245-433F-9566-982F358108E6}" dt="2026-06-03T15:46:42.811" v="12555" actId="20577"/>
          <ac:spMkLst>
            <pc:docMk/>
            <pc:sldMk cId="2110271901" sldId="2147480901"/>
            <ac:spMk id="11" creationId="{A4616D10-CE39-7ECB-F5C8-32A8EAEEAF80}"/>
          </ac:spMkLst>
        </pc:spChg>
        <pc:spChg chg="mod">
          <ac:chgData name="Vishaka V Seru" userId="d78bee01-40b6-46aa-849f-4f3c5060adf7" providerId="ADAL" clId="{81891C6D-2245-433F-9566-982F358108E6}" dt="2026-06-01T07:32:16.356" v="5260"/>
          <ac:spMkLst>
            <pc:docMk/>
            <pc:sldMk cId="2110271901" sldId="2147480901"/>
            <ac:spMk id="14" creationId="{A4FFFE38-259B-5132-B7CA-6DC0708563B7}"/>
          </ac:spMkLst>
        </pc:spChg>
      </pc:sldChg>
      <pc:sldChg chg="modSp add mod ord">
        <pc:chgData name="Vishaka V Seru" userId="d78bee01-40b6-46aa-849f-4f3c5060adf7" providerId="ADAL" clId="{81891C6D-2245-433F-9566-982F358108E6}" dt="2026-06-03T15:00:41.957" v="12257"/>
        <pc:sldMkLst>
          <pc:docMk/>
          <pc:sldMk cId="3644064963" sldId="2147480902"/>
        </pc:sldMkLst>
        <pc:spChg chg="mod">
          <ac:chgData name="Vishaka V Seru" userId="d78bee01-40b6-46aa-849f-4f3c5060adf7" providerId="ADAL" clId="{81891C6D-2245-433F-9566-982F358108E6}" dt="2026-06-01T08:09:43.080" v="5672" actId="20577"/>
          <ac:spMkLst>
            <pc:docMk/>
            <pc:sldMk cId="3644064963" sldId="2147480902"/>
            <ac:spMk id="6" creationId="{18DD1DA4-8E66-9E73-B315-EF2C1C896E17}"/>
          </ac:spMkLst>
        </pc:spChg>
        <pc:spChg chg="mod">
          <ac:chgData name="Vishaka V Seru" userId="d78bee01-40b6-46aa-849f-4f3c5060adf7" providerId="ADAL" clId="{81891C6D-2245-433F-9566-982F358108E6}" dt="2026-06-01T08:10:08.547" v="5674" actId="6549"/>
          <ac:spMkLst>
            <pc:docMk/>
            <pc:sldMk cId="3644064963" sldId="2147480902"/>
            <ac:spMk id="7" creationId="{CF2D933A-A449-28FC-E4FC-B2290A34BA93}"/>
          </ac:spMkLst>
        </pc:spChg>
        <pc:spChg chg="mod">
          <ac:chgData name="Vishaka V Seru" userId="d78bee01-40b6-46aa-849f-4f3c5060adf7" providerId="ADAL" clId="{81891C6D-2245-433F-9566-982F358108E6}" dt="2026-06-01T08:08:47.916" v="5609" actId="6549"/>
          <ac:spMkLst>
            <pc:docMk/>
            <pc:sldMk cId="3644064963" sldId="2147480902"/>
            <ac:spMk id="36" creationId="{3B2B9666-FEB5-2B74-4A34-0F9A2885D7DC}"/>
          </ac:spMkLst>
        </pc:spChg>
        <pc:spChg chg="mod">
          <ac:chgData name="Vishaka V Seru" userId="d78bee01-40b6-46aa-849f-4f3c5060adf7" providerId="ADAL" clId="{81891C6D-2245-433F-9566-982F358108E6}" dt="2026-06-01T08:09:12.998" v="5657" actId="20577"/>
          <ac:spMkLst>
            <pc:docMk/>
            <pc:sldMk cId="3644064963" sldId="2147480902"/>
            <ac:spMk id="41" creationId="{C8BBCA70-4C17-F43F-F29C-33DFD8DD79A5}"/>
          </ac:spMkLst>
        </pc:spChg>
        <pc:spChg chg="mod">
          <ac:chgData name="Vishaka V Seru" userId="d78bee01-40b6-46aa-849f-4f3c5060adf7" providerId="ADAL" clId="{81891C6D-2245-433F-9566-982F358108E6}" dt="2026-06-03T15:00:41.957" v="12257"/>
          <ac:spMkLst>
            <pc:docMk/>
            <pc:sldMk cId="3644064963" sldId="2147480902"/>
            <ac:spMk id="50" creationId="{223A7FEB-046D-9277-56F0-36C0EC42D87C}"/>
          </ac:spMkLst>
        </pc:spChg>
        <pc:spChg chg="mod">
          <ac:chgData name="Vishaka V Seru" userId="d78bee01-40b6-46aa-849f-4f3c5060adf7" providerId="ADAL" clId="{81891C6D-2245-433F-9566-982F358108E6}" dt="2026-06-01T08:09:05.110" v="5644" actId="20577"/>
          <ac:spMkLst>
            <pc:docMk/>
            <pc:sldMk cId="3644064963" sldId="2147480902"/>
            <ac:spMk id="58" creationId="{469CF358-E111-F36C-7F4A-15C84FC3E880}"/>
          </ac:spMkLst>
        </pc:spChg>
      </pc:sldChg>
      <pc:sldChg chg="modSp add mod ord">
        <pc:chgData name="Vishaka V Seru" userId="d78bee01-40b6-46aa-849f-4f3c5060adf7" providerId="ADAL" clId="{81891C6D-2245-433F-9566-982F358108E6}" dt="2026-06-03T15:00:37.495" v="12256"/>
        <pc:sldMkLst>
          <pc:docMk/>
          <pc:sldMk cId="1784917362" sldId="2147480903"/>
        </pc:sldMkLst>
        <pc:spChg chg="mod">
          <ac:chgData name="Vishaka V Seru" userId="d78bee01-40b6-46aa-849f-4f3c5060adf7" providerId="ADAL" clId="{81891C6D-2245-433F-9566-982F358108E6}" dt="2026-06-01T08:18:10.878" v="5866" actId="20577"/>
          <ac:spMkLst>
            <pc:docMk/>
            <pc:sldMk cId="1784917362" sldId="2147480903"/>
            <ac:spMk id="6" creationId="{A3C1340F-1F3D-7320-6BE5-1F0DE35D3A77}"/>
          </ac:spMkLst>
        </pc:spChg>
        <pc:spChg chg="mod">
          <ac:chgData name="Vishaka V Seru" userId="d78bee01-40b6-46aa-849f-4f3c5060adf7" providerId="ADAL" clId="{81891C6D-2245-433F-9566-982F358108E6}" dt="2026-06-01T08:18:18.726" v="5870" actId="20577"/>
          <ac:spMkLst>
            <pc:docMk/>
            <pc:sldMk cId="1784917362" sldId="2147480903"/>
            <ac:spMk id="41" creationId="{2491B885-D288-3FC9-638B-4C7A1842D420}"/>
          </ac:spMkLst>
        </pc:spChg>
        <pc:spChg chg="mod">
          <ac:chgData name="Vishaka V Seru" userId="d78bee01-40b6-46aa-849f-4f3c5060adf7" providerId="ADAL" clId="{81891C6D-2245-433F-9566-982F358108E6}" dt="2026-06-03T15:00:37.495" v="12256"/>
          <ac:spMkLst>
            <pc:docMk/>
            <pc:sldMk cId="1784917362" sldId="2147480903"/>
            <ac:spMk id="50" creationId="{F40F21C4-2839-61A7-3AC1-CBC2D44BB630}"/>
          </ac:spMkLst>
        </pc:spChg>
      </pc:sldChg>
      <pc:sldChg chg="modSp add mod ord">
        <pc:chgData name="Vishaka V Seru" userId="d78bee01-40b6-46aa-849f-4f3c5060adf7" providerId="ADAL" clId="{81891C6D-2245-433F-9566-982F358108E6}" dt="2026-06-03T15:00:21.330" v="12255"/>
        <pc:sldMkLst>
          <pc:docMk/>
          <pc:sldMk cId="4223633341" sldId="2147480904"/>
        </pc:sldMkLst>
        <pc:spChg chg="mod">
          <ac:chgData name="Vishaka V Seru" userId="d78bee01-40b6-46aa-849f-4f3c5060adf7" providerId="ADAL" clId="{81891C6D-2245-433F-9566-982F358108E6}" dt="2026-06-01T08:15:54.947" v="5759" actId="20577"/>
          <ac:spMkLst>
            <pc:docMk/>
            <pc:sldMk cId="4223633341" sldId="2147480904"/>
            <ac:spMk id="6" creationId="{DB41FA68-4367-2441-2DAE-0C77D70D644E}"/>
          </ac:spMkLst>
        </pc:spChg>
        <pc:spChg chg="mod">
          <ac:chgData name="Vishaka V Seru" userId="d78bee01-40b6-46aa-849f-4f3c5060adf7" providerId="ADAL" clId="{81891C6D-2245-433F-9566-982F358108E6}" dt="2026-06-01T08:15:40.791" v="5744" actId="20577"/>
          <ac:spMkLst>
            <pc:docMk/>
            <pc:sldMk cId="4223633341" sldId="2147480904"/>
            <ac:spMk id="41" creationId="{BF21B0AF-6E9B-6D20-6D5C-AD90651946BA}"/>
          </ac:spMkLst>
        </pc:spChg>
        <pc:spChg chg="mod">
          <ac:chgData name="Vishaka V Seru" userId="d78bee01-40b6-46aa-849f-4f3c5060adf7" providerId="ADAL" clId="{81891C6D-2245-433F-9566-982F358108E6}" dt="2026-06-03T15:00:21.330" v="12255"/>
          <ac:spMkLst>
            <pc:docMk/>
            <pc:sldMk cId="4223633341" sldId="2147480904"/>
            <ac:spMk id="50" creationId="{C7A438E0-0FE6-60A0-2B8A-C7A78818B843}"/>
          </ac:spMkLst>
        </pc:spChg>
      </pc:sldChg>
      <pc:sldChg chg="modSp add mod ord">
        <pc:chgData name="Vishaka V Seru" userId="d78bee01-40b6-46aa-849f-4f3c5060adf7" providerId="ADAL" clId="{81891C6D-2245-433F-9566-982F358108E6}" dt="2026-06-03T15:00:08.031" v="12254"/>
        <pc:sldMkLst>
          <pc:docMk/>
          <pc:sldMk cId="4266376204" sldId="2147480905"/>
        </pc:sldMkLst>
        <pc:spChg chg="mod">
          <ac:chgData name="Vishaka V Seru" userId="d78bee01-40b6-46aa-849f-4f3c5060adf7" providerId="ADAL" clId="{81891C6D-2245-433F-9566-982F358108E6}" dt="2026-06-01T08:11:54.336" v="5704" actId="14100"/>
          <ac:spMkLst>
            <pc:docMk/>
            <pc:sldMk cId="4266376204" sldId="2147480905"/>
            <ac:spMk id="6" creationId="{C345E895-EC38-81B0-0499-1CD2ACF0F5C5}"/>
          </ac:spMkLst>
        </pc:spChg>
        <pc:spChg chg="mod">
          <ac:chgData name="Vishaka V Seru" userId="d78bee01-40b6-46aa-849f-4f3c5060adf7" providerId="ADAL" clId="{81891C6D-2245-433F-9566-982F358108E6}" dt="2026-06-01T08:11:21.671" v="5688" actId="20577"/>
          <ac:spMkLst>
            <pc:docMk/>
            <pc:sldMk cId="4266376204" sldId="2147480905"/>
            <ac:spMk id="41" creationId="{31FF8A62-30EC-661C-B788-CF240A1BD98E}"/>
          </ac:spMkLst>
        </pc:spChg>
        <pc:spChg chg="mod">
          <ac:chgData name="Vishaka V Seru" userId="d78bee01-40b6-46aa-849f-4f3c5060adf7" providerId="ADAL" clId="{81891C6D-2245-433F-9566-982F358108E6}" dt="2026-06-03T15:00:08.031" v="12254"/>
          <ac:spMkLst>
            <pc:docMk/>
            <pc:sldMk cId="4266376204" sldId="2147480905"/>
            <ac:spMk id="50" creationId="{4B46B208-271C-93B6-9687-48509ADD43E4}"/>
          </ac:spMkLst>
        </pc:spChg>
      </pc:sldChg>
      <pc:sldChg chg="modSp add mod ord">
        <pc:chgData name="Vishaka V Seru" userId="d78bee01-40b6-46aa-849f-4f3c5060adf7" providerId="ADAL" clId="{81891C6D-2245-433F-9566-982F358108E6}" dt="2026-06-03T15:42:54.470" v="12484" actId="20577"/>
        <pc:sldMkLst>
          <pc:docMk/>
          <pc:sldMk cId="4223754273" sldId="2147480906"/>
        </pc:sldMkLst>
        <pc:spChg chg="mod">
          <ac:chgData name="Vishaka V Seru" userId="d78bee01-40b6-46aa-849f-4f3c5060adf7" providerId="ADAL" clId="{81891C6D-2245-433F-9566-982F358108E6}" dt="2026-06-01T08:38:45.242" v="6641" actId="1035"/>
          <ac:spMkLst>
            <pc:docMk/>
            <pc:sldMk cId="4223754273" sldId="2147480906"/>
            <ac:spMk id="2" creationId="{0D2EA82A-CCC9-058F-9D16-A2359123C8A8}"/>
          </ac:spMkLst>
        </pc:spChg>
        <pc:spChg chg="mod">
          <ac:chgData name="Vishaka V Seru" userId="d78bee01-40b6-46aa-849f-4f3c5060adf7" providerId="ADAL" clId="{81891C6D-2245-433F-9566-982F358108E6}" dt="2026-06-03T15:41:03.512" v="12467" actId="20577"/>
          <ac:spMkLst>
            <pc:docMk/>
            <pc:sldMk cId="4223754273" sldId="2147480906"/>
            <ac:spMk id="8" creationId="{43EEDD8F-B834-7AC1-0345-5DE318088F77}"/>
          </ac:spMkLst>
        </pc:spChg>
        <pc:spChg chg="mod">
          <ac:chgData name="Vishaka V Seru" userId="d78bee01-40b6-46aa-849f-4f3c5060adf7" providerId="ADAL" clId="{81891C6D-2245-433F-9566-982F358108E6}" dt="2026-06-01T08:37:55.733" v="6609" actId="1035"/>
          <ac:spMkLst>
            <pc:docMk/>
            <pc:sldMk cId="4223754273" sldId="2147480906"/>
            <ac:spMk id="9" creationId="{665DC9D3-D4AD-9D62-71CE-54EBD1D8A788}"/>
          </ac:spMkLst>
        </pc:spChg>
        <pc:spChg chg="mod">
          <ac:chgData name="Vishaka V Seru" userId="d78bee01-40b6-46aa-849f-4f3c5060adf7" providerId="ADAL" clId="{81891C6D-2245-433F-9566-982F358108E6}" dt="2026-06-03T15:42:54.470" v="12484" actId="20577"/>
          <ac:spMkLst>
            <pc:docMk/>
            <pc:sldMk cId="4223754273" sldId="2147480906"/>
            <ac:spMk id="11" creationId="{B8E9B801-B33F-21D1-7B0F-B9D65162690A}"/>
          </ac:spMkLst>
        </pc:spChg>
        <pc:spChg chg="mod">
          <ac:chgData name="Vishaka V Seru" userId="d78bee01-40b6-46aa-849f-4f3c5060adf7" providerId="ADAL" clId="{81891C6D-2245-433F-9566-982F358108E6}" dt="2026-06-03T15:42:42.423" v="12476" actId="20577"/>
          <ac:spMkLst>
            <pc:docMk/>
            <pc:sldMk cId="4223754273" sldId="2147480906"/>
            <ac:spMk id="14" creationId="{F348E504-B646-C40F-017D-F2BD3C2D2996}"/>
          </ac:spMkLst>
        </pc:spChg>
      </pc:sldChg>
      <pc:sldChg chg="modSp add mod ord">
        <pc:chgData name="Vishaka V Seru" userId="d78bee01-40b6-46aa-849f-4f3c5060adf7" providerId="ADAL" clId="{81891C6D-2245-433F-9566-982F358108E6}" dt="2026-06-03T13:48:05.343" v="11822"/>
        <pc:sldMkLst>
          <pc:docMk/>
          <pc:sldMk cId="1802293357" sldId="2147480907"/>
        </pc:sldMkLst>
        <pc:spChg chg="mod">
          <ac:chgData name="Vishaka V Seru" userId="d78bee01-40b6-46aa-849f-4f3c5060adf7" providerId="ADAL" clId="{81891C6D-2245-433F-9566-982F358108E6}" dt="2026-06-01T08:36:26.158" v="6548" actId="20577"/>
          <ac:spMkLst>
            <pc:docMk/>
            <pc:sldMk cId="1802293357" sldId="2147480907"/>
            <ac:spMk id="6" creationId="{BDD2E1F1-9685-19D7-71B3-6E1DC654BF0D}"/>
          </ac:spMkLst>
        </pc:spChg>
        <pc:spChg chg="mod">
          <ac:chgData name="Vishaka V Seru" userId="d78bee01-40b6-46aa-849f-4f3c5060adf7" providerId="ADAL" clId="{81891C6D-2245-433F-9566-982F358108E6}" dt="2026-06-01T08:35:54.973" v="6510" actId="6549"/>
          <ac:spMkLst>
            <pc:docMk/>
            <pc:sldMk cId="1802293357" sldId="2147480907"/>
            <ac:spMk id="7" creationId="{26E09DBD-3260-FAD4-B4BD-2C25BC587A30}"/>
          </ac:spMkLst>
        </pc:spChg>
        <pc:spChg chg="mod">
          <ac:chgData name="Vishaka V Seru" userId="d78bee01-40b6-46aa-849f-4f3c5060adf7" providerId="ADAL" clId="{81891C6D-2245-433F-9566-982F358108E6}" dt="2026-06-03T13:48:05.343" v="11822"/>
          <ac:spMkLst>
            <pc:docMk/>
            <pc:sldMk cId="1802293357" sldId="2147480907"/>
            <ac:spMk id="36" creationId="{2CE4A7BC-DEA8-DA56-9AEC-BE62FBCBA4AF}"/>
          </ac:spMkLst>
        </pc:spChg>
        <pc:spChg chg="mod">
          <ac:chgData name="Vishaka V Seru" userId="d78bee01-40b6-46aa-849f-4f3c5060adf7" providerId="ADAL" clId="{81891C6D-2245-433F-9566-982F358108E6}" dt="2026-06-01T08:36:11.494" v="6534" actId="6549"/>
          <ac:spMkLst>
            <pc:docMk/>
            <pc:sldMk cId="1802293357" sldId="2147480907"/>
            <ac:spMk id="41" creationId="{84042296-808F-9FF3-AE18-40D943381221}"/>
          </ac:spMkLst>
        </pc:spChg>
        <pc:spChg chg="mod">
          <ac:chgData name="Vishaka V Seru" userId="d78bee01-40b6-46aa-849f-4f3c5060adf7" providerId="ADAL" clId="{81891C6D-2245-433F-9566-982F358108E6}" dt="2026-06-01T08:25:17.639" v="6067" actId="20577"/>
          <ac:spMkLst>
            <pc:docMk/>
            <pc:sldMk cId="1802293357" sldId="2147480907"/>
            <ac:spMk id="50" creationId="{59734FD8-96F8-DC1E-B256-98236A0006D5}"/>
          </ac:spMkLst>
        </pc:spChg>
        <pc:spChg chg="mod">
          <ac:chgData name="Vishaka V Seru" userId="d78bee01-40b6-46aa-849f-4f3c5060adf7" providerId="ADAL" clId="{81891C6D-2245-433F-9566-982F358108E6}" dt="2026-06-01T08:36:57.573" v="6579" actId="6549"/>
          <ac:spMkLst>
            <pc:docMk/>
            <pc:sldMk cId="1802293357" sldId="2147480907"/>
            <ac:spMk id="58" creationId="{CEC1BC0D-B176-3D05-ABA1-A9243FADE458}"/>
          </ac:spMkLst>
        </pc:spChg>
      </pc:sldChg>
      <pc:sldChg chg="modSp add mod ord">
        <pc:chgData name="Vishaka V Seru" userId="d78bee01-40b6-46aa-849f-4f3c5060adf7" providerId="ADAL" clId="{81891C6D-2245-433F-9566-982F358108E6}" dt="2026-06-01T08:34:30.503" v="6500" actId="6549"/>
        <pc:sldMkLst>
          <pc:docMk/>
          <pc:sldMk cId="3840694261" sldId="2147480908"/>
        </pc:sldMkLst>
        <pc:spChg chg="mod">
          <ac:chgData name="Vishaka V Seru" userId="d78bee01-40b6-46aa-849f-4f3c5060adf7" providerId="ADAL" clId="{81891C6D-2245-433F-9566-982F358108E6}" dt="2026-06-01T08:33:10.745" v="6441" actId="20577"/>
          <ac:spMkLst>
            <pc:docMk/>
            <pc:sldMk cId="3840694261" sldId="2147480908"/>
            <ac:spMk id="6" creationId="{1539D1DF-C675-E770-E2B4-CE3C7B0FCE61}"/>
          </ac:spMkLst>
        </pc:spChg>
        <pc:spChg chg="mod">
          <ac:chgData name="Vishaka V Seru" userId="d78bee01-40b6-46aa-849f-4f3c5060adf7" providerId="ADAL" clId="{81891C6D-2245-433F-9566-982F358108E6}" dt="2026-06-01T08:33:02.976" v="6430" actId="6549"/>
          <ac:spMkLst>
            <pc:docMk/>
            <pc:sldMk cId="3840694261" sldId="2147480908"/>
            <ac:spMk id="7" creationId="{8FB08E5C-0C4E-9E87-A653-F82D91EFE38D}"/>
          </ac:spMkLst>
        </pc:spChg>
        <pc:spChg chg="mod">
          <ac:chgData name="Vishaka V Seru" userId="d78bee01-40b6-46aa-849f-4f3c5060adf7" providerId="ADAL" clId="{81891C6D-2245-433F-9566-982F358108E6}" dt="2026-06-01T08:33:37.065" v="6480" actId="6549"/>
          <ac:spMkLst>
            <pc:docMk/>
            <pc:sldMk cId="3840694261" sldId="2147480908"/>
            <ac:spMk id="41" creationId="{F47761D6-7DCB-BB82-79A9-E65E05728A81}"/>
          </ac:spMkLst>
        </pc:spChg>
        <pc:spChg chg="mod">
          <ac:chgData name="Vishaka V Seru" userId="d78bee01-40b6-46aa-849f-4f3c5060adf7" providerId="ADAL" clId="{81891C6D-2245-433F-9566-982F358108E6}" dt="2026-06-01T08:25:05" v="6062" actId="20577"/>
          <ac:spMkLst>
            <pc:docMk/>
            <pc:sldMk cId="3840694261" sldId="2147480908"/>
            <ac:spMk id="50" creationId="{BFC3F280-657B-77EB-4FE9-54DDDDA636F3}"/>
          </ac:spMkLst>
        </pc:spChg>
        <pc:spChg chg="mod">
          <ac:chgData name="Vishaka V Seru" userId="d78bee01-40b6-46aa-849f-4f3c5060adf7" providerId="ADAL" clId="{81891C6D-2245-433F-9566-982F358108E6}" dt="2026-06-01T08:34:30.503" v="6500" actId="6549"/>
          <ac:spMkLst>
            <pc:docMk/>
            <pc:sldMk cId="3840694261" sldId="2147480908"/>
            <ac:spMk id="58" creationId="{6C590546-763D-713B-3DF4-8461E2797281}"/>
          </ac:spMkLst>
        </pc:spChg>
      </pc:sldChg>
      <pc:sldChg chg="modSp add mod ord">
        <pc:chgData name="Vishaka V Seru" userId="d78bee01-40b6-46aa-849f-4f3c5060adf7" providerId="ADAL" clId="{81891C6D-2245-433F-9566-982F358108E6}" dt="2026-06-03T13:44:24.570" v="11820"/>
        <pc:sldMkLst>
          <pc:docMk/>
          <pc:sldMk cId="2905370912" sldId="2147480909"/>
        </pc:sldMkLst>
        <pc:spChg chg="mod">
          <ac:chgData name="Vishaka V Seru" userId="d78bee01-40b6-46aa-849f-4f3c5060adf7" providerId="ADAL" clId="{81891C6D-2245-433F-9566-982F358108E6}" dt="2026-06-01T08:31:40.733" v="6393" actId="20577"/>
          <ac:spMkLst>
            <pc:docMk/>
            <pc:sldMk cId="2905370912" sldId="2147480909"/>
            <ac:spMk id="6" creationId="{35D491B5-1797-A894-F53A-03D81B6CBA36}"/>
          </ac:spMkLst>
        </pc:spChg>
        <pc:spChg chg="mod">
          <ac:chgData name="Vishaka V Seru" userId="d78bee01-40b6-46aa-849f-4f3c5060adf7" providerId="ADAL" clId="{81891C6D-2245-433F-9566-982F358108E6}" dt="2026-06-01T08:31:00.439" v="6331" actId="6549"/>
          <ac:spMkLst>
            <pc:docMk/>
            <pc:sldMk cId="2905370912" sldId="2147480909"/>
            <ac:spMk id="7" creationId="{733A8CF8-1FE7-AFF5-8DCB-9FC048FE88B8}"/>
          </ac:spMkLst>
        </pc:spChg>
        <pc:spChg chg="mod">
          <ac:chgData name="Vishaka V Seru" userId="d78bee01-40b6-46aa-849f-4f3c5060adf7" providerId="ADAL" clId="{81891C6D-2245-433F-9566-982F358108E6}" dt="2026-06-03T13:44:24.570" v="11820"/>
          <ac:spMkLst>
            <pc:docMk/>
            <pc:sldMk cId="2905370912" sldId="2147480909"/>
            <ac:spMk id="36" creationId="{4E21A46C-312A-3036-4BCC-2C5762201B6C}"/>
          </ac:spMkLst>
        </pc:spChg>
        <pc:spChg chg="mod">
          <ac:chgData name="Vishaka V Seru" userId="d78bee01-40b6-46aa-849f-4f3c5060adf7" providerId="ADAL" clId="{81891C6D-2245-433F-9566-982F358108E6}" dt="2026-06-01T08:31:13.656" v="6357" actId="6549"/>
          <ac:spMkLst>
            <pc:docMk/>
            <pc:sldMk cId="2905370912" sldId="2147480909"/>
            <ac:spMk id="41" creationId="{B8AFDD6B-F055-9C67-2496-7F7AE720BA06}"/>
          </ac:spMkLst>
        </pc:spChg>
        <pc:spChg chg="mod">
          <ac:chgData name="Vishaka V Seru" userId="d78bee01-40b6-46aa-849f-4f3c5060adf7" providerId="ADAL" clId="{81891C6D-2245-433F-9566-982F358108E6}" dt="2026-06-01T08:24:53.484" v="6057" actId="20577"/>
          <ac:spMkLst>
            <pc:docMk/>
            <pc:sldMk cId="2905370912" sldId="2147480909"/>
            <ac:spMk id="50" creationId="{8F464E35-79CE-DF0B-B819-1153309B502D}"/>
          </ac:spMkLst>
        </pc:spChg>
        <pc:spChg chg="mod">
          <ac:chgData name="Vishaka V Seru" userId="d78bee01-40b6-46aa-849f-4f3c5060adf7" providerId="ADAL" clId="{81891C6D-2245-433F-9566-982F358108E6}" dt="2026-06-01T08:31:26.009" v="6378" actId="6549"/>
          <ac:spMkLst>
            <pc:docMk/>
            <pc:sldMk cId="2905370912" sldId="2147480909"/>
            <ac:spMk id="58" creationId="{709AEA6F-1BED-5B91-5D4A-7F7A4AE5EE46}"/>
          </ac:spMkLst>
        </pc:spChg>
      </pc:sldChg>
      <pc:sldChg chg="modSp add mod ord">
        <pc:chgData name="Vishaka V Seru" userId="d78bee01-40b6-46aa-849f-4f3c5060adf7" providerId="ADAL" clId="{81891C6D-2245-433F-9566-982F358108E6}" dt="2026-06-01T08:29:48.115" v="6301" actId="6549"/>
        <pc:sldMkLst>
          <pc:docMk/>
          <pc:sldMk cId="411270971" sldId="2147480910"/>
        </pc:sldMkLst>
        <pc:spChg chg="mod">
          <ac:chgData name="Vishaka V Seru" userId="d78bee01-40b6-46aa-849f-4f3c5060adf7" providerId="ADAL" clId="{81891C6D-2245-433F-9566-982F358108E6}" dt="2026-06-01T08:29:02.627" v="6243" actId="20577"/>
          <ac:spMkLst>
            <pc:docMk/>
            <pc:sldMk cId="411270971" sldId="2147480910"/>
            <ac:spMk id="6" creationId="{83297CE8-7039-C22E-09EC-0995DE0BE9DB}"/>
          </ac:spMkLst>
        </pc:spChg>
        <pc:spChg chg="mod">
          <ac:chgData name="Vishaka V Seru" userId="d78bee01-40b6-46aa-849f-4f3c5060adf7" providerId="ADAL" clId="{81891C6D-2245-433F-9566-982F358108E6}" dt="2026-06-01T08:28:34.100" v="6211" actId="6549"/>
          <ac:spMkLst>
            <pc:docMk/>
            <pc:sldMk cId="411270971" sldId="2147480910"/>
            <ac:spMk id="7" creationId="{A14A66B7-C818-2F4F-DB54-A9223E957D82}"/>
          </ac:spMkLst>
        </pc:spChg>
        <pc:spChg chg="mod">
          <ac:chgData name="Vishaka V Seru" userId="d78bee01-40b6-46aa-849f-4f3c5060adf7" providerId="ADAL" clId="{81891C6D-2245-433F-9566-982F358108E6}" dt="2026-06-01T08:29:48.115" v="6301" actId="6549"/>
          <ac:spMkLst>
            <pc:docMk/>
            <pc:sldMk cId="411270971" sldId="2147480910"/>
            <ac:spMk id="36" creationId="{9885CC7F-23CD-69F5-8E7A-B5CCA038F75E}"/>
          </ac:spMkLst>
        </pc:spChg>
        <pc:spChg chg="mod">
          <ac:chgData name="Vishaka V Seru" userId="d78bee01-40b6-46aa-849f-4f3c5060adf7" providerId="ADAL" clId="{81891C6D-2245-433F-9566-982F358108E6}" dt="2026-06-01T08:28:47.859" v="6229" actId="20577"/>
          <ac:spMkLst>
            <pc:docMk/>
            <pc:sldMk cId="411270971" sldId="2147480910"/>
            <ac:spMk id="41" creationId="{908AB138-2B5D-36E1-C877-42274154B7EB}"/>
          </ac:spMkLst>
        </pc:spChg>
        <pc:spChg chg="mod">
          <ac:chgData name="Vishaka V Seru" userId="d78bee01-40b6-46aa-849f-4f3c5060adf7" providerId="ADAL" clId="{81891C6D-2245-433F-9566-982F358108E6}" dt="2026-06-01T08:24:41.641" v="6052" actId="20577"/>
          <ac:spMkLst>
            <pc:docMk/>
            <pc:sldMk cId="411270971" sldId="2147480910"/>
            <ac:spMk id="50" creationId="{5645DFFF-9437-B902-3E4D-59538AB9356D}"/>
          </ac:spMkLst>
        </pc:spChg>
        <pc:spChg chg="mod">
          <ac:chgData name="Vishaka V Seru" userId="d78bee01-40b6-46aa-849f-4f3c5060adf7" providerId="ADAL" clId="{81891C6D-2245-433F-9566-982F358108E6}" dt="2026-06-01T08:29:22.598" v="6263" actId="6549"/>
          <ac:spMkLst>
            <pc:docMk/>
            <pc:sldMk cId="411270971" sldId="2147480910"/>
            <ac:spMk id="58" creationId="{78A74955-4162-3C2D-D3F9-42337A9952B8}"/>
          </ac:spMkLst>
        </pc:spChg>
      </pc:sldChg>
      <pc:sldChg chg="modSp add mod ord">
        <pc:chgData name="Vishaka V Seru" userId="d78bee01-40b6-46aa-849f-4f3c5060adf7" providerId="ADAL" clId="{81891C6D-2245-433F-9566-982F358108E6}" dt="2026-06-15T07:27:27.420" v="12647" actId="6549"/>
        <pc:sldMkLst>
          <pc:docMk/>
          <pc:sldMk cId="3658324250" sldId="2147480911"/>
        </pc:sldMkLst>
        <pc:spChg chg="mod">
          <ac:chgData name="Vishaka V Seru" userId="d78bee01-40b6-46aa-849f-4f3c5060adf7" providerId="ADAL" clId="{81891C6D-2245-433F-9566-982F358108E6}" dt="2026-06-01T08:26:28.273" v="6157" actId="20577"/>
          <ac:spMkLst>
            <pc:docMk/>
            <pc:sldMk cId="3658324250" sldId="2147480911"/>
            <ac:spMk id="6" creationId="{940A5963-A7FC-A40C-CBB7-9F7A313C3CB3}"/>
          </ac:spMkLst>
        </pc:spChg>
        <pc:spChg chg="mod">
          <ac:chgData name="Vishaka V Seru" userId="d78bee01-40b6-46aa-849f-4f3c5060adf7" providerId="ADAL" clId="{81891C6D-2245-433F-9566-982F358108E6}" dt="2026-06-15T07:27:27.420" v="12647" actId="6549"/>
          <ac:spMkLst>
            <pc:docMk/>
            <pc:sldMk cId="3658324250" sldId="2147480911"/>
            <ac:spMk id="36" creationId="{3216E469-E2B3-FD6D-3F5F-60EDDA306A2B}"/>
          </ac:spMkLst>
        </pc:spChg>
        <pc:spChg chg="mod">
          <ac:chgData name="Vishaka V Seru" userId="d78bee01-40b6-46aa-849f-4f3c5060adf7" providerId="ADAL" clId="{81891C6D-2245-433F-9566-982F358108E6}" dt="2026-06-01T08:25:35.913" v="6087" actId="6549"/>
          <ac:spMkLst>
            <pc:docMk/>
            <pc:sldMk cId="3658324250" sldId="2147480911"/>
            <ac:spMk id="41" creationId="{0DE3FCBE-DC07-98AE-C026-1FCA31613223}"/>
          </ac:spMkLst>
        </pc:spChg>
        <pc:spChg chg="mod">
          <ac:chgData name="Vishaka V Seru" userId="d78bee01-40b6-46aa-849f-4f3c5060adf7" providerId="ADAL" clId="{81891C6D-2245-433F-9566-982F358108E6}" dt="2026-06-01T08:24:28.150" v="6047" actId="20577"/>
          <ac:spMkLst>
            <pc:docMk/>
            <pc:sldMk cId="3658324250" sldId="2147480911"/>
            <ac:spMk id="50" creationId="{E0DA0A71-238C-A766-C73E-F67A0D7D4B51}"/>
          </ac:spMkLst>
        </pc:spChg>
        <pc:spChg chg="mod">
          <ac:chgData name="Vishaka V Seru" userId="d78bee01-40b6-46aa-849f-4f3c5060adf7" providerId="ADAL" clId="{81891C6D-2245-433F-9566-982F358108E6}" dt="2026-06-01T08:26:07.237" v="6145" actId="6549"/>
          <ac:spMkLst>
            <pc:docMk/>
            <pc:sldMk cId="3658324250" sldId="2147480911"/>
            <ac:spMk id="58" creationId="{372D9AF5-A86C-5ED3-0E91-333B67403478}"/>
          </ac:spMkLst>
        </pc:spChg>
      </pc:sldChg>
      <pc:sldChg chg="modSp add mod ord">
        <pc:chgData name="Vishaka V Seru" userId="d78bee01-40b6-46aa-849f-4f3c5060adf7" providerId="ADAL" clId="{81891C6D-2245-433F-9566-982F358108E6}" dt="2026-06-01T13:36:15.963" v="7020" actId="20577"/>
        <pc:sldMkLst>
          <pc:docMk/>
          <pc:sldMk cId="617615062" sldId="2147480912"/>
        </pc:sldMkLst>
        <pc:spChg chg="mod">
          <ac:chgData name="Vishaka V Seru" userId="d78bee01-40b6-46aa-849f-4f3c5060adf7" providerId="ADAL" clId="{81891C6D-2245-433F-9566-982F358108E6}" dt="2026-06-01T13:35:33.428" v="7012" actId="20577"/>
          <ac:spMkLst>
            <pc:docMk/>
            <pc:sldMk cId="617615062" sldId="2147480912"/>
            <ac:spMk id="6" creationId="{3B3034F7-C562-8B54-9FEF-A45B0D3A62C7}"/>
          </ac:spMkLst>
        </pc:spChg>
        <pc:spChg chg="mod">
          <ac:chgData name="Vishaka V Seru" userId="d78bee01-40b6-46aa-849f-4f3c5060adf7" providerId="ADAL" clId="{81891C6D-2245-433F-9566-982F358108E6}" dt="2026-06-01T13:35:06.730" v="6948" actId="20577"/>
          <ac:spMkLst>
            <pc:docMk/>
            <pc:sldMk cId="617615062" sldId="2147480912"/>
            <ac:spMk id="7" creationId="{0FBE4B1A-B54A-2572-CFD3-9405B23935D8}"/>
          </ac:spMkLst>
        </pc:spChg>
        <pc:spChg chg="mod">
          <ac:chgData name="Vishaka V Seru" userId="d78bee01-40b6-46aa-849f-4f3c5060adf7" providerId="ADAL" clId="{81891C6D-2245-433F-9566-982F358108E6}" dt="2026-06-01T13:36:15.963" v="7020" actId="20577"/>
          <ac:spMkLst>
            <pc:docMk/>
            <pc:sldMk cId="617615062" sldId="2147480912"/>
            <ac:spMk id="36" creationId="{4894E198-C73D-7332-E9AF-52356B40F502}"/>
          </ac:spMkLst>
        </pc:spChg>
        <pc:spChg chg="mod">
          <ac:chgData name="Vishaka V Seru" userId="d78bee01-40b6-46aa-849f-4f3c5060adf7" providerId="ADAL" clId="{81891C6D-2245-433F-9566-982F358108E6}" dt="2026-06-01T13:35:01.325" v="6946" actId="20577"/>
          <ac:spMkLst>
            <pc:docMk/>
            <pc:sldMk cId="617615062" sldId="2147480912"/>
            <ac:spMk id="41" creationId="{2CEC5955-4C6D-49CB-3714-2BF60AF518C1}"/>
          </ac:spMkLst>
        </pc:spChg>
        <pc:spChg chg="mod">
          <ac:chgData name="Vishaka V Seru" userId="d78bee01-40b6-46aa-849f-4f3c5060adf7" providerId="ADAL" clId="{81891C6D-2245-433F-9566-982F358108E6}" dt="2026-06-01T13:34:49.003" v="6931" actId="20577"/>
          <ac:spMkLst>
            <pc:docMk/>
            <pc:sldMk cId="617615062" sldId="2147480912"/>
            <ac:spMk id="50" creationId="{5E4EB51E-2F55-2DD9-FAC8-C2709585DB81}"/>
          </ac:spMkLst>
        </pc:spChg>
        <pc:spChg chg="mod">
          <ac:chgData name="Vishaka V Seru" userId="d78bee01-40b6-46aa-849f-4f3c5060adf7" providerId="ADAL" clId="{81891C6D-2245-433F-9566-982F358108E6}" dt="2026-06-01T13:35:17.867" v="6971" actId="6549"/>
          <ac:spMkLst>
            <pc:docMk/>
            <pc:sldMk cId="617615062" sldId="2147480912"/>
            <ac:spMk id="58" creationId="{267FE4D0-98B8-3D98-97B8-500C954C970D}"/>
          </ac:spMkLst>
        </pc:spChg>
      </pc:sldChg>
      <pc:sldChg chg="modSp add mod ord">
        <pc:chgData name="Vishaka V Seru" userId="d78bee01-40b6-46aa-849f-4f3c5060adf7" providerId="ADAL" clId="{81891C6D-2245-433F-9566-982F358108E6}" dt="2026-06-01T13:39:40.402" v="7133" actId="404"/>
        <pc:sldMkLst>
          <pc:docMk/>
          <pc:sldMk cId="2804248580" sldId="2147480913"/>
        </pc:sldMkLst>
        <pc:spChg chg="mod">
          <ac:chgData name="Vishaka V Seru" userId="d78bee01-40b6-46aa-849f-4f3c5060adf7" providerId="ADAL" clId="{81891C6D-2245-433F-9566-982F358108E6}" dt="2026-06-01T13:38:14.099" v="7111"/>
          <ac:spMkLst>
            <pc:docMk/>
            <pc:sldMk cId="2804248580" sldId="2147480913"/>
            <ac:spMk id="6" creationId="{6E1B49DB-CCB7-34A1-7C75-78A4F1478AB5}"/>
          </ac:spMkLst>
        </pc:spChg>
        <pc:spChg chg="mod">
          <ac:chgData name="Vishaka V Seru" userId="d78bee01-40b6-46aa-849f-4f3c5060adf7" providerId="ADAL" clId="{81891C6D-2245-433F-9566-982F358108E6}" dt="2026-06-01T13:37:47.771" v="7102" actId="20577"/>
          <ac:spMkLst>
            <pc:docMk/>
            <pc:sldMk cId="2804248580" sldId="2147480913"/>
            <ac:spMk id="7" creationId="{F419FE98-6607-DEF4-E005-6F174D242CB9}"/>
          </ac:spMkLst>
        </pc:spChg>
        <pc:spChg chg="mod">
          <ac:chgData name="Vishaka V Seru" userId="d78bee01-40b6-46aa-849f-4f3c5060adf7" providerId="ADAL" clId="{81891C6D-2245-433F-9566-982F358108E6}" dt="2026-06-01T13:37:58.136" v="7104"/>
          <ac:spMkLst>
            <pc:docMk/>
            <pc:sldMk cId="2804248580" sldId="2147480913"/>
            <ac:spMk id="36" creationId="{E79CC55C-03DB-8500-FD59-4C89FDF12950}"/>
          </ac:spMkLst>
        </pc:spChg>
        <pc:spChg chg="mod">
          <ac:chgData name="Vishaka V Seru" userId="d78bee01-40b6-46aa-849f-4f3c5060adf7" providerId="ADAL" clId="{81891C6D-2245-433F-9566-982F358108E6}" dt="2026-06-01T13:38:06.268" v="7109" actId="20577"/>
          <ac:spMkLst>
            <pc:docMk/>
            <pc:sldMk cId="2804248580" sldId="2147480913"/>
            <ac:spMk id="41" creationId="{63C0231C-AFF2-3F1D-3614-47BB0D4AE1D6}"/>
          </ac:spMkLst>
        </pc:spChg>
        <pc:spChg chg="mod">
          <ac:chgData name="Vishaka V Seru" userId="d78bee01-40b6-46aa-849f-4f3c5060adf7" providerId="ADAL" clId="{81891C6D-2245-433F-9566-982F358108E6}" dt="2026-06-01T13:38:26.309" v="7116" actId="20577"/>
          <ac:spMkLst>
            <pc:docMk/>
            <pc:sldMk cId="2804248580" sldId="2147480913"/>
            <ac:spMk id="50" creationId="{423F8DAD-455B-F0ED-594C-F66255DE00B3}"/>
          </ac:spMkLst>
        </pc:spChg>
        <pc:spChg chg="mod">
          <ac:chgData name="Vishaka V Seru" userId="d78bee01-40b6-46aa-849f-4f3c5060adf7" providerId="ADAL" clId="{81891C6D-2245-433F-9566-982F358108E6}" dt="2026-06-01T13:39:40.402" v="7133" actId="404"/>
          <ac:spMkLst>
            <pc:docMk/>
            <pc:sldMk cId="2804248580" sldId="2147480913"/>
            <ac:spMk id="58" creationId="{9B1F7DA0-2701-CAE3-E937-7F9C1BFE9C45}"/>
          </ac:spMkLst>
        </pc:spChg>
      </pc:sldChg>
      <pc:sldChg chg="modSp add mod ord">
        <pc:chgData name="Vishaka V Seru" userId="d78bee01-40b6-46aa-849f-4f3c5060adf7" providerId="ADAL" clId="{81891C6D-2245-433F-9566-982F358108E6}" dt="2026-06-02T08:40:33.913" v="9539"/>
        <pc:sldMkLst>
          <pc:docMk/>
          <pc:sldMk cId="2146369450" sldId="2147480914"/>
        </pc:sldMkLst>
        <pc:spChg chg="mod">
          <ac:chgData name="Vishaka V Seru" userId="d78bee01-40b6-46aa-849f-4f3c5060adf7" providerId="ADAL" clId="{81891C6D-2245-433F-9566-982F358108E6}" dt="2026-06-01T13:40:24.705" v="7156"/>
          <ac:spMkLst>
            <pc:docMk/>
            <pc:sldMk cId="2146369450" sldId="2147480914"/>
            <ac:spMk id="6" creationId="{2D0ADA2B-5989-E323-7E94-2B9D6FFABCF1}"/>
          </ac:spMkLst>
        </pc:spChg>
        <pc:spChg chg="mod">
          <ac:chgData name="Vishaka V Seru" userId="d78bee01-40b6-46aa-849f-4f3c5060adf7" providerId="ADAL" clId="{81891C6D-2245-433F-9566-982F358108E6}" dt="2026-06-01T13:40:07.556" v="7137"/>
          <ac:spMkLst>
            <pc:docMk/>
            <pc:sldMk cId="2146369450" sldId="2147480914"/>
            <ac:spMk id="36" creationId="{4A8872F0-E4D6-238D-AEA6-7DC29730FBAF}"/>
          </ac:spMkLst>
        </pc:spChg>
        <pc:spChg chg="mod">
          <ac:chgData name="Vishaka V Seru" userId="d78bee01-40b6-46aa-849f-4f3c5060adf7" providerId="ADAL" clId="{81891C6D-2245-433F-9566-982F358108E6}" dt="2026-06-01T13:40:17.240" v="7154" actId="20577"/>
          <ac:spMkLst>
            <pc:docMk/>
            <pc:sldMk cId="2146369450" sldId="2147480914"/>
            <ac:spMk id="41" creationId="{9F7F1F87-2785-C787-00E4-3F884004745F}"/>
          </ac:spMkLst>
        </pc:spChg>
        <pc:spChg chg="mod">
          <ac:chgData name="Vishaka V Seru" userId="d78bee01-40b6-46aa-849f-4f3c5060adf7" providerId="ADAL" clId="{81891C6D-2245-433F-9566-982F358108E6}" dt="2026-06-01T13:40:50.124" v="7160" actId="20577"/>
          <ac:spMkLst>
            <pc:docMk/>
            <pc:sldMk cId="2146369450" sldId="2147480914"/>
            <ac:spMk id="50" creationId="{95B8ACC3-A688-08B9-F49B-D044334A4D9C}"/>
          </ac:spMkLst>
        </pc:spChg>
        <pc:spChg chg="mod">
          <ac:chgData name="Vishaka V Seru" userId="d78bee01-40b6-46aa-849f-4f3c5060adf7" providerId="ADAL" clId="{81891C6D-2245-433F-9566-982F358108E6}" dt="2026-06-01T13:41:12.405" v="7246" actId="403"/>
          <ac:spMkLst>
            <pc:docMk/>
            <pc:sldMk cId="2146369450" sldId="2147480914"/>
            <ac:spMk id="58" creationId="{F3F459FA-ED2B-4DEE-1600-C970B34322B9}"/>
          </ac:spMkLst>
        </pc:spChg>
      </pc:sldChg>
      <pc:sldChg chg="modSp add mod ord">
        <pc:chgData name="Vishaka V Seru" userId="d78bee01-40b6-46aa-849f-4f3c5060adf7" providerId="ADAL" clId="{81891C6D-2245-433F-9566-982F358108E6}" dt="2026-06-03T15:43:58.203" v="12495" actId="404"/>
        <pc:sldMkLst>
          <pc:docMk/>
          <pc:sldMk cId="1063587476" sldId="2147480915"/>
        </pc:sldMkLst>
        <pc:spChg chg="mod">
          <ac:chgData name="Vishaka V Seru" userId="d78bee01-40b6-46aa-849f-4f3c5060adf7" providerId="ADAL" clId="{81891C6D-2245-433F-9566-982F358108E6}" dt="2026-06-01T13:41:39.830" v="7264" actId="6549"/>
          <ac:spMkLst>
            <pc:docMk/>
            <pc:sldMk cId="1063587476" sldId="2147480915"/>
            <ac:spMk id="2" creationId="{5763ADF6-CF4F-E5FE-29CB-F91B333B5B39}"/>
          </ac:spMkLst>
        </pc:spChg>
        <pc:spChg chg="mod">
          <ac:chgData name="Vishaka V Seru" userId="d78bee01-40b6-46aa-849f-4f3c5060adf7" providerId="ADAL" clId="{81891C6D-2245-433F-9566-982F358108E6}" dt="2026-06-03T15:43:58.203" v="12495" actId="404"/>
          <ac:spMkLst>
            <pc:docMk/>
            <pc:sldMk cId="1063587476" sldId="2147480915"/>
            <ac:spMk id="8" creationId="{F2970C62-3440-2C67-A11E-72CDA6EE1A86}"/>
          </ac:spMkLst>
        </pc:spChg>
        <pc:spChg chg="mod">
          <ac:chgData name="Vishaka V Seru" userId="d78bee01-40b6-46aa-849f-4f3c5060adf7" providerId="ADAL" clId="{81891C6D-2245-433F-9566-982F358108E6}" dt="2026-06-01T13:42:11.805" v="7268"/>
          <ac:spMkLst>
            <pc:docMk/>
            <pc:sldMk cId="1063587476" sldId="2147480915"/>
            <ac:spMk id="11" creationId="{AC33DFCD-2B70-0AAA-A4D9-2DA8D7AABAFF}"/>
          </ac:spMkLst>
        </pc:spChg>
        <pc:spChg chg="mod">
          <ac:chgData name="Vishaka V Seru" userId="d78bee01-40b6-46aa-849f-4f3c5060adf7" providerId="ADAL" clId="{81891C6D-2245-433F-9566-982F358108E6}" dt="2026-06-01T13:42:28.229" v="7270"/>
          <ac:spMkLst>
            <pc:docMk/>
            <pc:sldMk cId="1063587476" sldId="2147480915"/>
            <ac:spMk id="14" creationId="{9356BCB6-A824-84A7-1B84-1499E47444AF}"/>
          </ac:spMkLst>
        </pc:spChg>
      </pc:sldChg>
      <pc:sldChg chg="modSp add mod ord">
        <pc:chgData name="Vishaka V Seru" userId="d78bee01-40b6-46aa-849f-4f3c5060adf7" providerId="ADAL" clId="{81891C6D-2245-433F-9566-982F358108E6}" dt="2026-06-02T05:07:37.418" v="7651" actId="6549"/>
        <pc:sldMkLst>
          <pc:docMk/>
          <pc:sldMk cId="175797496" sldId="2147480916"/>
        </pc:sldMkLst>
        <pc:spChg chg="mod">
          <ac:chgData name="Vishaka V Seru" userId="d78bee01-40b6-46aa-849f-4f3c5060adf7" providerId="ADAL" clId="{81891C6D-2245-433F-9566-982F358108E6}" dt="2026-06-02T05:06:53.945" v="7619" actId="20577"/>
          <ac:spMkLst>
            <pc:docMk/>
            <pc:sldMk cId="175797496" sldId="2147480916"/>
            <ac:spMk id="6" creationId="{6903A9D4-5672-8BBB-2E5A-295796A901EC}"/>
          </ac:spMkLst>
        </pc:spChg>
        <pc:spChg chg="mod">
          <ac:chgData name="Vishaka V Seru" userId="d78bee01-40b6-46aa-849f-4f3c5060adf7" providerId="ADAL" clId="{81891C6D-2245-433F-9566-982F358108E6}" dt="2026-06-01T13:46:26.393" v="7355" actId="6549"/>
          <ac:spMkLst>
            <pc:docMk/>
            <pc:sldMk cId="175797496" sldId="2147480916"/>
            <ac:spMk id="7" creationId="{4348B7C6-68FD-3518-8750-6C0A39C99553}"/>
          </ac:spMkLst>
        </pc:spChg>
        <pc:spChg chg="mod">
          <ac:chgData name="Vishaka V Seru" userId="d78bee01-40b6-46aa-849f-4f3c5060adf7" providerId="ADAL" clId="{81891C6D-2245-433F-9566-982F358108E6}" dt="2026-06-01T13:52:01.015" v="7363"/>
          <ac:spMkLst>
            <pc:docMk/>
            <pc:sldMk cId="175797496" sldId="2147480916"/>
            <ac:spMk id="36" creationId="{C4FFABC1-A316-6403-1AFB-BED24C3CD2E8}"/>
          </ac:spMkLst>
        </pc:spChg>
        <pc:spChg chg="mod">
          <ac:chgData name="Vishaka V Seru" userId="d78bee01-40b6-46aa-849f-4f3c5060adf7" providerId="ADAL" clId="{81891C6D-2245-433F-9566-982F358108E6}" dt="2026-06-01T13:46:21.649" v="7353" actId="20577"/>
          <ac:spMkLst>
            <pc:docMk/>
            <pc:sldMk cId="175797496" sldId="2147480916"/>
            <ac:spMk id="41" creationId="{43BAD9E7-E2F6-AD1D-33E0-109931AF09D5}"/>
          </ac:spMkLst>
        </pc:spChg>
        <pc:spChg chg="mod">
          <ac:chgData name="Vishaka V Seru" userId="d78bee01-40b6-46aa-849f-4f3c5060adf7" providerId="ADAL" clId="{81891C6D-2245-433F-9566-982F358108E6}" dt="2026-06-02T05:07:17.964" v="7624" actId="20577"/>
          <ac:spMkLst>
            <pc:docMk/>
            <pc:sldMk cId="175797496" sldId="2147480916"/>
            <ac:spMk id="50" creationId="{CDA23EEF-B2D5-2BFC-ED8B-75FF6F3B2A49}"/>
          </ac:spMkLst>
        </pc:spChg>
        <pc:spChg chg="mod">
          <ac:chgData name="Vishaka V Seru" userId="d78bee01-40b6-46aa-849f-4f3c5060adf7" providerId="ADAL" clId="{81891C6D-2245-433F-9566-982F358108E6}" dt="2026-06-02T05:07:37.418" v="7651" actId="6549"/>
          <ac:spMkLst>
            <pc:docMk/>
            <pc:sldMk cId="175797496" sldId="2147480916"/>
            <ac:spMk id="58" creationId="{49D73065-D578-2CD9-E189-FDEC0F1EBDC7}"/>
          </ac:spMkLst>
        </pc:spChg>
      </pc:sldChg>
      <pc:sldChg chg="modSp add mod ord">
        <pc:chgData name="Vishaka V Seru" userId="d78bee01-40b6-46aa-849f-4f3c5060adf7" providerId="ADAL" clId="{81891C6D-2245-433F-9566-982F358108E6}" dt="2026-06-03T15:51:52.941" v="12627" actId="20577"/>
        <pc:sldMkLst>
          <pc:docMk/>
          <pc:sldMk cId="3987082788" sldId="2147480917"/>
        </pc:sldMkLst>
        <pc:spChg chg="mod">
          <ac:chgData name="Vishaka V Seru" userId="d78bee01-40b6-46aa-849f-4f3c5060adf7" providerId="ADAL" clId="{81891C6D-2245-433F-9566-982F358108E6}" dt="2026-06-01T13:45:51.527" v="7338" actId="1035"/>
          <ac:spMkLst>
            <pc:docMk/>
            <pc:sldMk cId="3987082788" sldId="2147480917"/>
            <ac:spMk id="2" creationId="{336A4CE4-5145-8402-2B70-D331DF1E886E}"/>
          </ac:spMkLst>
        </pc:spChg>
        <pc:spChg chg="mod">
          <ac:chgData name="Vishaka V Seru" userId="d78bee01-40b6-46aa-849f-4f3c5060adf7" providerId="ADAL" clId="{81891C6D-2245-433F-9566-982F358108E6}" dt="2026-06-02T05:01:11.630" v="7460"/>
          <ac:spMkLst>
            <pc:docMk/>
            <pc:sldMk cId="3987082788" sldId="2147480917"/>
            <ac:spMk id="8" creationId="{382EB614-F48F-E7AB-A8D4-8FDBD3A0EF1D}"/>
          </ac:spMkLst>
        </pc:spChg>
        <pc:spChg chg="mod">
          <ac:chgData name="Vishaka V Seru" userId="d78bee01-40b6-46aa-849f-4f3c5060adf7" providerId="ADAL" clId="{81891C6D-2245-433F-9566-982F358108E6}" dt="2026-06-03T15:51:49.253" v="12624" actId="20577"/>
          <ac:spMkLst>
            <pc:docMk/>
            <pc:sldMk cId="3987082788" sldId="2147480917"/>
            <ac:spMk id="11" creationId="{DC047F2B-4A2F-5587-B9A6-394F518B127A}"/>
          </ac:spMkLst>
        </pc:spChg>
        <pc:spChg chg="mod">
          <ac:chgData name="Vishaka V Seru" userId="d78bee01-40b6-46aa-849f-4f3c5060adf7" providerId="ADAL" clId="{81891C6D-2245-433F-9566-982F358108E6}" dt="2026-06-03T15:51:52.941" v="12627" actId="20577"/>
          <ac:spMkLst>
            <pc:docMk/>
            <pc:sldMk cId="3987082788" sldId="2147480917"/>
            <ac:spMk id="14" creationId="{FF7F7944-0275-4EC2-D5AE-2B3A4F379CD7}"/>
          </ac:spMkLst>
        </pc:spChg>
      </pc:sldChg>
      <pc:sldChg chg="modSp add mod ord">
        <pc:chgData name="Vishaka V Seru" userId="d78bee01-40b6-46aa-849f-4f3c5060adf7" providerId="ADAL" clId="{81891C6D-2245-433F-9566-982F358108E6}" dt="2026-06-02T08:46:26.314" v="9656" actId="6549"/>
        <pc:sldMkLst>
          <pc:docMk/>
          <pc:sldMk cId="409388330" sldId="2147480932"/>
        </pc:sldMkLst>
        <pc:spChg chg="mod">
          <ac:chgData name="Vishaka V Seru" userId="d78bee01-40b6-46aa-849f-4f3c5060adf7" providerId="ADAL" clId="{81891C6D-2245-433F-9566-982F358108E6}" dt="2026-06-02T08:46:26.314" v="9656" actId="6549"/>
          <ac:spMkLst>
            <pc:docMk/>
            <pc:sldMk cId="409388330" sldId="2147480932"/>
            <ac:spMk id="8" creationId="{27978C7C-ECDB-2DED-29C0-FD18A913BF8C}"/>
          </ac:spMkLst>
        </pc:spChg>
      </pc:sldChg>
      <pc:sldChg chg="addSp delSp modSp add mod ord">
        <pc:chgData name="Vishaka V Seru" userId="d78bee01-40b6-46aa-849f-4f3c5060adf7" providerId="ADAL" clId="{81891C6D-2245-433F-9566-982F358108E6}" dt="2026-06-03T08:39:40.441" v="11322" actId="2165"/>
        <pc:sldMkLst>
          <pc:docMk/>
          <pc:sldMk cId="3444025429" sldId="2147480933"/>
        </pc:sldMkLst>
        <pc:spChg chg="mod">
          <ac:chgData name="Vishaka V Seru" userId="d78bee01-40b6-46aa-849f-4f3c5060adf7" providerId="ADAL" clId="{81891C6D-2245-433F-9566-982F358108E6}" dt="2026-06-02T08:46:50.396" v="9698" actId="6549"/>
          <ac:spMkLst>
            <pc:docMk/>
            <pc:sldMk cId="3444025429" sldId="2147480933"/>
            <ac:spMk id="2" creationId="{57CFCF86-E9BB-6D5E-C230-8E0502CED1D5}"/>
          </ac:spMkLst>
        </pc:spChg>
        <pc:graphicFrameChg chg="add mod modGraphic">
          <ac:chgData name="Vishaka V Seru" userId="d78bee01-40b6-46aa-849f-4f3c5060adf7" providerId="ADAL" clId="{81891C6D-2245-433F-9566-982F358108E6}" dt="2026-06-03T08:29:12.407" v="11313" actId="20578"/>
          <ac:graphicFrameMkLst>
            <pc:docMk/>
            <pc:sldMk cId="3444025429" sldId="2147480933"/>
            <ac:graphicFrameMk id="10" creationId="{B2A3B7AE-E733-F97B-E115-A636935BDC2F}"/>
          </ac:graphicFrameMkLst>
        </pc:graphicFrameChg>
        <pc:graphicFrameChg chg="add mod modGraphic">
          <ac:chgData name="Vishaka V Seru" userId="d78bee01-40b6-46aa-849f-4f3c5060adf7" providerId="ADAL" clId="{81891C6D-2245-433F-9566-982F358108E6}" dt="2026-06-03T08:39:40.441" v="11322" actId="2165"/>
          <ac:graphicFrameMkLst>
            <pc:docMk/>
            <pc:sldMk cId="3444025429" sldId="2147480933"/>
            <ac:graphicFrameMk id="13" creationId="{D8952CA7-50BC-692C-816E-00E85E9CF3B6}"/>
          </ac:graphicFrameMkLst>
        </pc:graphicFrameChg>
      </pc:sldChg>
      <pc:sldChg chg="addSp delSp modSp add mod">
        <pc:chgData name="Vishaka V Seru" userId="d78bee01-40b6-46aa-849f-4f3c5060adf7" providerId="ADAL" clId="{81891C6D-2245-433F-9566-982F358108E6}" dt="2026-06-16T14:09:00.656" v="12734" actId="20577"/>
        <pc:sldMkLst>
          <pc:docMk/>
          <pc:sldMk cId="2307371160" sldId="2147480935"/>
        </pc:sldMkLst>
        <pc:graphicFrameChg chg="mod modGraphic">
          <ac:chgData name="Vishaka V Seru" userId="d78bee01-40b6-46aa-849f-4f3c5060adf7" providerId="ADAL" clId="{81891C6D-2245-433F-9566-982F358108E6}" dt="2026-06-16T14:09:00.656" v="12734" actId="20577"/>
          <ac:graphicFrameMkLst>
            <pc:docMk/>
            <pc:sldMk cId="2307371160" sldId="2147480935"/>
            <ac:graphicFrameMk id="22" creationId="{3BE06BB6-1986-24D9-F3C4-43308FBD5B44}"/>
          </ac:graphicFrameMkLst>
        </pc:graphicFrameChg>
      </pc:sldChg>
      <pc:sldChg chg="add">
        <pc:chgData name="Vishaka V Seru" userId="d78bee01-40b6-46aa-849f-4f3c5060adf7" providerId="ADAL" clId="{81891C6D-2245-433F-9566-982F358108E6}" dt="2026-06-03T05:48:08.010" v="10660"/>
        <pc:sldMkLst>
          <pc:docMk/>
          <pc:sldMk cId="2724225427" sldId="2147480936"/>
        </pc:sldMkLst>
      </pc:sldChg>
      <pc:sldChg chg="modSp add mod">
        <pc:chgData name="Vishaka V Seru" userId="d78bee01-40b6-46aa-849f-4f3c5060adf7" providerId="ADAL" clId="{81891C6D-2245-433F-9566-982F358108E6}" dt="2026-06-03T15:03:41.276" v="12299" actId="14100"/>
        <pc:sldMkLst>
          <pc:docMk/>
          <pc:sldMk cId="55502694" sldId="2147480937"/>
        </pc:sldMkLst>
        <pc:spChg chg="mod">
          <ac:chgData name="Vishaka V Seru" userId="d78bee01-40b6-46aa-849f-4f3c5060adf7" providerId="ADAL" clId="{81891C6D-2245-433F-9566-982F358108E6}" dt="2026-06-03T15:03:30.159" v="12277" actId="14100"/>
          <ac:spMkLst>
            <pc:docMk/>
            <pc:sldMk cId="55502694" sldId="2147480937"/>
            <ac:spMk id="8" creationId="{8609851B-8E35-20B4-C49B-229751653C5D}"/>
          </ac:spMkLst>
        </pc:spChg>
        <pc:spChg chg="mod">
          <ac:chgData name="Vishaka V Seru" userId="d78bee01-40b6-46aa-849f-4f3c5060adf7" providerId="ADAL" clId="{81891C6D-2245-433F-9566-982F358108E6}" dt="2026-06-03T15:03:37.097" v="12297" actId="1035"/>
          <ac:spMkLst>
            <pc:docMk/>
            <pc:sldMk cId="55502694" sldId="2147480937"/>
            <ac:spMk id="9" creationId="{53F8A913-CE26-C5EC-42C6-9F31315153A3}"/>
          </ac:spMkLst>
        </pc:spChg>
        <pc:spChg chg="mod">
          <ac:chgData name="Vishaka V Seru" userId="d78bee01-40b6-46aa-849f-4f3c5060adf7" providerId="ADAL" clId="{81891C6D-2245-433F-9566-982F358108E6}" dt="2026-06-03T15:03:41.276" v="12299" actId="14100"/>
          <ac:spMkLst>
            <pc:docMk/>
            <pc:sldMk cId="55502694" sldId="2147480937"/>
            <ac:spMk id="11" creationId="{0A7E789B-AAFB-1B80-536B-1C8FC834770E}"/>
          </ac:spMkLst>
        </pc:spChg>
      </pc:sldChg>
      <pc:sldChg chg="add">
        <pc:chgData name="Vishaka V Seru" userId="d78bee01-40b6-46aa-849f-4f3c5060adf7" providerId="ADAL" clId="{81891C6D-2245-433F-9566-982F358108E6}" dt="2026-06-03T05:48:08.010" v="10660"/>
        <pc:sldMkLst>
          <pc:docMk/>
          <pc:sldMk cId="3465391941" sldId="2147480938"/>
        </pc:sldMkLst>
      </pc:sldChg>
      <pc:sldChg chg="add">
        <pc:chgData name="Vishaka V Seru" userId="d78bee01-40b6-46aa-849f-4f3c5060adf7" providerId="ADAL" clId="{81891C6D-2245-433F-9566-982F358108E6}" dt="2026-06-03T05:48:08.010" v="10660"/>
        <pc:sldMkLst>
          <pc:docMk/>
          <pc:sldMk cId="4171307532" sldId="2147480939"/>
        </pc:sldMkLst>
      </pc:sldChg>
      <pc:sldChg chg="modSp add">
        <pc:chgData name="Vishaka V Seru" userId="d78bee01-40b6-46aa-849f-4f3c5060adf7" providerId="ADAL" clId="{81891C6D-2245-433F-9566-982F358108E6}" dt="2026-06-15T07:27:20.557" v="12638"/>
        <pc:sldMkLst>
          <pc:docMk/>
          <pc:sldMk cId="3512605909" sldId="2147480940"/>
        </pc:sldMkLst>
        <pc:spChg chg="mod">
          <ac:chgData name="Vishaka V Seru" userId="d78bee01-40b6-46aa-849f-4f3c5060adf7" providerId="ADAL" clId="{81891C6D-2245-433F-9566-982F358108E6}" dt="2026-06-15T07:27:20.557" v="12638"/>
          <ac:spMkLst>
            <pc:docMk/>
            <pc:sldMk cId="3512605909" sldId="2147480940"/>
            <ac:spMk id="36" creationId="{F87C803C-DE29-94A5-0BFA-DDB0A2AF85E2}"/>
          </ac:spMkLst>
        </pc:spChg>
      </pc:sldChg>
      <pc:sldChg chg="modSp add mod">
        <pc:chgData name="Vishaka V Seru" userId="d78bee01-40b6-46aa-849f-4f3c5060adf7" providerId="ADAL" clId="{81891C6D-2245-433F-9566-982F358108E6}" dt="2026-06-03T12:19:35.086" v="11391" actId="1035"/>
        <pc:sldMkLst>
          <pc:docMk/>
          <pc:sldMk cId="1051258939" sldId="2147480941"/>
        </pc:sldMkLst>
        <pc:spChg chg="mod">
          <ac:chgData name="Vishaka V Seru" userId="d78bee01-40b6-46aa-849f-4f3c5060adf7" providerId="ADAL" clId="{81891C6D-2245-433F-9566-982F358108E6}" dt="2026-06-03T12:19:35.086" v="11391" actId="1035"/>
          <ac:spMkLst>
            <pc:docMk/>
            <pc:sldMk cId="1051258939" sldId="2147480941"/>
            <ac:spMk id="9" creationId="{4A2B18D8-CC8F-8616-89C2-5252A20B16A6}"/>
          </ac:spMkLst>
        </pc:spChg>
        <pc:spChg chg="mod">
          <ac:chgData name="Vishaka V Seru" userId="d78bee01-40b6-46aa-849f-4f3c5060adf7" providerId="ADAL" clId="{81891C6D-2245-433F-9566-982F358108E6}" dt="2026-06-03T12:19:35.086" v="11391" actId="1035"/>
          <ac:spMkLst>
            <pc:docMk/>
            <pc:sldMk cId="1051258939" sldId="2147480941"/>
            <ac:spMk id="11" creationId="{D36F8007-E0E7-DDC6-C2BF-5DA57AA776BE}"/>
          </ac:spMkLst>
        </pc:spChg>
      </pc:sldChg>
      <pc:sldChg chg="add">
        <pc:chgData name="Vishaka V Seru" userId="d78bee01-40b6-46aa-849f-4f3c5060adf7" providerId="ADAL" clId="{81891C6D-2245-433F-9566-982F358108E6}" dt="2026-06-03T05:48:08.010" v="10660"/>
        <pc:sldMkLst>
          <pc:docMk/>
          <pc:sldMk cId="2470876305" sldId="2147480942"/>
        </pc:sldMkLst>
      </pc:sldChg>
      <pc:sldChg chg="modSp add mod">
        <pc:chgData name="Vishaka V Seru" userId="d78bee01-40b6-46aa-849f-4f3c5060adf7" providerId="ADAL" clId="{81891C6D-2245-433F-9566-982F358108E6}" dt="2026-06-03T15:04:07.497" v="12302" actId="20577"/>
        <pc:sldMkLst>
          <pc:docMk/>
          <pc:sldMk cId="877155035" sldId="2147480943"/>
        </pc:sldMkLst>
        <pc:spChg chg="mod">
          <ac:chgData name="Vishaka V Seru" userId="d78bee01-40b6-46aa-849f-4f3c5060adf7" providerId="ADAL" clId="{81891C6D-2245-433F-9566-982F358108E6}" dt="2026-06-03T15:03:58.992" v="12300" actId="20577"/>
          <ac:spMkLst>
            <pc:docMk/>
            <pc:sldMk cId="877155035" sldId="2147480943"/>
            <ac:spMk id="8" creationId="{1C9B9B5F-4B8F-1478-F5AE-170E4C81C8E4}"/>
          </ac:spMkLst>
        </pc:spChg>
        <pc:spChg chg="mod">
          <ac:chgData name="Vishaka V Seru" userId="d78bee01-40b6-46aa-849f-4f3c5060adf7" providerId="ADAL" clId="{81891C6D-2245-433F-9566-982F358108E6}" dt="2026-06-03T15:04:07.497" v="12302" actId="20577"/>
          <ac:spMkLst>
            <pc:docMk/>
            <pc:sldMk cId="877155035" sldId="2147480943"/>
            <ac:spMk id="14" creationId="{47960EC9-CD6E-76B3-30E5-69FFE0ABB16F}"/>
          </ac:spMkLst>
        </pc:spChg>
      </pc:sldChg>
      <pc:sldChg chg="add">
        <pc:chgData name="Vishaka V Seru" userId="d78bee01-40b6-46aa-849f-4f3c5060adf7" providerId="ADAL" clId="{81891C6D-2245-433F-9566-982F358108E6}" dt="2026-06-03T05:48:08.010" v="10660"/>
        <pc:sldMkLst>
          <pc:docMk/>
          <pc:sldMk cId="3113518437" sldId="2147480944"/>
        </pc:sldMkLst>
      </pc:sldChg>
      <pc:sldChg chg="add">
        <pc:chgData name="Vishaka V Seru" userId="d78bee01-40b6-46aa-849f-4f3c5060adf7" providerId="ADAL" clId="{81891C6D-2245-433F-9566-982F358108E6}" dt="2026-06-03T05:48:08.010" v="10660"/>
        <pc:sldMkLst>
          <pc:docMk/>
          <pc:sldMk cId="3726242202" sldId="2147480945"/>
        </pc:sldMkLst>
      </pc:sldChg>
      <pc:sldChg chg="add">
        <pc:chgData name="Vishaka V Seru" userId="d78bee01-40b6-46aa-849f-4f3c5060adf7" providerId="ADAL" clId="{81891C6D-2245-433F-9566-982F358108E6}" dt="2026-06-03T05:48:08.010" v="10660"/>
        <pc:sldMkLst>
          <pc:docMk/>
          <pc:sldMk cId="1528557308" sldId="2147480946"/>
        </pc:sldMkLst>
      </pc:sldChg>
      <pc:sldChg chg="modSp add mod">
        <pc:chgData name="Vishaka V Seru" userId="d78bee01-40b6-46aa-849f-4f3c5060adf7" providerId="ADAL" clId="{81891C6D-2245-433F-9566-982F358108E6}" dt="2026-06-03T15:04:30.143" v="12305" actId="14100"/>
        <pc:sldMkLst>
          <pc:docMk/>
          <pc:sldMk cId="809270692" sldId="2147480947"/>
        </pc:sldMkLst>
        <pc:spChg chg="mod">
          <ac:chgData name="Vishaka V Seru" userId="d78bee01-40b6-46aa-849f-4f3c5060adf7" providerId="ADAL" clId="{81891C6D-2245-433F-9566-982F358108E6}" dt="2026-06-03T12:36:32.632" v="11435" actId="20577"/>
          <ac:spMkLst>
            <pc:docMk/>
            <pc:sldMk cId="809270692" sldId="2147480947"/>
            <ac:spMk id="8" creationId="{64CE70EF-8B1C-87A7-35BB-C49C61496999}"/>
          </ac:spMkLst>
        </pc:spChg>
        <pc:spChg chg="mod">
          <ac:chgData name="Vishaka V Seru" userId="d78bee01-40b6-46aa-849f-4f3c5060adf7" providerId="ADAL" clId="{81891C6D-2245-433F-9566-982F358108E6}" dt="2026-06-03T15:04:30.143" v="12305" actId="14100"/>
          <ac:spMkLst>
            <pc:docMk/>
            <pc:sldMk cId="809270692" sldId="2147480947"/>
            <ac:spMk id="14" creationId="{5D16CF6E-5B7D-65AD-37D2-652C97A0E324}"/>
          </ac:spMkLst>
        </pc:spChg>
      </pc:sldChg>
      <pc:sldChg chg="add">
        <pc:chgData name="Vishaka V Seru" userId="d78bee01-40b6-46aa-849f-4f3c5060adf7" providerId="ADAL" clId="{81891C6D-2245-433F-9566-982F358108E6}" dt="2026-06-03T05:48:08.010" v="10660"/>
        <pc:sldMkLst>
          <pc:docMk/>
          <pc:sldMk cId="1609262147" sldId="2147480948"/>
        </pc:sldMkLst>
      </pc:sldChg>
      <pc:sldChg chg="modSp add mod">
        <pc:chgData name="Vishaka V Seru" userId="d78bee01-40b6-46aa-849f-4f3c5060adf7" providerId="ADAL" clId="{81891C6D-2245-433F-9566-982F358108E6}" dt="2026-06-03T15:04:47.192" v="12307" actId="20577"/>
        <pc:sldMkLst>
          <pc:docMk/>
          <pc:sldMk cId="1155794709" sldId="2147480949"/>
        </pc:sldMkLst>
        <pc:spChg chg="mod">
          <ac:chgData name="Vishaka V Seru" userId="d78bee01-40b6-46aa-849f-4f3c5060adf7" providerId="ADAL" clId="{81891C6D-2245-433F-9566-982F358108E6}" dt="2026-06-03T15:04:47.192" v="12307" actId="20577"/>
          <ac:spMkLst>
            <pc:docMk/>
            <pc:sldMk cId="1155794709" sldId="2147480949"/>
            <ac:spMk id="8" creationId="{CE40DAD4-B364-CD5C-DBB6-851983002343}"/>
          </ac:spMkLst>
        </pc:spChg>
        <pc:spChg chg="mod">
          <ac:chgData name="Vishaka V Seru" userId="d78bee01-40b6-46aa-849f-4f3c5060adf7" providerId="ADAL" clId="{81891C6D-2245-433F-9566-982F358108E6}" dt="2026-06-03T15:04:42.318" v="12306" actId="14100"/>
          <ac:spMkLst>
            <pc:docMk/>
            <pc:sldMk cId="1155794709" sldId="2147480949"/>
            <ac:spMk id="14" creationId="{3A9F536B-CCA1-595E-A71F-D557022C4186}"/>
          </ac:spMkLst>
        </pc:spChg>
      </pc:sldChg>
      <pc:sldChg chg="modSp add">
        <pc:chgData name="Vishaka V Seru" userId="d78bee01-40b6-46aa-849f-4f3c5060adf7" providerId="ADAL" clId="{81891C6D-2245-433F-9566-982F358108E6}" dt="2026-06-03T15:02:16.682" v="12274"/>
        <pc:sldMkLst>
          <pc:docMk/>
          <pc:sldMk cId="570209443" sldId="2147480950"/>
        </pc:sldMkLst>
        <pc:spChg chg="mod">
          <ac:chgData name="Vishaka V Seru" userId="d78bee01-40b6-46aa-849f-4f3c5060adf7" providerId="ADAL" clId="{81891C6D-2245-433F-9566-982F358108E6}" dt="2026-06-03T15:02:16.682" v="12274"/>
          <ac:spMkLst>
            <pc:docMk/>
            <pc:sldMk cId="570209443" sldId="2147480950"/>
            <ac:spMk id="50" creationId="{C8AED756-C357-672C-8260-847D574BDCC5}"/>
          </ac:spMkLst>
        </pc:spChg>
      </pc:sldChg>
      <pc:sldChg chg="add">
        <pc:chgData name="Vishaka V Seru" userId="d78bee01-40b6-46aa-849f-4f3c5060adf7" providerId="ADAL" clId="{81891C6D-2245-433F-9566-982F358108E6}" dt="2026-06-03T05:48:08.010" v="10660"/>
        <pc:sldMkLst>
          <pc:docMk/>
          <pc:sldMk cId="2874633475" sldId="2147480951"/>
        </pc:sldMkLst>
      </pc:sldChg>
      <pc:sldChg chg="modSp add mod">
        <pc:chgData name="Vishaka V Seru" userId="d78bee01-40b6-46aa-849f-4f3c5060adf7" providerId="ADAL" clId="{81891C6D-2245-433F-9566-982F358108E6}" dt="2026-06-03T15:49:01.365" v="12581" actId="20577"/>
        <pc:sldMkLst>
          <pc:docMk/>
          <pc:sldMk cId="1262611019" sldId="2147480952"/>
        </pc:sldMkLst>
        <pc:spChg chg="mod">
          <ac:chgData name="Vishaka V Seru" userId="d78bee01-40b6-46aa-849f-4f3c5060adf7" providerId="ADAL" clId="{81891C6D-2245-433F-9566-982F358108E6}" dt="2026-06-03T15:48:49.819" v="12574" actId="20577"/>
          <ac:spMkLst>
            <pc:docMk/>
            <pc:sldMk cId="1262611019" sldId="2147480952"/>
            <ac:spMk id="8" creationId="{71389145-4BEF-4C9F-C912-D207F66A7BDD}"/>
          </ac:spMkLst>
        </pc:spChg>
        <pc:spChg chg="mod">
          <ac:chgData name="Vishaka V Seru" userId="d78bee01-40b6-46aa-849f-4f3c5060adf7" providerId="ADAL" clId="{81891C6D-2245-433F-9566-982F358108E6}" dt="2026-06-03T15:48:55.928" v="12578" actId="20577"/>
          <ac:spMkLst>
            <pc:docMk/>
            <pc:sldMk cId="1262611019" sldId="2147480952"/>
            <ac:spMk id="11" creationId="{4CD4DBA1-1A9E-9DC8-A07D-EAB4E263139E}"/>
          </ac:spMkLst>
        </pc:spChg>
        <pc:spChg chg="mod">
          <ac:chgData name="Vishaka V Seru" userId="d78bee01-40b6-46aa-849f-4f3c5060adf7" providerId="ADAL" clId="{81891C6D-2245-433F-9566-982F358108E6}" dt="2026-06-03T15:49:01.365" v="12581" actId="20577"/>
          <ac:spMkLst>
            <pc:docMk/>
            <pc:sldMk cId="1262611019" sldId="2147480952"/>
            <ac:spMk id="14" creationId="{6F9A2705-7185-484E-FBDB-43D28949D1AA}"/>
          </ac:spMkLst>
        </pc:spChg>
      </pc:sldChg>
      <pc:sldChg chg="modSp add mod">
        <pc:chgData name="Vishaka V Seru" userId="d78bee01-40b6-46aa-849f-4f3c5060adf7" providerId="ADAL" clId="{81891C6D-2245-433F-9566-982F358108E6}" dt="2026-06-15T07:27:37.486" v="12665" actId="6549"/>
        <pc:sldMkLst>
          <pc:docMk/>
          <pc:sldMk cId="388303945" sldId="2147480953"/>
        </pc:sldMkLst>
        <pc:spChg chg="mod">
          <ac:chgData name="Vishaka V Seru" userId="d78bee01-40b6-46aa-849f-4f3c5060adf7" providerId="ADAL" clId="{81891C6D-2245-433F-9566-982F358108E6}" dt="2026-06-15T07:27:37.486" v="12665" actId="6549"/>
          <ac:spMkLst>
            <pc:docMk/>
            <pc:sldMk cId="388303945" sldId="2147480953"/>
            <ac:spMk id="36" creationId="{F53F4502-15A2-E229-8652-E9BE33A2AB30}"/>
          </ac:spMkLst>
        </pc:spChg>
      </pc:sldChg>
      <pc:sldChg chg="modSp add mod">
        <pc:chgData name="Vishaka V Seru" userId="d78bee01-40b6-46aa-849f-4f3c5060adf7" providerId="ADAL" clId="{81891C6D-2245-433F-9566-982F358108E6}" dt="2026-06-03T15:05:20.796" v="12313" actId="20577"/>
        <pc:sldMkLst>
          <pc:docMk/>
          <pc:sldMk cId="987767980" sldId="2147480954"/>
        </pc:sldMkLst>
        <pc:spChg chg="mod">
          <ac:chgData name="Vishaka V Seru" userId="d78bee01-40b6-46aa-849f-4f3c5060adf7" providerId="ADAL" clId="{81891C6D-2245-433F-9566-982F358108E6}" dt="2026-06-03T15:05:18.249" v="12312" actId="20577"/>
          <ac:spMkLst>
            <pc:docMk/>
            <pc:sldMk cId="987767980" sldId="2147480954"/>
            <ac:spMk id="11" creationId="{891A0E7C-8E9F-CAE8-650F-418510EA97B6}"/>
          </ac:spMkLst>
        </pc:spChg>
        <pc:spChg chg="mod">
          <ac:chgData name="Vishaka V Seru" userId="d78bee01-40b6-46aa-849f-4f3c5060adf7" providerId="ADAL" clId="{81891C6D-2245-433F-9566-982F358108E6}" dt="2026-06-03T15:05:20.796" v="12313" actId="20577"/>
          <ac:spMkLst>
            <pc:docMk/>
            <pc:sldMk cId="987767980" sldId="2147480954"/>
            <ac:spMk id="14" creationId="{B29C160C-5B68-E03F-11CF-7BAB361F94AC}"/>
          </ac:spMkLst>
        </pc:spChg>
      </pc:sldChg>
      <pc:sldChg chg="add">
        <pc:chgData name="Vishaka V Seru" userId="d78bee01-40b6-46aa-849f-4f3c5060adf7" providerId="ADAL" clId="{81891C6D-2245-433F-9566-982F358108E6}" dt="2026-06-03T05:48:08.010" v="10660"/>
        <pc:sldMkLst>
          <pc:docMk/>
          <pc:sldMk cId="1901444529" sldId="2147480955"/>
        </pc:sldMkLst>
      </pc:sldChg>
      <pc:sldChg chg="modSp add mod">
        <pc:chgData name="Vishaka V Seru" userId="d78bee01-40b6-46aa-849f-4f3c5060adf7" providerId="ADAL" clId="{81891C6D-2245-433F-9566-982F358108E6}" dt="2026-06-03T15:49:23.037" v="12586" actId="20577"/>
        <pc:sldMkLst>
          <pc:docMk/>
          <pc:sldMk cId="1031815958" sldId="2147480958"/>
        </pc:sldMkLst>
        <pc:spChg chg="mod">
          <ac:chgData name="Vishaka V Seru" userId="d78bee01-40b6-46aa-849f-4f3c5060adf7" providerId="ADAL" clId="{81891C6D-2245-433F-9566-982F358108E6}" dt="2026-06-03T15:05:44.156" v="12316" actId="14100"/>
          <ac:spMkLst>
            <pc:docMk/>
            <pc:sldMk cId="1031815958" sldId="2147480958"/>
            <ac:spMk id="8" creationId="{A91FAFD2-E760-656B-895B-0FAC9A5625A6}"/>
          </ac:spMkLst>
        </pc:spChg>
        <pc:spChg chg="mod">
          <ac:chgData name="Vishaka V Seru" userId="d78bee01-40b6-46aa-849f-4f3c5060adf7" providerId="ADAL" clId="{81891C6D-2245-433F-9566-982F358108E6}" dt="2026-06-03T15:05:48.711" v="12327" actId="1035"/>
          <ac:spMkLst>
            <pc:docMk/>
            <pc:sldMk cId="1031815958" sldId="2147480958"/>
            <ac:spMk id="9" creationId="{134EAC4A-0395-7DF2-8248-DF5D7EF40263}"/>
          </ac:spMkLst>
        </pc:spChg>
        <pc:spChg chg="mod">
          <ac:chgData name="Vishaka V Seru" userId="d78bee01-40b6-46aa-849f-4f3c5060adf7" providerId="ADAL" clId="{81891C6D-2245-433F-9566-982F358108E6}" dt="2026-06-03T15:49:23.037" v="12586" actId="20577"/>
          <ac:spMkLst>
            <pc:docMk/>
            <pc:sldMk cId="1031815958" sldId="2147480958"/>
            <ac:spMk id="11" creationId="{2E24F2CB-4B2D-D597-3A22-E26C6C93E567}"/>
          </ac:spMkLst>
        </pc:spChg>
        <pc:spChg chg="mod">
          <ac:chgData name="Vishaka V Seru" userId="d78bee01-40b6-46aa-849f-4f3c5060adf7" providerId="ADAL" clId="{81891C6D-2245-433F-9566-982F358108E6}" dt="2026-06-03T15:05:53.268" v="12337" actId="1035"/>
          <ac:spMkLst>
            <pc:docMk/>
            <pc:sldMk cId="1031815958" sldId="2147480958"/>
            <ac:spMk id="12" creationId="{E81BFC31-FCBB-DFDF-71C6-CB42969D4E11}"/>
          </ac:spMkLst>
        </pc:spChg>
        <pc:spChg chg="mod">
          <ac:chgData name="Vishaka V Seru" userId="d78bee01-40b6-46aa-849f-4f3c5060adf7" providerId="ADAL" clId="{81891C6D-2245-433F-9566-982F358108E6}" dt="2026-06-03T15:06:01.699" v="12340" actId="14100"/>
          <ac:spMkLst>
            <pc:docMk/>
            <pc:sldMk cId="1031815958" sldId="2147480958"/>
            <ac:spMk id="14" creationId="{4B2CD557-5F0C-127C-8693-A77C5E3782EA}"/>
          </ac:spMkLst>
        </pc:spChg>
      </pc:sldChg>
      <pc:sldChg chg="add">
        <pc:chgData name="Vishaka V Seru" userId="d78bee01-40b6-46aa-849f-4f3c5060adf7" providerId="ADAL" clId="{81891C6D-2245-433F-9566-982F358108E6}" dt="2026-06-03T05:48:08.010" v="10660"/>
        <pc:sldMkLst>
          <pc:docMk/>
          <pc:sldMk cId="3787975257" sldId="2147480959"/>
        </pc:sldMkLst>
      </pc:sldChg>
      <pc:sldChg chg="modSp add mod">
        <pc:chgData name="Vishaka V Seru" userId="d78bee01-40b6-46aa-849f-4f3c5060adf7" providerId="ADAL" clId="{81891C6D-2245-433F-9566-982F358108E6}" dt="2026-06-03T15:49:35.721" v="12590" actId="20577"/>
        <pc:sldMkLst>
          <pc:docMk/>
          <pc:sldMk cId="132796321" sldId="2147480960"/>
        </pc:sldMkLst>
        <pc:spChg chg="mod">
          <ac:chgData name="Vishaka V Seru" userId="d78bee01-40b6-46aa-849f-4f3c5060adf7" providerId="ADAL" clId="{81891C6D-2245-433F-9566-982F358108E6}" dt="2026-06-03T15:06:22.851" v="12342" actId="14100"/>
          <ac:spMkLst>
            <pc:docMk/>
            <pc:sldMk cId="132796321" sldId="2147480960"/>
            <ac:spMk id="8" creationId="{0FAA233A-4FA3-6314-BD2F-C5F2D351764C}"/>
          </ac:spMkLst>
        </pc:spChg>
        <pc:spChg chg="mod">
          <ac:chgData name="Vishaka V Seru" userId="d78bee01-40b6-46aa-849f-4f3c5060adf7" providerId="ADAL" clId="{81891C6D-2245-433F-9566-982F358108E6}" dt="2026-06-03T15:06:28.309" v="12359" actId="1035"/>
          <ac:spMkLst>
            <pc:docMk/>
            <pc:sldMk cId="132796321" sldId="2147480960"/>
            <ac:spMk id="9" creationId="{AC6428C1-FCF2-4064-DB75-A6E041345F7E}"/>
          </ac:spMkLst>
        </pc:spChg>
        <pc:spChg chg="mod">
          <ac:chgData name="Vishaka V Seru" userId="d78bee01-40b6-46aa-849f-4f3c5060adf7" providerId="ADAL" clId="{81891C6D-2245-433F-9566-982F358108E6}" dt="2026-06-03T15:49:35.721" v="12590" actId="20577"/>
          <ac:spMkLst>
            <pc:docMk/>
            <pc:sldMk cId="132796321" sldId="2147480960"/>
            <ac:spMk id="11" creationId="{4F4B87CE-1B21-27B8-8532-5AE6D1634C7D}"/>
          </ac:spMkLst>
        </pc:spChg>
        <pc:spChg chg="mod">
          <ac:chgData name="Vishaka V Seru" userId="d78bee01-40b6-46aa-849f-4f3c5060adf7" providerId="ADAL" clId="{81891C6D-2245-433F-9566-982F358108E6}" dt="2026-06-03T15:06:39.684" v="12371" actId="1035"/>
          <ac:spMkLst>
            <pc:docMk/>
            <pc:sldMk cId="132796321" sldId="2147480960"/>
            <ac:spMk id="12" creationId="{79213E68-42E0-3F53-EDD4-7875B51ED4EC}"/>
          </ac:spMkLst>
        </pc:spChg>
        <pc:spChg chg="mod">
          <ac:chgData name="Vishaka V Seru" userId="d78bee01-40b6-46aa-849f-4f3c5060adf7" providerId="ADAL" clId="{81891C6D-2245-433F-9566-982F358108E6}" dt="2026-06-03T15:06:42.814" v="12372" actId="14100"/>
          <ac:spMkLst>
            <pc:docMk/>
            <pc:sldMk cId="132796321" sldId="2147480960"/>
            <ac:spMk id="14" creationId="{9EC82C6D-EBF0-8B3D-3FCF-217CC01C26B3}"/>
          </ac:spMkLst>
        </pc:spChg>
      </pc:sldChg>
      <pc:sldChg chg="add">
        <pc:chgData name="Vishaka V Seru" userId="d78bee01-40b6-46aa-849f-4f3c5060adf7" providerId="ADAL" clId="{81891C6D-2245-433F-9566-982F358108E6}" dt="2026-06-03T05:48:08.010" v="10660"/>
        <pc:sldMkLst>
          <pc:docMk/>
          <pc:sldMk cId="976087023" sldId="2147480961"/>
        </pc:sldMkLst>
      </pc:sldChg>
      <pc:sldChg chg="modSp add mod">
        <pc:chgData name="Vishaka V Seru" userId="d78bee01-40b6-46aa-849f-4f3c5060adf7" providerId="ADAL" clId="{81891C6D-2245-433F-9566-982F358108E6}" dt="2026-06-03T15:49:53.551" v="12600" actId="20577"/>
        <pc:sldMkLst>
          <pc:docMk/>
          <pc:sldMk cId="3414663048" sldId="2147480962"/>
        </pc:sldMkLst>
        <pc:spChg chg="mod">
          <ac:chgData name="Vishaka V Seru" userId="d78bee01-40b6-46aa-849f-4f3c5060adf7" providerId="ADAL" clId="{81891C6D-2245-433F-9566-982F358108E6}" dt="2026-06-03T15:49:49.326" v="12596" actId="20577"/>
          <ac:spMkLst>
            <pc:docMk/>
            <pc:sldMk cId="3414663048" sldId="2147480962"/>
            <ac:spMk id="11" creationId="{83794113-7817-B921-44DC-E1DEADBEA55F}"/>
          </ac:spMkLst>
        </pc:spChg>
        <pc:spChg chg="mod">
          <ac:chgData name="Vishaka V Seru" userId="d78bee01-40b6-46aa-849f-4f3c5060adf7" providerId="ADAL" clId="{81891C6D-2245-433F-9566-982F358108E6}" dt="2026-06-03T15:49:53.551" v="12600" actId="20577"/>
          <ac:spMkLst>
            <pc:docMk/>
            <pc:sldMk cId="3414663048" sldId="2147480962"/>
            <ac:spMk id="14" creationId="{0C19B195-CED4-20A6-0D28-386A52B4DA38}"/>
          </ac:spMkLst>
        </pc:spChg>
      </pc:sldChg>
      <pc:sldChg chg="add">
        <pc:chgData name="Vishaka V Seru" userId="d78bee01-40b6-46aa-849f-4f3c5060adf7" providerId="ADAL" clId="{81891C6D-2245-433F-9566-982F358108E6}" dt="2026-06-03T05:48:08.010" v="10660"/>
        <pc:sldMkLst>
          <pc:docMk/>
          <pc:sldMk cId="2293964033" sldId="2147480963"/>
        </pc:sldMkLst>
      </pc:sldChg>
      <pc:sldChg chg="modSp add mod">
        <pc:chgData name="Vishaka V Seru" userId="d78bee01-40b6-46aa-849f-4f3c5060adf7" providerId="ADAL" clId="{81891C6D-2245-433F-9566-982F358108E6}" dt="2026-06-03T15:06:58.186" v="12374" actId="20577"/>
        <pc:sldMkLst>
          <pc:docMk/>
          <pc:sldMk cId="1932664335" sldId="2147480964"/>
        </pc:sldMkLst>
        <pc:spChg chg="mod">
          <ac:chgData name="Vishaka V Seru" userId="d78bee01-40b6-46aa-849f-4f3c5060adf7" providerId="ADAL" clId="{81891C6D-2245-433F-9566-982F358108E6}" dt="2026-06-03T15:06:58.186" v="12374" actId="20577"/>
          <ac:spMkLst>
            <pc:docMk/>
            <pc:sldMk cId="1932664335" sldId="2147480964"/>
            <ac:spMk id="8" creationId="{32633817-DEB7-B5C1-DDEF-5F36152FCA6B}"/>
          </ac:spMkLst>
        </pc:spChg>
        <pc:spChg chg="mod">
          <ac:chgData name="Vishaka V Seru" userId="d78bee01-40b6-46aa-849f-4f3c5060adf7" providerId="ADAL" clId="{81891C6D-2245-433F-9566-982F358108E6}" dt="2026-06-03T13:06:44.497" v="11628"/>
          <ac:spMkLst>
            <pc:docMk/>
            <pc:sldMk cId="1932664335" sldId="2147480964"/>
            <ac:spMk id="14" creationId="{54CE0B43-4851-A63D-D6FC-2BDF9898FF34}"/>
          </ac:spMkLst>
        </pc:spChg>
      </pc:sldChg>
      <pc:sldChg chg="add">
        <pc:chgData name="Vishaka V Seru" userId="d78bee01-40b6-46aa-849f-4f3c5060adf7" providerId="ADAL" clId="{81891C6D-2245-433F-9566-982F358108E6}" dt="2026-06-03T05:48:08.010" v="10660"/>
        <pc:sldMkLst>
          <pc:docMk/>
          <pc:sldMk cId="3231260591" sldId="2147480965"/>
        </pc:sldMkLst>
      </pc:sldChg>
      <pc:sldChg chg="modSp add del mod">
        <pc:chgData name="Vishaka V Seru" userId="d78bee01-40b6-46aa-849f-4f3c5060adf7" providerId="ADAL" clId="{81891C6D-2245-433F-9566-982F358108E6}" dt="2026-06-16T13:37:14.426" v="12678" actId="47"/>
        <pc:sldMkLst>
          <pc:docMk/>
          <pc:sldMk cId="4051965318" sldId="2147480966"/>
        </pc:sldMkLst>
      </pc:sldChg>
      <pc:sldChg chg="addSp modSp add del mod">
        <pc:chgData name="Vishaka V Seru" userId="d78bee01-40b6-46aa-849f-4f3c5060adf7" providerId="ADAL" clId="{81891C6D-2245-433F-9566-982F358108E6}" dt="2026-06-16T13:37:15.752" v="12679" actId="47"/>
        <pc:sldMkLst>
          <pc:docMk/>
          <pc:sldMk cId="1732312058" sldId="2147480967"/>
        </pc:sldMkLst>
      </pc:sldChg>
      <pc:sldChg chg="modSp add mod">
        <pc:chgData name="Vishaka V Seru" userId="d78bee01-40b6-46aa-849f-4f3c5060adf7" providerId="ADAL" clId="{81891C6D-2245-433F-9566-982F358108E6}" dt="2026-06-16T16:09:47.675" v="12768" actId="20577"/>
        <pc:sldMkLst>
          <pc:docMk/>
          <pc:sldMk cId="914544036" sldId="2147480968"/>
        </pc:sldMkLst>
        <pc:graphicFrameChg chg="mod modGraphic">
          <ac:chgData name="Vishaka V Seru" userId="d78bee01-40b6-46aa-849f-4f3c5060adf7" providerId="ADAL" clId="{81891C6D-2245-433F-9566-982F358108E6}" dt="2026-06-16T16:09:47.675" v="12768" actId="20577"/>
          <ac:graphicFrameMkLst>
            <pc:docMk/>
            <pc:sldMk cId="914544036" sldId="2147480968"/>
            <ac:graphicFrameMk id="22" creationId="{FA31208F-F7E6-58B4-2F2E-9638F0D01AD5}"/>
          </ac:graphicFrameMkLst>
        </pc:graphicFrameChg>
      </pc:sldChg>
    </pc:docChg>
  </pc:docChgLst>
  <pc:docChgLst>
    <pc:chgData name="Erica Mountford" userId="424f580e-d44f-4c11-b6c7-7a128a71a6d7" providerId="ADAL" clId="{D99519ED-5F81-47F4-810A-4A668A7B2105}"/>
    <pc:docChg chg="undo custSel modSld">
      <pc:chgData name="Erica Mountford" userId="424f580e-d44f-4c11-b6c7-7a128a71a6d7" providerId="ADAL" clId="{D99519ED-5F81-47F4-810A-4A668A7B2105}" dt="2026-06-12T01:56:07.765" v="16" actId="700"/>
      <pc:docMkLst>
        <pc:docMk/>
      </pc:docMkLst>
      <pc:sldChg chg="addSp modSp mod">
        <pc:chgData name="Erica Mountford" userId="424f580e-d44f-4c11-b6c7-7a128a71a6d7" providerId="ADAL" clId="{D99519ED-5F81-47F4-810A-4A668A7B2105}" dt="2026-06-12T01:43:59.611" v="7" actId="207"/>
        <pc:sldMkLst>
          <pc:docMk/>
          <pc:sldMk cId="3581686589" sldId="2147480798"/>
        </pc:sldMkLst>
        <pc:spChg chg="add mod">
          <ac:chgData name="Erica Mountford" userId="424f580e-d44f-4c11-b6c7-7a128a71a6d7" providerId="ADAL" clId="{D99519ED-5F81-47F4-810A-4A668A7B2105}" dt="2026-06-12T01:43:59.611" v="7" actId="207"/>
          <ac:spMkLst>
            <pc:docMk/>
            <pc:sldMk cId="3581686589" sldId="2147480798"/>
            <ac:spMk id="3" creationId="{57BF66CC-E201-EAE0-8A34-667E8760BD6E}"/>
          </ac:spMkLst>
        </pc:spChg>
      </pc:sldChg>
      <pc:sldChg chg="modSp mod">
        <pc:chgData name="Erica Mountford" userId="424f580e-d44f-4c11-b6c7-7a128a71a6d7" providerId="ADAL" clId="{D99519ED-5F81-47F4-810A-4A668A7B2105}" dt="2026-06-12T01:44:34.310" v="12" actId="403"/>
        <pc:sldMkLst>
          <pc:docMk/>
          <pc:sldMk cId="3532438144" sldId="2147480879"/>
        </pc:sldMkLst>
        <pc:graphicFrameChg chg="modGraphic">
          <ac:chgData name="Erica Mountford" userId="424f580e-d44f-4c11-b6c7-7a128a71a6d7" providerId="ADAL" clId="{D99519ED-5F81-47F4-810A-4A668A7B2105}" dt="2026-06-12T01:44:34.310" v="12" actId="403"/>
          <ac:graphicFrameMkLst>
            <pc:docMk/>
            <pc:sldMk cId="3532438144" sldId="2147480879"/>
            <ac:graphicFrameMk id="22" creationId="{9F1F7F86-7923-FDE1-45C0-76EE781A2A5D}"/>
          </ac:graphicFrameMkLst>
        </pc:graphicFrameChg>
      </pc:sldChg>
      <pc:sldChg chg="modSp mod">
        <pc:chgData name="Erica Mountford" userId="424f580e-d44f-4c11-b6c7-7a128a71a6d7" providerId="ADAL" clId="{D99519ED-5F81-47F4-810A-4A668A7B2105}" dt="2026-06-12T01:53:33.448" v="14" actId="14734"/>
        <pc:sldMkLst>
          <pc:docMk/>
          <pc:sldMk cId="2307371160" sldId="2147480935"/>
        </pc:sldMkLst>
        <pc:graphicFrameChg chg="modGraphic">
          <ac:chgData name="Erica Mountford" userId="424f580e-d44f-4c11-b6c7-7a128a71a6d7" providerId="ADAL" clId="{D99519ED-5F81-47F4-810A-4A668A7B2105}" dt="2026-06-12T01:53:33.448" v="14" actId="14734"/>
          <ac:graphicFrameMkLst>
            <pc:docMk/>
            <pc:sldMk cId="2307371160" sldId="2147480935"/>
            <ac:graphicFrameMk id="22" creationId="{3BE06BB6-1986-24D9-F3C4-43308FBD5B44}"/>
          </ac:graphicFrameMkLst>
        </pc:graphicFrameChg>
      </pc:sldChg>
      <pc:sldChg chg="addSp delSp modSp mod modClrScheme chgLayout">
        <pc:chgData name="Erica Mountford" userId="424f580e-d44f-4c11-b6c7-7a128a71a6d7" providerId="ADAL" clId="{D99519ED-5F81-47F4-810A-4A668A7B2105}" dt="2026-06-12T01:56:07.765" v="16" actId="700"/>
        <pc:sldMkLst>
          <pc:docMk/>
          <pc:sldMk cId="55502694" sldId="2147480937"/>
        </pc:sldMkLst>
        <pc:spChg chg="mod ord">
          <ac:chgData name="Erica Mountford" userId="424f580e-d44f-4c11-b6c7-7a128a71a6d7" providerId="ADAL" clId="{D99519ED-5F81-47F4-810A-4A668A7B2105}" dt="2026-06-12T01:56:07.765" v="16" actId="700"/>
          <ac:spMkLst>
            <pc:docMk/>
            <pc:sldMk cId="55502694" sldId="2147480937"/>
            <ac:spMk id="2" creationId="{F7B76DAF-698F-4FE8-E955-5F56CFBF927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GB">
              <a:latin typeface="Arial" pitchFamily="34" charset="0"/>
            </a:endParaRPr>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75A85089-C692-4DEA-AC49-04CF34D4FE14}" type="datetimeFigureOut">
              <a:rPr lang="en-GB" smtClean="0">
                <a:latin typeface="Arial" pitchFamily="34" charset="0"/>
              </a:rPr>
              <a:pPr/>
              <a:t>16/06/2026</a:t>
            </a:fld>
            <a:endParaRPr lang="en-GB">
              <a:latin typeface="Arial" pitchFamily="34" charset="0"/>
            </a:endParaRPr>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GB">
              <a:latin typeface="Arial" pitchFamily="34" charset="0"/>
            </a:endParaRPr>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atin typeface="Arial" pitchFamily="34" charset="0"/>
              </a:defRPr>
            </a:lvl1pPr>
          </a:lstStyle>
          <a:p>
            <a:endParaRPr lang="en-GB"/>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atin typeface="Arial" pitchFamily="34" charset="0"/>
              </a:defRPr>
            </a:lvl1pPr>
          </a:lstStyle>
          <a:p>
            <a:fld id="{8045EBA9-A28D-4849-BFEA-AA04F6A21B63}" type="datetimeFigureOut">
              <a:rPr lang="en-GB" smtClean="0"/>
              <a:pPr/>
              <a:t>16/06/2026</a:t>
            </a:fld>
            <a:endParaRPr lang="en-GB"/>
          </a:p>
        </p:txBody>
      </p:sp>
      <p:sp>
        <p:nvSpPr>
          <p:cNvPr id="4" name="Slide Image Placeholder 3"/>
          <p:cNvSpPr>
            <a:spLocks noGrp="1" noRot="1" noChangeAspect="1"/>
          </p:cNvSpPr>
          <p:nvPr>
            <p:ph type="sldImg" idx="2"/>
          </p:nvPr>
        </p:nvSpPr>
        <p:spPr>
          <a:xfrm>
            <a:off x="395288" y="692150"/>
            <a:ext cx="6159500" cy="3463925"/>
          </a:xfrm>
          <a:prstGeom prst="rect">
            <a:avLst/>
          </a:prstGeom>
          <a:noFill/>
          <a:ln w="12700">
            <a:solidFill>
              <a:prstClr val="black"/>
            </a:solidFill>
          </a:ln>
        </p:spPr>
        <p:txBody>
          <a:bodyPr vert="horz" lIns="92492" tIns="46246" rIns="92492" bIns="46246" rtlCol="0" anchor="ctr"/>
          <a:lstStyle/>
          <a:p>
            <a:endParaRPr lang="en-GB"/>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atin typeface="Arial" pitchFamily="34" charset="0"/>
              </a:defRPr>
            </a:lvl1pPr>
          </a:lstStyle>
          <a:p>
            <a:endParaRPr lang="en-GB"/>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ey.com/en_gl/value-realized-annual-report"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ey.com/en_us/about-us#our-people"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ey.com/en_gl/value-realized-annual-report"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ey.com/en_us/about-us#our-people"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ey.com/en_gl/value-realized-annual-report"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ey.com/en_us/about-us#our-people"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ey.com/en_gl/value-realized-annual-report"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ey.com/en_us/about-us#our-people"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ey.com/en_gl/value-realized-annual-report"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s://www.ey.com/en_us/about-us#our-people"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bg1"/>
                </a:solidFill>
                <a:cs typeface="Arial" pitchFamily="34" charset="0"/>
              </a:rPr>
              <a:t>Source: </a:t>
            </a:r>
            <a:r>
              <a:rPr lang="en-US">
                <a:hlinkClick r:id="rId3"/>
              </a:rPr>
              <a:t>EY annual report 2024 Value realized | EY – Global</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cs typeface="Arial" pitchFamily="34" charset="0"/>
              </a:rPr>
              <a:t>Total employee number from ey.com: </a:t>
            </a:r>
            <a:r>
              <a:rPr lang="en-US">
                <a:hlinkClick r:id="rId4"/>
              </a:rPr>
              <a:t>About us | EY - US</a:t>
            </a:r>
            <a:endParaRPr lang="en-GB" sz="1200">
              <a:solidFill>
                <a:schemeClr val="bg1"/>
              </a:solidFill>
              <a:cs typeface="Arial"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EYInterstate Light" panose="02000506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849415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4F9E4-151C-A428-9370-5DF8DA919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55632-5D19-9B2E-8598-A5803539F93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0BF16BF-C2F4-14A4-ECDA-C69CD43CF4B5}"/>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bg1"/>
                </a:solidFill>
                <a:cs typeface="Arial" pitchFamily="34" charset="0"/>
              </a:rPr>
              <a:t>Source: </a:t>
            </a:r>
            <a:r>
              <a:rPr lang="en-US">
                <a:hlinkClick r:id="rId3"/>
              </a:rPr>
              <a:t>EY annual report 2024 Value realized | EY – Global</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cs typeface="Arial" pitchFamily="34" charset="0"/>
              </a:rPr>
              <a:t>Total employee number from ey.com: </a:t>
            </a:r>
            <a:r>
              <a:rPr lang="en-US">
                <a:hlinkClick r:id="rId4"/>
              </a:rPr>
              <a:t>About us | EY - US</a:t>
            </a:r>
            <a:endParaRPr lang="en-GB" sz="1200">
              <a:solidFill>
                <a:schemeClr val="bg1"/>
              </a:solidFill>
              <a:cs typeface="Arial" pitchFamily="34" charset="0"/>
            </a:endParaRPr>
          </a:p>
        </p:txBody>
      </p:sp>
      <p:sp>
        <p:nvSpPr>
          <p:cNvPr id="4" name="Slide Number Placeholder 3">
            <a:extLst>
              <a:ext uri="{FF2B5EF4-FFF2-40B4-BE49-F238E27FC236}">
                <a16:creationId xmlns:a16="http://schemas.microsoft.com/office/drawing/2014/main" id="{A13F1E5F-DF32-7588-87DE-602E92E028F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EYInterstate Light" panose="02000506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2324022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bg1"/>
                </a:solidFill>
                <a:cs typeface="Arial" pitchFamily="34" charset="0"/>
              </a:rPr>
              <a:t>Source: </a:t>
            </a:r>
            <a:r>
              <a:rPr lang="en-US">
                <a:hlinkClick r:id="rId3"/>
              </a:rPr>
              <a:t>EY annual report 2024 Value realized | EY – Global</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cs typeface="Arial" pitchFamily="34" charset="0"/>
              </a:rPr>
              <a:t>Total employee number from ey.com: </a:t>
            </a:r>
            <a:r>
              <a:rPr lang="en-US">
                <a:hlinkClick r:id="rId4"/>
              </a:rPr>
              <a:t>About us | EY - US</a:t>
            </a:r>
            <a:endParaRPr lang="en-GB" sz="1200">
              <a:solidFill>
                <a:schemeClr val="bg1"/>
              </a:solidFill>
              <a:cs typeface="Arial"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EYInterstate Light" panose="02000506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4253340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595B5-B906-AFC5-25EE-6671D27B49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3866A-CDA2-C7D7-35E2-856F6638BB1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DB6E51-D45F-B508-4AC5-16A946F8F7D5}"/>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bg1"/>
                </a:solidFill>
                <a:cs typeface="Arial" pitchFamily="34" charset="0"/>
              </a:rPr>
              <a:t>Source: </a:t>
            </a:r>
            <a:r>
              <a:rPr lang="en-US">
                <a:hlinkClick r:id="rId3"/>
              </a:rPr>
              <a:t>EY annual report 2024 Value realized | EY – Global</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cs typeface="Arial" pitchFamily="34" charset="0"/>
              </a:rPr>
              <a:t>Total employee number from ey.com: </a:t>
            </a:r>
            <a:r>
              <a:rPr lang="en-US">
                <a:hlinkClick r:id="rId4"/>
              </a:rPr>
              <a:t>About us | EY - US</a:t>
            </a:r>
            <a:endParaRPr lang="en-GB" sz="1200">
              <a:solidFill>
                <a:schemeClr val="bg1"/>
              </a:solidFill>
              <a:cs typeface="Arial" pitchFamily="34" charset="0"/>
            </a:endParaRPr>
          </a:p>
        </p:txBody>
      </p:sp>
      <p:sp>
        <p:nvSpPr>
          <p:cNvPr id="4" name="Slide Number Placeholder 3">
            <a:extLst>
              <a:ext uri="{FF2B5EF4-FFF2-40B4-BE49-F238E27FC236}">
                <a16:creationId xmlns:a16="http://schemas.microsoft.com/office/drawing/2014/main" id="{9537AA4C-CC14-5448-CB8B-E8E3E966024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EYInterstate Light" panose="02000506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3218759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B8E2E-2563-BF66-2707-CEFE635DC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340AA-874D-59AB-94AF-1DFF0B11BFB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44305A-765B-2E1E-2851-F8C810B0812D}"/>
              </a:ext>
            </a:extLst>
          </p:cNvPr>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solidFill>
                  <a:schemeClr val="bg1"/>
                </a:solidFill>
                <a:cs typeface="Arial" pitchFamily="34" charset="0"/>
              </a:rPr>
              <a:t>Source: </a:t>
            </a:r>
            <a:r>
              <a:rPr lang="en-US">
                <a:hlinkClick r:id="rId3"/>
              </a:rPr>
              <a:t>EY annual report 2024 Value realized | EY – Global</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1"/>
                </a:solidFill>
                <a:cs typeface="Arial" pitchFamily="34" charset="0"/>
              </a:rPr>
              <a:t>Total employee number from ey.com: </a:t>
            </a:r>
            <a:r>
              <a:rPr lang="en-US">
                <a:hlinkClick r:id="rId4"/>
              </a:rPr>
              <a:t>About us | EY - US</a:t>
            </a:r>
            <a:endParaRPr lang="en-GB" sz="1200">
              <a:solidFill>
                <a:schemeClr val="bg1"/>
              </a:solidFill>
              <a:cs typeface="Arial" pitchFamily="34" charset="0"/>
            </a:endParaRPr>
          </a:p>
        </p:txBody>
      </p:sp>
      <p:sp>
        <p:nvSpPr>
          <p:cNvPr id="4" name="Slide Number Placeholder 3">
            <a:extLst>
              <a:ext uri="{FF2B5EF4-FFF2-40B4-BE49-F238E27FC236}">
                <a16:creationId xmlns:a16="http://schemas.microsoft.com/office/drawing/2014/main" id="{E122E30F-BAE1-72F3-2706-B5A9CE95BCE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43D19E-BFDB-4C92-8EDD-32EDDA8F41DF}" type="slidenum">
              <a:rPr kumimoji="0" lang="en-GB" sz="1200" b="0" i="0" u="none" strike="noStrike" kern="1200" cap="none" spc="0" normalizeH="0" baseline="0" noProof="0" smtClean="0">
                <a:ln>
                  <a:noFill/>
                </a:ln>
                <a:solidFill>
                  <a:prstClr val="black"/>
                </a:solidFill>
                <a:effectLst/>
                <a:uLnTx/>
                <a:uFillTx/>
                <a:latin typeface="EYInterstate Light" panose="02000506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EYInterstate Light" panose="02000506000000020004" pitchFamily="2" charset="0"/>
              <a:ea typeface="+mn-ea"/>
              <a:cs typeface="+mn-cs"/>
            </a:endParaRPr>
          </a:p>
        </p:txBody>
      </p:sp>
    </p:spTree>
    <p:extLst>
      <p:ext uri="{BB962C8B-B14F-4D97-AF65-F5344CB8AC3E}">
        <p14:creationId xmlns:p14="http://schemas.microsoft.com/office/powerpoint/2010/main" val="1668159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F26F9-A8B5-7797-364D-B9B982C9A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DCCE81-EF17-F7BF-B659-122F82033DE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7055CE8-8A63-0479-54B3-ACD2A61EA51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4F6BA8F-7D1D-70CA-7595-C9398532F01D}"/>
              </a:ext>
            </a:extLst>
          </p:cNvPr>
          <p:cNvSpPr>
            <a:spLocks noGrp="1"/>
          </p:cNvSpPr>
          <p:nvPr>
            <p:ph type="sldNum" sz="quarter" idx="10"/>
          </p:nvPr>
        </p:nvSpPr>
        <p:spPr/>
        <p:txBody>
          <a:bodyPr/>
          <a:lstStyle/>
          <a:p>
            <a:fld id="{16081EDF-5C34-4241-A7EA-BE3D4B432F50}" type="slidenum">
              <a:rPr lang="en-GB" smtClean="0"/>
              <a:t>10</a:t>
            </a:fld>
            <a:endParaRPr lang="en-GB"/>
          </a:p>
        </p:txBody>
      </p:sp>
    </p:spTree>
    <p:extLst>
      <p:ext uri="{BB962C8B-B14F-4D97-AF65-F5344CB8AC3E}">
        <p14:creationId xmlns:p14="http://schemas.microsoft.com/office/powerpoint/2010/main" val="3015016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AE272-2438-D1A1-175A-976C37132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74030-514D-F9A0-938A-5CAB0127430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BDAFFD-2E21-06A2-0760-3F0F59D628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D1092A-EE21-B48B-852C-961A8EB786C9}"/>
              </a:ext>
            </a:extLst>
          </p:cNvPr>
          <p:cNvSpPr>
            <a:spLocks noGrp="1"/>
          </p:cNvSpPr>
          <p:nvPr>
            <p:ph type="sldNum" sz="quarter" idx="5"/>
          </p:nvPr>
        </p:nvSpPr>
        <p:spPr/>
        <p:txBody>
          <a:bodyPr/>
          <a:lstStyle/>
          <a:p>
            <a:fld id="{5B43D19E-BFDB-4C92-8EDD-32EDDA8F41DF}" type="slidenum">
              <a:rPr lang="en-GB" smtClean="0"/>
              <a:pPr/>
              <a:t>11</a:t>
            </a:fld>
            <a:endParaRPr lang="en-GB"/>
          </a:p>
        </p:txBody>
      </p:sp>
    </p:spTree>
    <p:extLst>
      <p:ext uri="{BB962C8B-B14F-4D97-AF65-F5344CB8AC3E}">
        <p14:creationId xmlns:p14="http://schemas.microsoft.com/office/powerpoint/2010/main" val="1221283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9EA83-9845-7062-C1AF-6CCBEFD81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AB249-A45C-B3D9-2AEA-71D53DB80F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D8FDA0B-00C4-B6C5-378E-FBBBC0AF93F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F113218-C2DD-8E67-15B7-C96257477BD3}"/>
              </a:ext>
            </a:extLst>
          </p:cNvPr>
          <p:cNvSpPr>
            <a:spLocks noGrp="1"/>
          </p:cNvSpPr>
          <p:nvPr>
            <p:ph type="sldNum" sz="quarter" idx="10"/>
          </p:nvPr>
        </p:nvSpPr>
        <p:spPr/>
        <p:txBody>
          <a:bodyPr/>
          <a:lstStyle/>
          <a:p>
            <a:fld id="{16081EDF-5C34-4241-A7EA-BE3D4B432F50}" type="slidenum">
              <a:rPr lang="en-GB" smtClean="0"/>
              <a:t>12</a:t>
            </a:fld>
            <a:endParaRPr lang="en-GB"/>
          </a:p>
        </p:txBody>
      </p:sp>
    </p:spTree>
    <p:extLst>
      <p:ext uri="{BB962C8B-B14F-4D97-AF65-F5344CB8AC3E}">
        <p14:creationId xmlns:p14="http://schemas.microsoft.com/office/powerpoint/2010/main" val="319943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EBB75-BAAF-B1C7-9077-C8D7CCF32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BABE6D-2418-15D6-830E-C8A2350125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9A2F6B-7D53-2497-420C-AC0341C9BBD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B921AB-0CBA-453A-2145-D5D093FD081D}"/>
              </a:ext>
            </a:extLst>
          </p:cNvPr>
          <p:cNvSpPr>
            <a:spLocks noGrp="1"/>
          </p:cNvSpPr>
          <p:nvPr>
            <p:ph type="sldNum" sz="quarter" idx="5"/>
          </p:nvPr>
        </p:nvSpPr>
        <p:spPr/>
        <p:txBody>
          <a:bodyPr/>
          <a:lstStyle/>
          <a:p>
            <a:fld id="{5B43D19E-BFDB-4C92-8EDD-32EDDA8F41DF}" type="slidenum">
              <a:rPr lang="en-GB" smtClean="0"/>
              <a:pPr/>
              <a:t>13</a:t>
            </a:fld>
            <a:endParaRPr lang="en-GB"/>
          </a:p>
        </p:txBody>
      </p:sp>
    </p:spTree>
    <p:extLst>
      <p:ext uri="{BB962C8B-B14F-4D97-AF65-F5344CB8AC3E}">
        <p14:creationId xmlns:p14="http://schemas.microsoft.com/office/powerpoint/2010/main" val="17316379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6D7F4-7A8B-2C35-320C-2B1E1D346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9E906-0635-1AD3-E887-8A790821E3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5E87E9-82ED-E34E-B3E4-576EE8C63B4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195F3BC-29FB-706B-DB66-7815834B0E63}"/>
              </a:ext>
            </a:extLst>
          </p:cNvPr>
          <p:cNvSpPr>
            <a:spLocks noGrp="1"/>
          </p:cNvSpPr>
          <p:nvPr>
            <p:ph type="sldNum" sz="quarter" idx="10"/>
          </p:nvPr>
        </p:nvSpPr>
        <p:spPr/>
        <p:txBody>
          <a:bodyPr/>
          <a:lstStyle/>
          <a:p>
            <a:fld id="{16081EDF-5C34-4241-A7EA-BE3D4B432F50}" type="slidenum">
              <a:rPr lang="en-GB" smtClean="0"/>
              <a:t>14</a:t>
            </a:fld>
            <a:endParaRPr lang="en-GB"/>
          </a:p>
        </p:txBody>
      </p:sp>
    </p:spTree>
    <p:extLst>
      <p:ext uri="{BB962C8B-B14F-4D97-AF65-F5344CB8AC3E}">
        <p14:creationId xmlns:p14="http://schemas.microsoft.com/office/powerpoint/2010/main" val="3761780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6CA19-3FA3-5FDE-1E05-F04CDC1A5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1EE98C-9BB1-1B89-4F2B-3BA7CB50FB9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0BC7569-DC97-27E8-796E-689A22F8C8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8DB33A0-E054-0FF3-AC33-B41F213FE689}"/>
              </a:ext>
            </a:extLst>
          </p:cNvPr>
          <p:cNvSpPr>
            <a:spLocks noGrp="1"/>
          </p:cNvSpPr>
          <p:nvPr>
            <p:ph type="sldNum" sz="quarter" idx="5"/>
          </p:nvPr>
        </p:nvSpPr>
        <p:spPr/>
        <p:txBody>
          <a:bodyPr/>
          <a:lstStyle/>
          <a:p>
            <a:fld id="{5B43D19E-BFDB-4C92-8EDD-32EDDA8F41DF}" type="slidenum">
              <a:rPr lang="en-GB" smtClean="0"/>
              <a:pPr/>
              <a:t>15</a:t>
            </a:fld>
            <a:endParaRPr lang="en-GB"/>
          </a:p>
        </p:txBody>
      </p:sp>
    </p:spTree>
    <p:extLst>
      <p:ext uri="{BB962C8B-B14F-4D97-AF65-F5344CB8AC3E}">
        <p14:creationId xmlns:p14="http://schemas.microsoft.com/office/powerpoint/2010/main" val="1526514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B470C-C55E-763C-059B-09D0D5D64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39C331-1B96-BAF2-105B-82647628480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F715BFB-C18A-B6BA-C4AE-8BC3196AE00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E192E66-2856-2744-19BD-4CF4C853BF08}"/>
              </a:ext>
            </a:extLst>
          </p:cNvPr>
          <p:cNvSpPr>
            <a:spLocks noGrp="1"/>
          </p:cNvSpPr>
          <p:nvPr>
            <p:ph type="sldNum" sz="quarter" idx="10"/>
          </p:nvPr>
        </p:nvSpPr>
        <p:spPr/>
        <p:txBody>
          <a:bodyPr/>
          <a:lstStyle/>
          <a:p>
            <a:fld id="{16081EDF-5C34-4241-A7EA-BE3D4B432F50}" type="slidenum">
              <a:rPr lang="en-GB" smtClean="0"/>
              <a:t>16</a:t>
            </a:fld>
            <a:endParaRPr lang="en-GB"/>
          </a:p>
        </p:txBody>
      </p:sp>
    </p:spTree>
    <p:extLst>
      <p:ext uri="{BB962C8B-B14F-4D97-AF65-F5344CB8AC3E}">
        <p14:creationId xmlns:p14="http://schemas.microsoft.com/office/powerpoint/2010/main" val="3003794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93FA-F72D-B73D-CAFF-77E480907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7B52C-CF1D-D0B1-9830-762B559D68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CB9ECA-9DCF-4C27-62A7-39300BC0E3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014BCFE-EAA8-7F79-8A9E-2820F700C4F1}"/>
              </a:ext>
            </a:extLst>
          </p:cNvPr>
          <p:cNvSpPr>
            <a:spLocks noGrp="1"/>
          </p:cNvSpPr>
          <p:nvPr>
            <p:ph type="sldNum" sz="quarter" idx="5"/>
          </p:nvPr>
        </p:nvSpPr>
        <p:spPr/>
        <p:txBody>
          <a:bodyPr/>
          <a:lstStyle/>
          <a:p>
            <a:fld id="{5B43D19E-BFDB-4C92-8EDD-32EDDA8F41DF}" type="slidenum">
              <a:rPr lang="en-GB" smtClean="0"/>
              <a:pPr/>
              <a:t>17</a:t>
            </a:fld>
            <a:endParaRPr lang="en-GB"/>
          </a:p>
        </p:txBody>
      </p:sp>
    </p:spTree>
    <p:extLst>
      <p:ext uri="{BB962C8B-B14F-4D97-AF65-F5344CB8AC3E}">
        <p14:creationId xmlns:p14="http://schemas.microsoft.com/office/powerpoint/2010/main" val="41390190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03E94-AB72-9C45-FCEB-1B250D107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729D3-4088-4A0C-43AB-B5A31D5FDC7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B3454BD-CF65-FB67-5D19-B399E2069DF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BEF2A76-0494-2074-FE60-800A493D71E5}"/>
              </a:ext>
            </a:extLst>
          </p:cNvPr>
          <p:cNvSpPr>
            <a:spLocks noGrp="1"/>
          </p:cNvSpPr>
          <p:nvPr>
            <p:ph type="sldNum" sz="quarter" idx="10"/>
          </p:nvPr>
        </p:nvSpPr>
        <p:spPr/>
        <p:txBody>
          <a:bodyPr/>
          <a:lstStyle/>
          <a:p>
            <a:fld id="{16081EDF-5C34-4241-A7EA-BE3D4B432F50}" type="slidenum">
              <a:rPr lang="en-GB" smtClean="0"/>
              <a:t>18</a:t>
            </a:fld>
            <a:endParaRPr lang="en-GB"/>
          </a:p>
        </p:txBody>
      </p:sp>
    </p:spTree>
    <p:extLst>
      <p:ext uri="{BB962C8B-B14F-4D97-AF65-F5344CB8AC3E}">
        <p14:creationId xmlns:p14="http://schemas.microsoft.com/office/powerpoint/2010/main" val="3151457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40CFE-404F-3CC3-03A9-2378D45691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57596-8942-9741-3930-D0678AF512C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F49E7F4-F99D-4D15-B5B3-29B257CA84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B9D98B-518E-6D45-DFF5-EA6AA8056505}"/>
              </a:ext>
            </a:extLst>
          </p:cNvPr>
          <p:cNvSpPr>
            <a:spLocks noGrp="1"/>
          </p:cNvSpPr>
          <p:nvPr>
            <p:ph type="sldNum" sz="quarter" idx="5"/>
          </p:nvPr>
        </p:nvSpPr>
        <p:spPr/>
        <p:txBody>
          <a:bodyPr/>
          <a:lstStyle/>
          <a:p>
            <a:fld id="{5B43D19E-BFDB-4C92-8EDD-32EDDA8F41DF}" type="slidenum">
              <a:rPr lang="en-GB" smtClean="0"/>
              <a:pPr/>
              <a:t>19</a:t>
            </a:fld>
            <a:endParaRPr lang="en-GB"/>
          </a:p>
        </p:txBody>
      </p:sp>
    </p:spTree>
    <p:extLst>
      <p:ext uri="{BB962C8B-B14F-4D97-AF65-F5344CB8AC3E}">
        <p14:creationId xmlns:p14="http://schemas.microsoft.com/office/powerpoint/2010/main" val="518270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BE4EB-03B4-4F32-6704-AB25B1EE5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F4735-C2BE-801F-52CB-68B28BD540F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A22265-2E83-2C1C-2ADF-EA96E9F1BFC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CA175C0-AD70-223C-B062-CF50223BA3EA}"/>
              </a:ext>
            </a:extLst>
          </p:cNvPr>
          <p:cNvSpPr>
            <a:spLocks noGrp="1"/>
          </p:cNvSpPr>
          <p:nvPr>
            <p:ph type="sldNum" sz="quarter" idx="10"/>
          </p:nvPr>
        </p:nvSpPr>
        <p:spPr/>
        <p:txBody>
          <a:bodyPr/>
          <a:lstStyle/>
          <a:p>
            <a:fld id="{16081EDF-5C34-4241-A7EA-BE3D4B432F50}" type="slidenum">
              <a:rPr lang="en-GB" smtClean="0"/>
              <a:t>20</a:t>
            </a:fld>
            <a:endParaRPr lang="en-GB"/>
          </a:p>
        </p:txBody>
      </p:sp>
    </p:spTree>
    <p:extLst>
      <p:ext uri="{BB962C8B-B14F-4D97-AF65-F5344CB8AC3E}">
        <p14:creationId xmlns:p14="http://schemas.microsoft.com/office/powerpoint/2010/main" val="726273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E269A-CE64-D99E-8BB0-AB0D662B2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8FDCB1-D604-488F-AB98-8786C1BC0AD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4618F7-8913-07AE-C515-BAAC061CEA0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D1FB26-2756-8DA0-A8B4-7D2B5397BC80}"/>
              </a:ext>
            </a:extLst>
          </p:cNvPr>
          <p:cNvSpPr>
            <a:spLocks noGrp="1"/>
          </p:cNvSpPr>
          <p:nvPr>
            <p:ph type="sldNum" sz="quarter" idx="5"/>
          </p:nvPr>
        </p:nvSpPr>
        <p:spPr/>
        <p:txBody>
          <a:bodyPr/>
          <a:lstStyle/>
          <a:p>
            <a:fld id="{5B43D19E-BFDB-4C92-8EDD-32EDDA8F41DF}" type="slidenum">
              <a:rPr lang="en-GB" smtClean="0"/>
              <a:pPr/>
              <a:t>21</a:t>
            </a:fld>
            <a:endParaRPr lang="en-GB"/>
          </a:p>
        </p:txBody>
      </p:sp>
    </p:spTree>
    <p:extLst>
      <p:ext uri="{BB962C8B-B14F-4D97-AF65-F5344CB8AC3E}">
        <p14:creationId xmlns:p14="http://schemas.microsoft.com/office/powerpoint/2010/main" val="21817657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38524-144F-6B13-56CF-274DBCF0C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7F3C-E5CB-2F56-BAE0-C3644D96F0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25CF80-D815-E312-FAE6-0EF27EAD470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F7C38C4-2C2B-E4A7-1FDD-3236BEB4202A}"/>
              </a:ext>
            </a:extLst>
          </p:cNvPr>
          <p:cNvSpPr>
            <a:spLocks noGrp="1"/>
          </p:cNvSpPr>
          <p:nvPr>
            <p:ph type="sldNum" sz="quarter" idx="10"/>
          </p:nvPr>
        </p:nvSpPr>
        <p:spPr/>
        <p:txBody>
          <a:bodyPr/>
          <a:lstStyle/>
          <a:p>
            <a:fld id="{16081EDF-5C34-4241-A7EA-BE3D4B432F50}" type="slidenum">
              <a:rPr lang="en-GB" smtClean="0"/>
              <a:t>22</a:t>
            </a:fld>
            <a:endParaRPr lang="en-GB"/>
          </a:p>
        </p:txBody>
      </p:sp>
    </p:spTree>
    <p:extLst>
      <p:ext uri="{BB962C8B-B14F-4D97-AF65-F5344CB8AC3E}">
        <p14:creationId xmlns:p14="http://schemas.microsoft.com/office/powerpoint/2010/main" val="1792788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B1BFA-5FE5-81C8-6E99-DC608073E2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F7998-52EC-CEAF-30FE-7253F6D62F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55DBBD-6F67-CCEC-BA0C-6E7C572B7B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56F1EA-B670-B578-61BB-5A9B29C9534A}"/>
              </a:ext>
            </a:extLst>
          </p:cNvPr>
          <p:cNvSpPr>
            <a:spLocks noGrp="1"/>
          </p:cNvSpPr>
          <p:nvPr>
            <p:ph type="sldNum" sz="quarter" idx="5"/>
          </p:nvPr>
        </p:nvSpPr>
        <p:spPr/>
        <p:txBody>
          <a:bodyPr/>
          <a:lstStyle/>
          <a:p>
            <a:fld id="{5B43D19E-BFDB-4C92-8EDD-32EDDA8F41DF}" type="slidenum">
              <a:rPr lang="en-GB" smtClean="0"/>
              <a:pPr/>
              <a:t>23</a:t>
            </a:fld>
            <a:endParaRPr lang="en-GB"/>
          </a:p>
        </p:txBody>
      </p:sp>
    </p:spTree>
    <p:extLst>
      <p:ext uri="{BB962C8B-B14F-4D97-AF65-F5344CB8AC3E}">
        <p14:creationId xmlns:p14="http://schemas.microsoft.com/office/powerpoint/2010/main" val="34270582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C9003-C345-8571-9994-CDD9F243E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86B23-A417-2E0C-BFA1-8DA71B999A9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97BEDC-20E8-A668-3C79-4E0AF0624DC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B4595E7-8929-CEF3-10D0-2793BAE00710}"/>
              </a:ext>
            </a:extLst>
          </p:cNvPr>
          <p:cNvSpPr>
            <a:spLocks noGrp="1"/>
          </p:cNvSpPr>
          <p:nvPr>
            <p:ph type="sldNum" sz="quarter" idx="10"/>
          </p:nvPr>
        </p:nvSpPr>
        <p:spPr/>
        <p:txBody>
          <a:bodyPr/>
          <a:lstStyle/>
          <a:p>
            <a:fld id="{16081EDF-5C34-4241-A7EA-BE3D4B432F50}" type="slidenum">
              <a:rPr lang="en-GB" smtClean="0"/>
              <a:t>25</a:t>
            </a:fld>
            <a:endParaRPr lang="en-GB"/>
          </a:p>
        </p:txBody>
      </p:sp>
    </p:spTree>
    <p:extLst>
      <p:ext uri="{BB962C8B-B14F-4D97-AF65-F5344CB8AC3E}">
        <p14:creationId xmlns:p14="http://schemas.microsoft.com/office/powerpoint/2010/main" val="229851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2A9FC-02ED-90CE-AB03-14950FEEA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A517F-1467-6F52-561F-36ABC9DD6AD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F96FB90-6B52-4C3E-3456-AEA1D770159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9B65E5-F480-B0D6-CB84-5029009C3CAB}"/>
              </a:ext>
            </a:extLst>
          </p:cNvPr>
          <p:cNvSpPr>
            <a:spLocks noGrp="1"/>
          </p:cNvSpPr>
          <p:nvPr>
            <p:ph type="sldNum" sz="quarter" idx="5"/>
          </p:nvPr>
        </p:nvSpPr>
        <p:spPr/>
        <p:txBody>
          <a:bodyPr/>
          <a:lstStyle/>
          <a:p>
            <a:fld id="{5B43D19E-BFDB-4C92-8EDD-32EDDA8F41DF}" type="slidenum">
              <a:rPr lang="en-GB" smtClean="0"/>
              <a:pPr/>
              <a:t>26</a:t>
            </a:fld>
            <a:endParaRPr lang="en-GB"/>
          </a:p>
        </p:txBody>
      </p:sp>
    </p:spTree>
    <p:extLst>
      <p:ext uri="{BB962C8B-B14F-4D97-AF65-F5344CB8AC3E}">
        <p14:creationId xmlns:p14="http://schemas.microsoft.com/office/powerpoint/2010/main" val="2724423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686E-124A-8836-1521-571BB1A12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5A3CE-2FBF-E307-3A5A-592CF155C7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4BF8F7-E06B-A4F0-9C71-41FB95F8930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DF40B07-45DB-CC6C-5982-38DDD1F34065}"/>
              </a:ext>
            </a:extLst>
          </p:cNvPr>
          <p:cNvSpPr>
            <a:spLocks noGrp="1"/>
          </p:cNvSpPr>
          <p:nvPr>
            <p:ph type="sldNum" sz="quarter" idx="10"/>
          </p:nvPr>
        </p:nvSpPr>
        <p:spPr/>
        <p:txBody>
          <a:bodyPr/>
          <a:lstStyle/>
          <a:p>
            <a:fld id="{16081EDF-5C34-4241-A7EA-BE3D4B432F50}" type="slidenum">
              <a:rPr lang="en-GB" smtClean="0"/>
              <a:t>27</a:t>
            </a:fld>
            <a:endParaRPr lang="en-GB"/>
          </a:p>
        </p:txBody>
      </p:sp>
    </p:spTree>
    <p:extLst>
      <p:ext uri="{BB962C8B-B14F-4D97-AF65-F5344CB8AC3E}">
        <p14:creationId xmlns:p14="http://schemas.microsoft.com/office/powerpoint/2010/main" val="23777262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8A91B-DDAB-541E-8BD5-0BFC24ECC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6E28A-887A-0AEB-2834-77BE1A764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D6240CB-3AEC-AC7D-98BC-EBA631E310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89EF5D-319C-D44E-E32A-00E5C7731ECC}"/>
              </a:ext>
            </a:extLst>
          </p:cNvPr>
          <p:cNvSpPr>
            <a:spLocks noGrp="1"/>
          </p:cNvSpPr>
          <p:nvPr>
            <p:ph type="sldNum" sz="quarter" idx="5"/>
          </p:nvPr>
        </p:nvSpPr>
        <p:spPr/>
        <p:txBody>
          <a:bodyPr/>
          <a:lstStyle/>
          <a:p>
            <a:fld id="{5B43D19E-BFDB-4C92-8EDD-32EDDA8F41DF}" type="slidenum">
              <a:rPr lang="en-GB" smtClean="0"/>
              <a:pPr/>
              <a:t>28</a:t>
            </a:fld>
            <a:endParaRPr lang="en-GB"/>
          </a:p>
        </p:txBody>
      </p:sp>
    </p:spTree>
    <p:extLst>
      <p:ext uri="{BB962C8B-B14F-4D97-AF65-F5344CB8AC3E}">
        <p14:creationId xmlns:p14="http://schemas.microsoft.com/office/powerpoint/2010/main" val="1504409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6E6D1-90FF-1780-3185-A6883BB84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71D2D-0997-2090-C8D6-0DB32F4593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CA9E648-C23D-C3BC-4653-E5332D4D0AA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D5A9650-1EA0-750E-47C0-CD5DFC16B169}"/>
              </a:ext>
            </a:extLst>
          </p:cNvPr>
          <p:cNvSpPr>
            <a:spLocks noGrp="1"/>
          </p:cNvSpPr>
          <p:nvPr>
            <p:ph type="sldNum" sz="quarter" idx="10"/>
          </p:nvPr>
        </p:nvSpPr>
        <p:spPr/>
        <p:txBody>
          <a:bodyPr/>
          <a:lstStyle/>
          <a:p>
            <a:fld id="{16081EDF-5C34-4241-A7EA-BE3D4B432F50}" type="slidenum">
              <a:rPr lang="en-GB" smtClean="0"/>
              <a:t>29</a:t>
            </a:fld>
            <a:endParaRPr lang="en-GB"/>
          </a:p>
        </p:txBody>
      </p:sp>
    </p:spTree>
    <p:extLst>
      <p:ext uri="{BB962C8B-B14F-4D97-AF65-F5344CB8AC3E}">
        <p14:creationId xmlns:p14="http://schemas.microsoft.com/office/powerpoint/2010/main" val="10121993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5C15-1B2A-A8FC-1471-8EBC639F97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54C2C-F124-6F79-00B3-D0B47535DF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522E4EA-0F66-CE8C-788C-90DCA204F9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F49608-13F8-77D3-AD43-5947495E2780}"/>
              </a:ext>
            </a:extLst>
          </p:cNvPr>
          <p:cNvSpPr>
            <a:spLocks noGrp="1"/>
          </p:cNvSpPr>
          <p:nvPr>
            <p:ph type="sldNum" sz="quarter" idx="5"/>
          </p:nvPr>
        </p:nvSpPr>
        <p:spPr/>
        <p:txBody>
          <a:bodyPr/>
          <a:lstStyle/>
          <a:p>
            <a:fld id="{5B43D19E-BFDB-4C92-8EDD-32EDDA8F41DF}" type="slidenum">
              <a:rPr lang="en-GB" smtClean="0"/>
              <a:pPr/>
              <a:t>30</a:t>
            </a:fld>
            <a:endParaRPr lang="en-GB"/>
          </a:p>
        </p:txBody>
      </p:sp>
    </p:spTree>
    <p:extLst>
      <p:ext uri="{BB962C8B-B14F-4D97-AF65-F5344CB8AC3E}">
        <p14:creationId xmlns:p14="http://schemas.microsoft.com/office/powerpoint/2010/main" val="519260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3758E-D26C-C4E4-463F-39DB7185F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C8DC98-FD0D-A8E2-95E9-0E9BD1B59D8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E025971-6A70-AED2-18D2-587B030A0AC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EA1DDF0-3894-AE92-27D7-048C2CC50D66}"/>
              </a:ext>
            </a:extLst>
          </p:cNvPr>
          <p:cNvSpPr>
            <a:spLocks noGrp="1"/>
          </p:cNvSpPr>
          <p:nvPr>
            <p:ph type="sldNum" sz="quarter" idx="10"/>
          </p:nvPr>
        </p:nvSpPr>
        <p:spPr/>
        <p:txBody>
          <a:bodyPr/>
          <a:lstStyle/>
          <a:p>
            <a:fld id="{16081EDF-5C34-4241-A7EA-BE3D4B432F50}" type="slidenum">
              <a:rPr lang="en-GB" smtClean="0"/>
              <a:t>31</a:t>
            </a:fld>
            <a:endParaRPr lang="en-GB"/>
          </a:p>
        </p:txBody>
      </p:sp>
    </p:spTree>
    <p:extLst>
      <p:ext uri="{BB962C8B-B14F-4D97-AF65-F5344CB8AC3E}">
        <p14:creationId xmlns:p14="http://schemas.microsoft.com/office/powerpoint/2010/main" val="1685873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38FC7-5350-C42A-230F-20DD2B413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5D4B0-2E72-BE43-CFAD-7FC0D74B15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8EA0FF2-F62D-66C0-E3E5-5AABA1F749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DCDFF7E-893F-E2D7-F24B-39435A3CFE9E}"/>
              </a:ext>
            </a:extLst>
          </p:cNvPr>
          <p:cNvSpPr>
            <a:spLocks noGrp="1"/>
          </p:cNvSpPr>
          <p:nvPr>
            <p:ph type="sldNum" sz="quarter" idx="5"/>
          </p:nvPr>
        </p:nvSpPr>
        <p:spPr/>
        <p:txBody>
          <a:bodyPr/>
          <a:lstStyle/>
          <a:p>
            <a:fld id="{5B43D19E-BFDB-4C92-8EDD-32EDDA8F41DF}" type="slidenum">
              <a:rPr lang="en-GB" smtClean="0"/>
              <a:pPr/>
              <a:t>32</a:t>
            </a:fld>
            <a:endParaRPr lang="en-GB"/>
          </a:p>
        </p:txBody>
      </p:sp>
    </p:spTree>
    <p:extLst>
      <p:ext uri="{BB962C8B-B14F-4D97-AF65-F5344CB8AC3E}">
        <p14:creationId xmlns:p14="http://schemas.microsoft.com/office/powerpoint/2010/main" val="13542573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13ACF-4BD1-AEA5-BC51-F18A84847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105DC-B94B-2ED2-A8F0-84AB580083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B066283-B869-7A0B-D9FE-8CD14FF4CF1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6E4F24B-BD5C-79A0-02CD-EC7862B7E57C}"/>
              </a:ext>
            </a:extLst>
          </p:cNvPr>
          <p:cNvSpPr>
            <a:spLocks noGrp="1"/>
          </p:cNvSpPr>
          <p:nvPr>
            <p:ph type="sldNum" sz="quarter" idx="10"/>
          </p:nvPr>
        </p:nvSpPr>
        <p:spPr/>
        <p:txBody>
          <a:bodyPr/>
          <a:lstStyle/>
          <a:p>
            <a:fld id="{16081EDF-5C34-4241-A7EA-BE3D4B432F50}" type="slidenum">
              <a:rPr lang="en-GB" smtClean="0"/>
              <a:t>33</a:t>
            </a:fld>
            <a:endParaRPr lang="en-GB"/>
          </a:p>
        </p:txBody>
      </p:sp>
    </p:spTree>
    <p:extLst>
      <p:ext uri="{BB962C8B-B14F-4D97-AF65-F5344CB8AC3E}">
        <p14:creationId xmlns:p14="http://schemas.microsoft.com/office/powerpoint/2010/main" val="1322025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C3618-5053-3FE4-1569-444A05DE4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0A2C35-C12F-9CA8-FD9E-5E29C55C8B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2316978-01E6-2032-131E-DFDE60583B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CFA6750-2764-D817-7B0F-EFB7F5227F08}"/>
              </a:ext>
            </a:extLst>
          </p:cNvPr>
          <p:cNvSpPr>
            <a:spLocks noGrp="1"/>
          </p:cNvSpPr>
          <p:nvPr>
            <p:ph type="sldNum" sz="quarter" idx="5"/>
          </p:nvPr>
        </p:nvSpPr>
        <p:spPr/>
        <p:txBody>
          <a:bodyPr/>
          <a:lstStyle/>
          <a:p>
            <a:fld id="{5B43D19E-BFDB-4C92-8EDD-32EDDA8F41DF}" type="slidenum">
              <a:rPr lang="en-GB" smtClean="0"/>
              <a:pPr/>
              <a:t>34</a:t>
            </a:fld>
            <a:endParaRPr lang="en-GB"/>
          </a:p>
        </p:txBody>
      </p:sp>
    </p:spTree>
    <p:extLst>
      <p:ext uri="{BB962C8B-B14F-4D97-AF65-F5344CB8AC3E}">
        <p14:creationId xmlns:p14="http://schemas.microsoft.com/office/powerpoint/2010/main" val="30752507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4D3B-5F08-6183-0428-360F85237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8E68FC-41A7-9C40-872A-C0AA62CAD1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0C6630-1FC9-2C8E-2682-568631FECE6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5A5B8BD-3944-EA6C-0554-D96DDE59FFD6}"/>
              </a:ext>
            </a:extLst>
          </p:cNvPr>
          <p:cNvSpPr>
            <a:spLocks noGrp="1"/>
          </p:cNvSpPr>
          <p:nvPr>
            <p:ph type="sldNum" sz="quarter" idx="10"/>
          </p:nvPr>
        </p:nvSpPr>
        <p:spPr/>
        <p:txBody>
          <a:bodyPr/>
          <a:lstStyle/>
          <a:p>
            <a:fld id="{16081EDF-5C34-4241-A7EA-BE3D4B432F50}" type="slidenum">
              <a:rPr lang="en-GB" smtClean="0"/>
              <a:t>35</a:t>
            </a:fld>
            <a:endParaRPr lang="en-GB"/>
          </a:p>
        </p:txBody>
      </p:sp>
    </p:spTree>
    <p:extLst>
      <p:ext uri="{BB962C8B-B14F-4D97-AF65-F5344CB8AC3E}">
        <p14:creationId xmlns:p14="http://schemas.microsoft.com/office/powerpoint/2010/main" val="512229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BA045-F0BD-8447-FF83-2966F1E89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650AB-55BF-A25E-3340-0EF908E871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569DCA-1A5F-5B8D-A09A-B89E002AD24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8877E8-17D7-C5BD-817F-F3A7AFECE9CC}"/>
              </a:ext>
            </a:extLst>
          </p:cNvPr>
          <p:cNvSpPr>
            <a:spLocks noGrp="1"/>
          </p:cNvSpPr>
          <p:nvPr>
            <p:ph type="sldNum" sz="quarter" idx="5"/>
          </p:nvPr>
        </p:nvSpPr>
        <p:spPr/>
        <p:txBody>
          <a:bodyPr/>
          <a:lstStyle/>
          <a:p>
            <a:fld id="{5B43D19E-BFDB-4C92-8EDD-32EDDA8F41DF}" type="slidenum">
              <a:rPr lang="en-GB" smtClean="0"/>
              <a:pPr/>
              <a:t>36</a:t>
            </a:fld>
            <a:endParaRPr lang="en-GB"/>
          </a:p>
        </p:txBody>
      </p:sp>
    </p:spTree>
    <p:extLst>
      <p:ext uri="{BB962C8B-B14F-4D97-AF65-F5344CB8AC3E}">
        <p14:creationId xmlns:p14="http://schemas.microsoft.com/office/powerpoint/2010/main" val="21542247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4BB11-D3F7-6797-830D-2DCF1EE2A2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9ACBB-873D-5E23-CDBC-D3F079AD5D3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A0BF509-DCB4-B0CD-7DA2-5A98ADA99C7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F5A67CF-C513-2CB9-1F53-E314985E2E3B}"/>
              </a:ext>
            </a:extLst>
          </p:cNvPr>
          <p:cNvSpPr>
            <a:spLocks noGrp="1"/>
          </p:cNvSpPr>
          <p:nvPr>
            <p:ph type="sldNum" sz="quarter" idx="10"/>
          </p:nvPr>
        </p:nvSpPr>
        <p:spPr/>
        <p:txBody>
          <a:bodyPr/>
          <a:lstStyle/>
          <a:p>
            <a:fld id="{16081EDF-5C34-4241-A7EA-BE3D4B432F50}" type="slidenum">
              <a:rPr lang="en-GB" smtClean="0"/>
              <a:t>38</a:t>
            </a:fld>
            <a:endParaRPr lang="en-GB"/>
          </a:p>
        </p:txBody>
      </p:sp>
    </p:spTree>
    <p:extLst>
      <p:ext uri="{BB962C8B-B14F-4D97-AF65-F5344CB8AC3E}">
        <p14:creationId xmlns:p14="http://schemas.microsoft.com/office/powerpoint/2010/main" val="5112805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FAC7-A089-AC9D-B527-59591A92A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1B5A6D-A80F-4A2F-FD27-11346594851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77F8CFD-CEE2-F2D7-48A8-529B586D10A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4E539F-58B4-7300-7EDF-284891103E49}"/>
              </a:ext>
            </a:extLst>
          </p:cNvPr>
          <p:cNvSpPr>
            <a:spLocks noGrp="1"/>
          </p:cNvSpPr>
          <p:nvPr>
            <p:ph type="sldNum" sz="quarter" idx="5"/>
          </p:nvPr>
        </p:nvSpPr>
        <p:spPr/>
        <p:txBody>
          <a:bodyPr/>
          <a:lstStyle/>
          <a:p>
            <a:fld id="{5B43D19E-BFDB-4C92-8EDD-32EDDA8F41DF}" type="slidenum">
              <a:rPr lang="en-GB" smtClean="0"/>
              <a:pPr/>
              <a:t>39</a:t>
            </a:fld>
            <a:endParaRPr lang="en-GB"/>
          </a:p>
        </p:txBody>
      </p:sp>
    </p:spTree>
    <p:extLst>
      <p:ext uri="{BB962C8B-B14F-4D97-AF65-F5344CB8AC3E}">
        <p14:creationId xmlns:p14="http://schemas.microsoft.com/office/powerpoint/2010/main" val="34161857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63168-CDD3-92E6-80B4-0F1CC5CBC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57796-6CEE-3196-94CA-586D9F482DB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9D00DE8-F9D5-0AB3-DA5C-B4814FE42E7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96AD76C-EB15-5EA8-4F61-88E430DAD863}"/>
              </a:ext>
            </a:extLst>
          </p:cNvPr>
          <p:cNvSpPr>
            <a:spLocks noGrp="1"/>
          </p:cNvSpPr>
          <p:nvPr>
            <p:ph type="sldNum" sz="quarter" idx="10"/>
          </p:nvPr>
        </p:nvSpPr>
        <p:spPr/>
        <p:txBody>
          <a:bodyPr/>
          <a:lstStyle/>
          <a:p>
            <a:fld id="{16081EDF-5C34-4241-A7EA-BE3D4B432F50}" type="slidenum">
              <a:rPr lang="en-GB" smtClean="0"/>
              <a:t>40</a:t>
            </a:fld>
            <a:endParaRPr lang="en-GB"/>
          </a:p>
        </p:txBody>
      </p:sp>
    </p:spTree>
    <p:extLst>
      <p:ext uri="{BB962C8B-B14F-4D97-AF65-F5344CB8AC3E}">
        <p14:creationId xmlns:p14="http://schemas.microsoft.com/office/powerpoint/2010/main" val="11893309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96375-276A-077B-53EE-A1A8ED8E3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8C94F-004E-9744-FFFB-FF84E2868F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FE4A851-9768-9583-4489-E64E32E73F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96157E-AC64-636F-F206-0BAD1E6B8EF9}"/>
              </a:ext>
            </a:extLst>
          </p:cNvPr>
          <p:cNvSpPr>
            <a:spLocks noGrp="1"/>
          </p:cNvSpPr>
          <p:nvPr>
            <p:ph type="sldNum" sz="quarter" idx="5"/>
          </p:nvPr>
        </p:nvSpPr>
        <p:spPr/>
        <p:txBody>
          <a:bodyPr/>
          <a:lstStyle/>
          <a:p>
            <a:fld id="{5B43D19E-BFDB-4C92-8EDD-32EDDA8F41DF}" type="slidenum">
              <a:rPr lang="en-GB" smtClean="0"/>
              <a:pPr/>
              <a:t>41</a:t>
            </a:fld>
            <a:endParaRPr lang="en-GB"/>
          </a:p>
        </p:txBody>
      </p:sp>
    </p:spTree>
    <p:extLst>
      <p:ext uri="{BB962C8B-B14F-4D97-AF65-F5344CB8AC3E}">
        <p14:creationId xmlns:p14="http://schemas.microsoft.com/office/powerpoint/2010/main" val="12757782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B3889-6915-A3AF-EB6F-8A4FFE4DC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32B96-C8D5-B19C-7AB1-5F8C0D90D8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A0B8843-2F2A-AA1A-2987-C7487338553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61187D3-20DD-2D0E-F191-246E466113FD}"/>
              </a:ext>
            </a:extLst>
          </p:cNvPr>
          <p:cNvSpPr>
            <a:spLocks noGrp="1"/>
          </p:cNvSpPr>
          <p:nvPr>
            <p:ph type="sldNum" sz="quarter" idx="10"/>
          </p:nvPr>
        </p:nvSpPr>
        <p:spPr/>
        <p:txBody>
          <a:bodyPr/>
          <a:lstStyle/>
          <a:p>
            <a:fld id="{16081EDF-5C34-4241-A7EA-BE3D4B432F50}" type="slidenum">
              <a:rPr lang="en-GB" smtClean="0"/>
              <a:t>42</a:t>
            </a:fld>
            <a:endParaRPr lang="en-GB"/>
          </a:p>
        </p:txBody>
      </p:sp>
    </p:spTree>
    <p:extLst>
      <p:ext uri="{BB962C8B-B14F-4D97-AF65-F5344CB8AC3E}">
        <p14:creationId xmlns:p14="http://schemas.microsoft.com/office/powerpoint/2010/main" val="41631960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E85D-7857-AF9E-9E52-75C96E609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DBC8D-2022-642F-B1BA-42ED31600E1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D974432-FEC8-807D-215B-4D55FFC0568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4154D6-AB15-7EC4-D844-87BAE0F51BBC}"/>
              </a:ext>
            </a:extLst>
          </p:cNvPr>
          <p:cNvSpPr>
            <a:spLocks noGrp="1"/>
          </p:cNvSpPr>
          <p:nvPr>
            <p:ph type="sldNum" sz="quarter" idx="5"/>
          </p:nvPr>
        </p:nvSpPr>
        <p:spPr/>
        <p:txBody>
          <a:bodyPr/>
          <a:lstStyle/>
          <a:p>
            <a:fld id="{5B43D19E-BFDB-4C92-8EDD-32EDDA8F41DF}" type="slidenum">
              <a:rPr lang="en-GB" smtClean="0"/>
              <a:pPr/>
              <a:t>43</a:t>
            </a:fld>
            <a:endParaRPr lang="en-GB"/>
          </a:p>
        </p:txBody>
      </p:sp>
    </p:spTree>
    <p:extLst>
      <p:ext uri="{BB962C8B-B14F-4D97-AF65-F5344CB8AC3E}">
        <p14:creationId xmlns:p14="http://schemas.microsoft.com/office/powerpoint/2010/main" val="13274657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3B517-D14E-2563-D740-EB83C7BED0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4E3F0F-D4DC-8CA5-D09D-FF58C80C3E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E74649-110D-7FC1-B1BB-E400C802A1E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24FC684-E1DB-72C3-44A3-6936A1327A0D}"/>
              </a:ext>
            </a:extLst>
          </p:cNvPr>
          <p:cNvSpPr>
            <a:spLocks noGrp="1"/>
          </p:cNvSpPr>
          <p:nvPr>
            <p:ph type="sldNum" sz="quarter" idx="10"/>
          </p:nvPr>
        </p:nvSpPr>
        <p:spPr/>
        <p:txBody>
          <a:bodyPr/>
          <a:lstStyle/>
          <a:p>
            <a:fld id="{16081EDF-5C34-4241-A7EA-BE3D4B432F50}" type="slidenum">
              <a:rPr lang="en-GB" smtClean="0"/>
              <a:t>45</a:t>
            </a:fld>
            <a:endParaRPr lang="en-GB"/>
          </a:p>
        </p:txBody>
      </p:sp>
    </p:spTree>
    <p:extLst>
      <p:ext uri="{BB962C8B-B14F-4D97-AF65-F5344CB8AC3E}">
        <p14:creationId xmlns:p14="http://schemas.microsoft.com/office/powerpoint/2010/main" val="6887758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168A8-C1AE-EC67-581B-D9481918D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C6EEE1-A2FE-D4F6-9376-3BD723B482D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F3EA430-02CB-BDA0-746A-2EF79793F5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41A0DA-3A45-62AD-196A-AD9F108308FC}"/>
              </a:ext>
            </a:extLst>
          </p:cNvPr>
          <p:cNvSpPr>
            <a:spLocks noGrp="1"/>
          </p:cNvSpPr>
          <p:nvPr>
            <p:ph type="sldNum" sz="quarter" idx="5"/>
          </p:nvPr>
        </p:nvSpPr>
        <p:spPr/>
        <p:txBody>
          <a:bodyPr/>
          <a:lstStyle/>
          <a:p>
            <a:fld id="{5B43D19E-BFDB-4C92-8EDD-32EDDA8F41DF}" type="slidenum">
              <a:rPr lang="en-GB" smtClean="0"/>
              <a:pPr/>
              <a:t>46</a:t>
            </a:fld>
            <a:endParaRPr lang="en-GB"/>
          </a:p>
        </p:txBody>
      </p:sp>
    </p:spTree>
    <p:extLst>
      <p:ext uri="{BB962C8B-B14F-4D97-AF65-F5344CB8AC3E}">
        <p14:creationId xmlns:p14="http://schemas.microsoft.com/office/powerpoint/2010/main" val="33462480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24D83-93B5-8A95-98E4-6DE88DDE5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64D23-BDD0-ACEA-B45B-8970E00B1FC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7EC807-D3E2-92E6-CE4B-6A2BA2BD2AB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2835AA0-98A5-3452-5065-C0679C0EA2EC}"/>
              </a:ext>
            </a:extLst>
          </p:cNvPr>
          <p:cNvSpPr>
            <a:spLocks noGrp="1"/>
          </p:cNvSpPr>
          <p:nvPr>
            <p:ph type="sldNum" sz="quarter" idx="10"/>
          </p:nvPr>
        </p:nvSpPr>
        <p:spPr/>
        <p:txBody>
          <a:bodyPr/>
          <a:lstStyle/>
          <a:p>
            <a:fld id="{16081EDF-5C34-4241-A7EA-BE3D4B432F50}" type="slidenum">
              <a:rPr lang="en-GB" smtClean="0"/>
              <a:t>47</a:t>
            </a:fld>
            <a:endParaRPr lang="en-GB"/>
          </a:p>
        </p:txBody>
      </p:sp>
    </p:spTree>
    <p:extLst>
      <p:ext uri="{BB962C8B-B14F-4D97-AF65-F5344CB8AC3E}">
        <p14:creationId xmlns:p14="http://schemas.microsoft.com/office/powerpoint/2010/main" val="17963324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40783-C35E-58C4-0AAA-24B18BE1DD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46AF2-A71E-A0D7-1E53-24D4A29CFF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B3239B-1639-6E89-A686-E7529CCE70A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DF3EB7-E529-0AA4-9909-387F80B5F64D}"/>
              </a:ext>
            </a:extLst>
          </p:cNvPr>
          <p:cNvSpPr>
            <a:spLocks noGrp="1"/>
          </p:cNvSpPr>
          <p:nvPr>
            <p:ph type="sldNum" sz="quarter" idx="5"/>
          </p:nvPr>
        </p:nvSpPr>
        <p:spPr/>
        <p:txBody>
          <a:bodyPr/>
          <a:lstStyle/>
          <a:p>
            <a:fld id="{5B43D19E-BFDB-4C92-8EDD-32EDDA8F41DF}" type="slidenum">
              <a:rPr lang="en-GB" smtClean="0"/>
              <a:pPr/>
              <a:t>48</a:t>
            </a:fld>
            <a:endParaRPr lang="en-GB"/>
          </a:p>
        </p:txBody>
      </p:sp>
    </p:spTree>
    <p:extLst>
      <p:ext uri="{BB962C8B-B14F-4D97-AF65-F5344CB8AC3E}">
        <p14:creationId xmlns:p14="http://schemas.microsoft.com/office/powerpoint/2010/main" val="15845304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E6BB0-B02F-8D68-AC66-0DD295F3E1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A9BFE-26C6-4D97-2C94-083CEDEFA40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77EE7D-193F-8B8E-7A17-0A50069DBF6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2CBC754-ED7E-D95E-33A7-46860A559288}"/>
              </a:ext>
            </a:extLst>
          </p:cNvPr>
          <p:cNvSpPr>
            <a:spLocks noGrp="1"/>
          </p:cNvSpPr>
          <p:nvPr>
            <p:ph type="sldNum" sz="quarter" idx="10"/>
          </p:nvPr>
        </p:nvSpPr>
        <p:spPr/>
        <p:txBody>
          <a:bodyPr/>
          <a:lstStyle/>
          <a:p>
            <a:fld id="{16081EDF-5C34-4241-A7EA-BE3D4B432F50}" type="slidenum">
              <a:rPr lang="en-GB" smtClean="0"/>
              <a:t>49</a:t>
            </a:fld>
            <a:endParaRPr lang="en-GB"/>
          </a:p>
        </p:txBody>
      </p:sp>
    </p:spTree>
    <p:extLst>
      <p:ext uri="{BB962C8B-B14F-4D97-AF65-F5344CB8AC3E}">
        <p14:creationId xmlns:p14="http://schemas.microsoft.com/office/powerpoint/2010/main" val="10207969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E5B58-B222-A63F-81EE-6FD57BFBA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C1AA4-1B43-0933-D5B2-C838E82B7D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4144D48-A536-0DA3-F220-6445F8B420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62B3F80-CF01-FA8A-9E96-630A87B270B7}"/>
              </a:ext>
            </a:extLst>
          </p:cNvPr>
          <p:cNvSpPr>
            <a:spLocks noGrp="1"/>
          </p:cNvSpPr>
          <p:nvPr>
            <p:ph type="sldNum" sz="quarter" idx="5"/>
          </p:nvPr>
        </p:nvSpPr>
        <p:spPr/>
        <p:txBody>
          <a:bodyPr/>
          <a:lstStyle/>
          <a:p>
            <a:fld id="{5B43D19E-BFDB-4C92-8EDD-32EDDA8F41DF}" type="slidenum">
              <a:rPr lang="en-GB" smtClean="0"/>
              <a:pPr/>
              <a:t>50</a:t>
            </a:fld>
            <a:endParaRPr lang="en-GB"/>
          </a:p>
        </p:txBody>
      </p:sp>
    </p:spTree>
    <p:extLst>
      <p:ext uri="{BB962C8B-B14F-4D97-AF65-F5344CB8AC3E}">
        <p14:creationId xmlns:p14="http://schemas.microsoft.com/office/powerpoint/2010/main" val="39896315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3E1A9-EB18-E18D-F9FE-6B22FD693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DDCA1-6E3E-2AE0-24D0-99057D61445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3531C11-3C65-AA3E-3762-65EBA1E8377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A50BE1A-DF17-E066-C194-88CAD668E8C9}"/>
              </a:ext>
            </a:extLst>
          </p:cNvPr>
          <p:cNvSpPr>
            <a:spLocks noGrp="1"/>
          </p:cNvSpPr>
          <p:nvPr>
            <p:ph type="sldNum" sz="quarter" idx="10"/>
          </p:nvPr>
        </p:nvSpPr>
        <p:spPr/>
        <p:txBody>
          <a:bodyPr/>
          <a:lstStyle/>
          <a:p>
            <a:fld id="{16081EDF-5C34-4241-A7EA-BE3D4B432F50}" type="slidenum">
              <a:rPr lang="en-GB" smtClean="0"/>
              <a:t>51</a:t>
            </a:fld>
            <a:endParaRPr lang="en-GB"/>
          </a:p>
        </p:txBody>
      </p:sp>
    </p:spTree>
    <p:extLst>
      <p:ext uri="{BB962C8B-B14F-4D97-AF65-F5344CB8AC3E}">
        <p14:creationId xmlns:p14="http://schemas.microsoft.com/office/powerpoint/2010/main" val="35139950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D0ACE-9829-2BC9-F7E8-374E4C161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3B1BF-7224-90B0-43A1-7D60B7BC84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8E3CC6A-F73F-4EC8-3B2B-896B2746E1E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DACBCE-D43D-D490-C36E-51B074A41B9A}"/>
              </a:ext>
            </a:extLst>
          </p:cNvPr>
          <p:cNvSpPr>
            <a:spLocks noGrp="1"/>
          </p:cNvSpPr>
          <p:nvPr>
            <p:ph type="sldNum" sz="quarter" idx="5"/>
          </p:nvPr>
        </p:nvSpPr>
        <p:spPr/>
        <p:txBody>
          <a:bodyPr/>
          <a:lstStyle/>
          <a:p>
            <a:fld id="{5B43D19E-BFDB-4C92-8EDD-32EDDA8F41DF}" type="slidenum">
              <a:rPr lang="en-GB" smtClean="0"/>
              <a:pPr/>
              <a:t>52</a:t>
            </a:fld>
            <a:endParaRPr lang="en-GB"/>
          </a:p>
        </p:txBody>
      </p:sp>
    </p:spTree>
    <p:extLst>
      <p:ext uri="{BB962C8B-B14F-4D97-AF65-F5344CB8AC3E}">
        <p14:creationId xmlns:p14="http://schemas.microsoft.com/office/powerpoint/2010/main" val="13340040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425E4-20EC-9F5B-0B42-3F2498E13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59843-0872-FE16-F3D0-62A970032E5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9096D3B-F2D3-F210-FC36-7FBC1528362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E490573-01C8-5C96-B610-20CE168FCD02}"/>
              </a:ext>
            </a:extLst>
          </p:cNvPr>
          <p:cNvSpPr>
            <a:spLocks noGrp="1"/>
          </p:cNvSpPr>
          <p:nvPr>
            <p:ph type="sldNum" sz="quarter" idx="10"/>
          </p:nvPr>
        </p:nvSpPr>
        <p:spPr/>
        <p:txBody>
          <a:bodyPr/>
          <a:lstStyle/>
          <a:p>
            <a:fld id="{16081EDF-5C34-4241-A7EA-BE3D4B432F50}" type="slidenum">
              <a:rPr lang="en-GB" smtClean="0"/>
              <a:t>53</a:t>
            </a:fld>
            <a:endParaRPr lang="en-GB"/>
          </a:p>
        </p:txBody>
      </p:sp>
    </p:spTree>
    <p:extLst>
      <p:ext uri="{BB962C8B-B14F-4D97-AF65-F5344CB8AC3E}">
        <p14:creationId xmlns:p14="http://schemas.microsoft.com/office/powerpoint/2010/main" val="38891033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11E97-2DF4-D608-5BB1-3471647C5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B4D2C-85C6-46CC-0903-45B0C982C5F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4BC71A2-A144-D46F-0841-D4EAA609D48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2E4DE3-F815-A46F-FDA4-75818765E89F}"/>
              </a:ext>
            </a:extLst>
          </p:cNvPr>
          <p:cNvSpPr>
            <a:spLocks noGrp="1"/>
          </p:cNvSpPr>
          <p:nvPr>
            <p:ph type="sldNum" sz="quarter" idx="5"/>
          </p:nvPr>
        </p:nvSpPr>
        <p:spPr/>
        <p:txBody>
          <a:bodyPr/>
          <a:lstStyle/>
          <a:p>
            <a:fld id="{5B43D19E-BFDB-4C92-8EDD-32EDDA8F41DF}" type="slidenum">
              <a:rPr lang="en-GB" smtClean="0"/>
              <a:pPr/>
              <a:t>54</a:t>
            </a:fld>
            <a:endParaRPr lang="en-GB"/>
          </a:p>
        </p:txBody>
      </p:sp>
    </p:spTree>
    <p:extLst>
      <p:ext uri="{BB962C8B-B14F-4D97-AF65-F5344CB8AC3E}">
        <p14:creationId xmlns:p14="http://schemas.microsoft.com/office/powerpoint/2010/main" val="26598589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7A25-2AF0-B450-AA55-FEE45194D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F8267-A28A-0803-3207-3031D1A663B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F2D12F1-A663-F8DA-7B44-850A82B87D7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16617C9-DF45-49F2-9EF7-8124C0EED6B6}"/>
              </a:ext>
            </a:extLst>
          </p:cNvPr>
          <p:cNvSpPr>
            <a:spLocks noGrp="1"/>
          </p:cNvSpPr>
          <p:nvPr>
            <p:ph type="sldNum" sz="quarter" idx="10"/>
          </p:nvPr>
        </p:nvSpPr>
        <p:spPr/>
        <p:txBody>
          <a:bodyPr/>
          <a:lstStyle/>
          <a:p>
            <a:fld id="{16081EDF-5C34-4241-A7EA-BE3D4B432F50}" type="slidenum">
              <a:rPr lang="en-GB" smtClean="0"/>
              <a:t>55</a:t>
            </a:fld>
            <a:endParaRPr lang="en-GB"/>
          </a:p>
        </p:txBody>
      </p:sp>
    </p:spTree>
    <p:extLst>
      <p:ext uri="{BB962C8B-B14F-4D97-AF65-F5344CB8AC3E}">
        <p14:creationId xmlns:p14="http://schemas.microsoft.com/office/powerpoint/2010/main" val="42747644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91EA7-8EB7-2B16-DE9A-604A4CCC0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39B57-6740-311B-E1B9-DB8FFF38E71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D0F4DC-9375-BB8E-CE76-BF901DBD3C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D7BB0E-FBFE-679D-2664-AB525C30C20A}"/>
              </a:ext>
            </a:extLst>
          </p:cNvPr>
          <p:cNvSpPr>
            <a:spLocks noGrp="1"/>
          </p:cNvSpPr>
          <p:nvPr>
            <p:ph type="sldNum" sz="quarter" idx="5"/>
          </p:nvPr>
        </p:nvSpPr>
        <p:spPr/>
        <p:txBody>
          <a:bodyPr/>
          <a:lstStyle/>
          <a:p>
            <a:fld id="{5B43D19E-BFDB-4C92-8EDD-32EDDA8F41DF}" type="slidenum">
              <a:rPr lang="en-GB" smtClean="0"/>
              <a:pPr/>
              <a:t>56</a:t>
            </a:fld>
            <a:endParaRPr lang="en-GB"/>
          </a:p>
        </p:txBody>
      </p:sp>
    </p:spTree>
    <p:extLst>
      <p:ext uri="{BB962C8B-B14F-4D97-AF65-F5344CB8AC3E}">
        <p14:creationId xmlns:p14="http://schemas.microsoft.com/office/powerpoint/2010/main" val="473284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44048-F90C-80CD-F943-DC4BA2138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A186C-EA25-B922-B5E8-6AF7EE30FA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2C7BD7F-074E-5212-07F7-8736C30BF23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3C74B18-D41C-CC23-2356-F7403AA410F8}"/>
              </a:ext>
            </a:extLst>
          </p:cNvPr>
          <p:cNvSpPr>
            <a:spLocks noGrp="1"/>
          </p:cNvSpPr>
          <p:nvPr>
            <p:ph type="sldNum" sz="quarter" idx="10"/>
          </p:nvPr>
        </p:nvSpPr>
        <p:spPr/>
        <p:txBody>
          <a:bodyPr/>
          <a:lstStyle/>
          <a:p>
            <a:fld id="{16081EDF-5C34-4241-A7EA-BE3D4B432F50}" type="slidenum">
              <a:rPr lang="en-GB" smtClean="0"/>
              <a:t>58</a:t>
            </a:fld>
            <a:endParaRPr lang="en-GB"/>
          </a:p>
        </p:txBody>
      </p:sp>
    </p:spTree>
    <p:extLst>
      <p:ext uri="{BB962C8B-B14F-4D97-AF65-F5344CB8AC3E}">
        <p14:creationId xmlns:p14="http://schemas.microsoft.com/office/powerpoint/2010/main" val="26445100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2FFEA-98EC-2388-F517-BB002C062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AB0D1-285B-07E4-FFE8-4E79A355AFD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AF06CC-E846-78A1-6080-297A773D8C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255F904-C638-E2BF-7BAF-3DFCEC5CDF63}"/>
              </a:ext>
            </a:extLst>
          </p:cNvPr>
          <p:cNvSpPr>
            <a:spLocks noGrp="1"/>
          </p:cNvSpPr>
          <p:nvPr>
            <p:ph type="sldNum" sz="quarter" idx="5"/>
          </p:nvPr>
        </p:nvSpPr>
        <p:spPr/>
        <p:txBody>
          <a:bodyPr/>
          <a:lstStyle/>
          <a:p>
            <a:fld id="{5B43D19E-BFDB-4C92-8EDD-32EDDA8F41DF}" type="slidenum">
              <a:rPr lang="en-GB" smtClean="0"/>
              <a:pPr/>
              <a:t>59</a:t>
            </a:fld>
            <a:endParaRPr lang="en-GB"/>
          </a:p>
        </p:txBody>
      </p:sp>
    </p:spTree>
    <p:extLst>
      <p:ext uri="{BB962C8B-B14F-4D97-AF65-F5344CB8AC3E}">
        <p14:creationId xmlns:p14="http://schemas.microsoft.com/office/powerpoint/2010/main" val="30690346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8DB22-89C5-003F-1629-E3D3EAB13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BE9D1-A1B3-BD33-902E-702C91F62AA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478AE2-38C5-4C76-A420-44AE32E41BE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07792B4-02BC-7390-034E-070B7B868C50}"/>
              </a:ext>
            </a:extLst>
          </p:cNvPr>
          <p:cNvSpPr>
            <a:spLocks noGrp="1"/>
          </p:cNvSpPr>
          <p:nvPr>
            <p:ph type="sldNum" sz="quarter" idx="10"/>
          </p:nvPr>
        </p:nvSpPr>
        <p:spPr/>
        <p:txBody>
          <a:bodyPr/>
          <a:lstStyle/>
          <a:p>
            <a:fld id="{16081EDF-5C34-4241-A7EA-BE3D4B432F50}" type="slidenum">
              <a:rPr lang="en-GB" smtClean="0"/>
              <a:t>60</a:t>
            </a:fld>
            <a:endParaRPr lang="en-GB"/>
          </a:p>
        </p:txBody>
      </p:sp>
    </p:spTree>
    <p:extLst>
      <p:ext uri="{BB962C8B-B14F-4D97-AF65-F5344CB8AC3E}">
        <p14:creationId xmlns:p14="http://schemas.microsoft.com/office/powerpoint/2010/main" val="41079981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E0FE2-5CE9-1561-61A5-4DED0B63E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0EF5A-CACC-5DAA-8ADB-F02DB7FB9E9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DE429FE-947E-BD0B-4642-258D75A5303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01EAC3-8601-6423-2C7E-EABCC4AF318F}"/>
              </a:ext>
            </a:extLst>
          </p:cNvPr>
          <p:cNvSpPr>
            <a:spLocks noGrp="1"/>
          </p:cNvSpPr>
          <p:nvPr>
            <p:ph type="sldNum" sz="quarter" idx="5"/>
          </p:nvPr>
        </p:nvSpPr>
        <p:spPr/>
        <p:txBody>
          <a:bodyPr/>
          <a:lstStyle/>
          <a:p>
            <a:fld id="{5B43D19E-BFDB-4C92-8EDD-32EDDA8F41DF}" type="slidenum">
              <a:rPr lang="en-GB" smtClean="0"/>
              <a:pPr/>
              <a:t>61</a:t>
            </a:fld>
            <a:endParaRPr lang="en-GB"/>
          </a:p>
        </p:txBody>
      </p:sp>
    </p:spTree>
    <p:extLst>
      <p:ext uri="{BB962C8B-B14F-4D97-AF65-F5344CB8AC3E}">
        <p14:creationId xmlns:p14="http://schemas.microsoft.com/office/powerpoint/2010/main" val="1077762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7E542-2256-B564-9639-DCCD2A25D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96251-AAA8-CF21-0E9E-9CA63BBE5AE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B8239A-014B-1003-FE11-AC302289263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D5DF5A9-F3C1-71B0-21B5-9CF3FEED9D73}"/>
              </a:ext>
            </a:extLst>
          </p:cNvPr>
          <p:cNvSpPr>
            <a:spLocks noGrp="1"/>
          </p:cNvSpPr>
          <p:nvPr>
            <p:ph type="sldNum" sz="quarter" idx="10"/>
          </p:nvPr>
        </p:nvSpPr>
        <p:spPr/>
        <p:txBody>
          <a:bodyPr/>
          <a:lstStyle/>
          <a:p>
            <a:fld id="{16081EDF-5C34-4241-A7EA-BE3D4B432F50}" type="slidenum">
              <a:rPr lang="en-GB" smtClean="0"/>
              <a:t>62</a:t>
            </a:fld>
            <a:endParaRPr lang="en-GB"/>
          </a:p>
        </p:txBody>
      </p:sp>
    </p:spTree>
    <p:extLst>
      <p:ext uri="{BB962C8B-B14F-4D97-AF65-F5344CB8AC3E}">
        <p14:creationId xmlns:p14="http://schemas.microsoft.com/office/powerpoint/2010/main" val="30623578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1B1F5-D4EE-EF58-2E97-3625418E94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D19A35-5857-952E-5428-3B1B9F5DDEF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0475784-A8AD-7FAB-1CCE-68170895D6F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18DE1E-0771-64BC-403C-6F034BD64F5A}"/>
              </a:ext>
            </a:extLst>
          </p:cNvPr>
          <p:cNvSpPr>
            <a:spLocks noGrp="1"/>
          </p:cNvSpPr>
          <p:nvPr>
            <p:ph type="sldNum" sz="quarter" idx="5"/>
          </p:nvPr>
        </p:nvSpPr>
        <p:spPr/>
        <p:txBody>
          <a:bodyPr/>
          <a:lstStyle/>
          <a:p>
            <a:fld id="{5B43D19E-BFDB-4C92-8EDD-32EDDA8F41DF}" type="slidenum">
              <a:rPr lang="en-GB" smtClean="0"/>
              <a:pPr/>
              <a:t>63</a:t>
            </a:fld>
            <a:endParaRPr lang="en-GB"/>
          </a:p>
        </p:txBody>
      </p:sp>
    </p:spTree>
    <p:extLst>
      <p:ext uri="{BB962C8B-B14F-4D97-AF65-F5344CB8AC3E}">
        <p14:creationId xmlns:p14="http://schemas.microsoft.com/office/powerpoint/2010/main" val="36006193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4EFD-8082-888D-B28D-096C52434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BEE5D-70E5-ECDF-7067-E5B23AE8DAE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41A0861-8F43-47DA-5179-49B3FEAC095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CCEF07A-978C-3645-76AA-2A51C4B7B139}"/>
              </a:ext>
            </a:extLst>
          </p:cNvPr>
          <p:cNvSpPr>
            <a:spLocks noGrp="1"/>
          </p:cNvSpPr>
          <p:nvPr>
            <p:ph type="sldNum" sz="quarter" idx="10"/>
          </p:nvPr>
        </p:nvSpPr>
        <p:spPr/>
        <p:txBody>
          <a:bodyPr/>
          <a:lstStyle/>
          <a:p>
            <a:fld id="{16081EDF-5C34-4241-A7EA-BE3D4B432F50}" type="slidenum">
              <a:rPr lang="en-GB" smtClean="0"/>
              <a:t>64</a:t>
            </a:fld>
            <a:endParaRPr lang="en-GB"/>
          </a:p>
        </p:txBody>
      </p:sp>
    </p:spTree>
    <p:extLst>
      <p:ext uri="{BB962C8B-B14F-4D97-AF65-F5344CB8AC3E}">
        <p14:creationId xmlns:p14="http://schemas.microsoft.com/office/powerpoint/2010/main" val="15146597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BFFCB-FD5E-3759-F679-D191BC398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D5D2F3-BDAD-343F-2874-3EA6570553F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EE23584-21F8-C7F6-E71D-56F2878A92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34D7E7-5621-6A1C-9BC8-8A2B431E0504}"/>
              </a:ext>
            </a:extLst>
          </p:cNvPr>
          <p:cNvSpPr>
            <a:spLocks noGrp="1"/>
          </p:cNvSpPr>
          <p:nvPr>
            <p:ph type="sldNum" sz="quarter" idx="5"/>
          </p:nvPr>
        </p:nvSpPr>
        <p:spPr/>
        <p:txBody>
          <a:bodyPr/>
          <a:lstStyle/>
          <a:p>
            <a:fld id="{5B43D19E-BFDB-4C92-8EDD-32EDDA8F41DF}" type="slidenum">
              <a:rPr lang="en-GB" smtClean="0"/>
              <a:pPr/>
              <a:t>65</a:t>
            </a:fld>
            <a:endParaRPr lang="en-GB"/>
          </a:p>
        </p:txBody>
      </p:sp>
    </p:spTree>
    <p:extLst>
      <p:ext uri="{BB962C8B-B14F-4D97-AF65-F5344CB8AC3E}">
        <p14:creationId xmlns:p14="http://schemas.microsoft.com/office/powerpoint/2010/main" val="203215299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EC0E0-C220-DC53-254A-F2D0F3DF0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34E21-7B11-8EB6-1670-27CAF96CE2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1F5D3E7-F952-2FFD-880F-87469AF0420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1E28120-372A-7CCF-000D-756966F5351D}"/>
              </a:ext>
            </a:extLst>
          </p:cNvPr>
          <p:cNvSpPr>
            <a:spLocks noGrp="1"/>
          </p:cNvSpPr>
          <p:nvPr>
            <p:ph type="sldNum" sz="quarter" idx="10"/>
          </p:nvPr>
        </p:nvSpPr>
        <p:spPr/>
        <p:txBody>
          <a:bodyPr/>
          <a:lstStyle/>
          <a:p>
            <a:fld id="{16081EDF-5C34-4241-A7EA-BE3D4B432F50}" type="slidenum">
              <a:rPr lang="en-GB" smtClean="0"/>
              <a:t>66</a:t>
            </a:fld>
            <a:endParaRPr lang="en-GB"/>
          </a:p>
        </p:txBody>
      </p:sp>
    </p:spTree>
    <p:extLst>
      <p:ext uri="{BB962C8B-B14F-4D97-AF65-F5344CB8AC3E}">
        <p14:creationId xmlns:p14="http://schemas.microsoft.com/office/powerpoint/2010/main" val="9280595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3038A-BFC7-8BAF-12A7-9F8A0BE4F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F6911-65C0-21D3-8D41-E98608ABDD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49B5F7-EA71-91BB-0B1C-3832B205DA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53E2DCA-FE92-A702-0181-75D3BEB51E3A}"/>
              </a:ext>
            </a:extLst>
          </p:cNvPr>
          <p:cNvSpPr>
            <a:spLocks noGrp="1"/>
          </p:cNvSpPr>
          <p:nvPr>
            <p:ph type="sldNum" sz="quarter" idx="5"/>
          </p:nvPr>
        </p:nvSpPr>
        <p:spPr/>
        <p:txBody>
          <a:bodyPr/>
          <a:lstStyle/>
          <a:p>
            <a:fld id="{5B43D19E-BFDB-4C92-8EDD-32EDDA8F41DF}" type="slidenum">
              <a:rPr lang="en-GB" smtClean="0"/>
              <a:pPr/>
              <a:t>67</a:t>
            </a:fld>
            <a:endParaRPr lang="en-GB"/>
          </a:p>
        </p:txBody>
      </p:sp>
    </p:spTree>
    <p:extLst>
      <p:ext uri="{BB962C8B-B14F-4D97-AF65-F5344CB8AC3E}">
        <p14:creationId xmlns:p14="http://schemas.microsoft.com/office/powerpoint/2010/main" val="27196499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C90D1-A3A9-E36F-39B1-FC88A7F2E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B92C8-BBB6-115E-53D1-733B402D401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919EA6-C311-E4B0-A6AC-FA4880664B4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03D864C-2E90-D7E9-51C3-298A5B7D90D6}"/>
              </a:ext>
            </a:extLst>
          </p:cNvPr>
          <p:cNvSpPr>
            <a:spLocks noGrp="1"/>
          </p:cNvSpPr>
          <p:nvPr>
            <p:ph type="sldNum" sz="quarter" idx="10"/>
          </p:nvPr>
        </p:nvSpPr>
        <p:spPr/>
        <p:txBody>
          <a:bodyPr/>
          <a:lstStyle/>
          <a:p>
            <a:fld id="{16081EDF-5C34-4241-A7EA-BE3D4B432F50}" type="slidenum">
              <a:rPr lang="en-GB" smtClean="0"/>
              <a:t>68</a:t>
            </a:fld>
            <a:endParaRPr lang="en-GB"/>
          </a:p>
        </p:txBody>
      </p:sp>
    </p:spTree>
    <p:extLst>
      <p:ext uri="{BB962C8B-B14F-4D97-AF65-F5344CB8AC3E}">
        <p14:creationId xmlns:p14="http://schemas.microsoft.com/office/powerpoint/2010/main" val="28405016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1A99F-9387-5E21-D56C-D4C1078F4A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0D4CC-BA33-5D45-B5B5-2424A5304EB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E3BBE3F-FC46-B871-49C3-D6C3579277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96649A-E031-359A-BE33-94D2C6B601BD}"/>
              </a:ext>
            </a:extLst>
          </p:cNvPr>
          <p:cNvSpPr>
            <a:spLocks noGrp="1"/>
          </p:cNvSpPr>
          <p:nvPr>
            <p:ph type="sldNum" sz="quarter" idx="5"/>
          </p:nvPr>
        </p:nvSpPr>
        <p:spPr/>
        <p:txBody>
          <a:bodyPr/>
          <a:lstStyle/>
          <a:p>
            <a:fld id="{5B43D19E-BFDB-4C92-8EDD-32EDDA8F41DF}" type="slidenum">
              <a:rPr lang="en-GB" smtClean="0"/>
              <a:pPr/>
              <a:t>69</a:t>
            </a:fld>
            <a:endParaRPr lang="en-GB"/>
          </a:p>
        </p:txBody>
      </p:sp>
    </p:spTree>
    <p:extLst>
      <p:ext uri="{BB962C8B-B14F-4D97-AF65-F5344CB8AC3E}">
        <p14:creationId xmlns:p14="http://schemas.microsoft.com/office/powerpoint/2010/main" val="15982286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A0424-E807-6D8D-4574-3C6F47D9A9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30F67-923E-6D0A-4545-E5BC576D7E5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4A6C36-DA2E-4263-2805-175A019FC15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5264AF6-591C-E963-AEDE-57551054E95F}"/>
              </a:ext>
            </a:extLst>
          </p:cNvPr>
          <p:cNvSpPr>
            <a:spLocks noGrp="1"/>
          </p:cNvSpPr>
          <p:nvPr>
            <p:ph type="sldNum" sz="quarter" idx="10"/>
          </p:nvPr>
        </p:nvSpPr>
        <p:spPr/>
        <p:txBody>
          <a:bodyPr/>
          <a:lstStyle/>
          <a:p>
            <a:fld id="{16081EDF-5C34-4241-A7EA-BE3D4B432F50}" type="slidenum">
              <a:rPr lang="en-GB" smtClean="0"/>
              <a:t>70</a:t>
            </a:fld>
            <a:endParaRPr lang="en-GB"/>
          </a:p>
        </p:txBody>
      </p:sp>
    </p:spTree>
    <p:extLst>
      <p:ext uri="{BB962C8B-B14F-4D97-AF65-F5344CB8AC3E}">
        <p14:creationId xmlns:p14="http://schemas.microsoft.com/office/powerpoint/2010/main" val="10449567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8B4EB-2D6C-87DD-BED0-2EEA3BE09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2C337-D6D5-2CB5-154D-CF5FD0FA735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69E0953-266C-8296-ACB8-25630989A2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0A78E3-18D7-01F6-E7E4-353D2C678855}"/>
              </a:ext>
            </a:extLst>
          </p:cNvPr>
          <p:cNvSpPr>
            <a:spLocks noGrp="1"/>
          </p:cNvSpPr>
          <p:nvPr>
            <p:ph type="sldNum" sz="quarter" idx="5"/>
          </p:nvPr>
        </p:nvSpPr>
        <p:spPr/>
        <p:txBody>
          <a:bodyPr/>
          <a:lstStyle/>
          <a:p>
            <a:fld id="{5B43D19E-BFDB-4C92-8EDD-32EDDA8F41DF}" type="slidenum">
              <a:rPr lang="en-GB" smtClean="0"/>
              <a:pPr/>
              <a:t>71</a:t>
            </a:fld>
            <a:endParaRPr lang="en-GB"/>
          </a:p>
        </p:txBody>
      </p:sp>
    </p:spTree>
    <p:extLst>
      <p:ext uri="{BB962C8B-B14F-4D97-AF65-F5344CB8AC3E}">
        <p14:creationId xmlns:p14="http://schemas.microsoft.com/office/powerpoint/2010/main" val="40691590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B7629-57AC-DDF6-9BC7-5B0EC46D6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11B3-A830-84C1-32EE-DB847D86249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2837AD6-1A47-91F4-032B-0B2A7CEFC7E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5CD468A-2947-4DC1-C0DC-67E79A7204B2}"/>
              </a:ext>
            </a:extLst>
          </p:cNvPr>
          <p:cNvSpPr>
            <a:spLocks noGrp="1"/>
          </p:cNvSpPr>
          <p:nvPr>
            <p:ph type="sldNum" sz="quarter" idx="10"/>
          </p:nvPr>
        </p:nvSpPr>
        <p:spPr/>
        <p:txBody>
          <a:bodyPr/>
          <a:lstStyle/>
          <a:p>
            <a:fld id="{16081EDF-5C34-4241-A7EA-BE3D4B432F50}" type="slidenum">
              <a:rPr lang="en-GB" smtClean="0"/>
              <a:t>72</a:t>
            </a:fld>
            <a:endParaRPr lang="en-GB"/>
          </a:p>
        </p:txBody>
      </p:sp>
    </p:spTree>
    <p:extLst>
      <p:ext uri="{BB962C8B-B14F-4D97-AF65-F5344CB8AC3E}">
        <p14:creationId xmlns:p14="http://schemas.microsoft.com/office/powerpoint/2010/main" val="306483717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4B60A-518E-C49A-0149-5C44756C5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4B59F-66EA-9179-D889-5EE37D71D1B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ACCAA20-0CBC-F11B-6BDF-F31FE7FF65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D1B42D-3456-B2E8-1F38-DC22D26A1837}"/>
              </a:ext>
            </a:extLst>
          </p:cNvPr>
          <p:cNvSpPr>
            <a:spLocks noGrp="1"/>
          </p:cNvSpPr>
          <p:nvPr>
            <p:ph type="sldNum" sz="quarter" idx="5"/>
          </p:nvPr>
        </p:nvSpPr>
        <p:spPr/>
        <p:txBody>
          <a:bodyPr/>
          <a:lstStyle/>
          <a:p>
            <a:fld id="{5B43D19E-BFDB-4C92-8EDD-32EDDA8F41DF}" type="slidenum">
              <a:rPr lang="en-GB" smtClean="0"/>
              <a:pPr/>
              <a:t>73</a:t>
            </a:fld>
            <a:endParaRPr lang="en-GB"/>
          </a:p>
        </p:txBody>
      </p:sp>
    </p:spTree>
    <p:extLst>
      <p:ext uri="{BB962C8B-B14F-4D97-AF65-F5344CB8AC3E}">
        <p14:creationId xmlns:p14="http://schemas.microsoft.com/office/powerpoint/2010/main" val="6355819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FBAA4-5A31-A421-4A99-38E1F0B0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BD4DE-DC56-CDB7-9CFC-935F15946EB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7FDD5D-DBEE-6585-191A-6249CB018C6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523BE3F-2465-5A50-BD3A-6C3A9DE3D971}"/>
              </a:ext>
            </a:extLst>
          </p:cNvPr>
          <p:cNvSpPr>
            <a:spLocks noGrp="1"/>
          </p:cNvSpPr>
          <p:nvPr>
            <p:ph type="sldNum" sz="quarter" idx="10"/>
          </p:nvPr>
        </p:nvSpPr>
        <p:spPr/>
        <p:txBody>
          <a:bodyPr/>
          <a:lstStyle/>
          <a:p>
            <a:fld id="{16081EDF-5C34-4241-A7EA-BE3D4B432F50}" type="slidenum">
              <a:rPr lang="en-GB" smtClean="0"/>
              <a:t>74</a:t>
            </a:fld>
            <a:endParaRPr lang="en-GB"/>
          </a:p>
        </p:txBody>
      </p:sp>
    </p:spTree>
    <p:extLst>
      <p:ext uri="{BB962C8B-B14F-4D97-AF65-F5344CB8AC3E}">
        <p14:creationId xmlns:p14="http://schemas.microsoft.com/office/powerpoint/2010/main" val="27248850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8559D-0451-7C04-0F40-930766310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7A0C5-9FF2-D0C4-48E2-9F7A0526BB4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BE71BD5-B63A-F313-AEC8-32254C4BCE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375B03-C8B3-2337-4E92-8991FF2CC690}"/>
              </a:ext>
            </a:extLst>
          </p:cNvPr>
          <p:cNvSpPr>
            <a:spLocks noGrp="1"/>
          </p:cNvSpPr>
          <p:nvPr>
            <p:ph type="sldNum" sz="quarter" idx="5"/>
          </p:nvPr>
        </p:nvSpPr>
        <p:spPr/>
        <p:txBody>
          <a:bodyPr/>
          <a:lstStyle/>
          <a:p>
            <a:fld id="{5B43D19E-BFDB-4C92-8EDD-32EDDA8F41DF}" type="slidenum">
              <a:rPr lang="en-GB" smtClean="0"/>
              <a:pPr/>
              <a:t>75</a:t>
            </a:fld>
            <a:endParaRPr lang="en-GB"/>
          </a:p>
        </p:txBody>
      </p:sp>
    </p:spTree>
    <p:extLst>
      <p:ext uri="{BB962C8B-B14F-4D97-AF65-F5344CB8AC3E}">
        <p14:creationId xmlns:p14="http://schemas.microsoft.com/office/powerpoint/2010/main" val="16734893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2E4AD-F482-5E31-25D1-679464A47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28203-4F84-D3DF-4BEB-3ADF1442E52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68880EA-8893-23B0-C448-F5951D5EBD1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21CB7BF-5801-EDE3-FD2A-E156C22D7335}"/>
              </a:ext>
            </a:extLst>
          </p:cNvPr>
          <p:cNvSpPr>
            <a:spLocks noGrp="1"/>
          </p:cNvSpPr>
          <p:nvPr>
            <p:ph type="sldNum" sz="quarter" idx="10"/>
          </p:nvPr>
        </p:nvSpPr>
        <p:spPr/>
        <p:txBody>
          <a:bodyPr/>
          <a:lstStyle/>
          <a:p>
            <a:fld id="{16081EDF-5C34-4241-A7EA-BE3D4B432F50}" type="slidenum">
              <a:rPr lang="en-GB" smtClean="0"/>
              <a:t>76</a:t>
            </a:fld>
            <a:endParaRPr lang="en-GB"/>
          </a:p>
        </p:txBody>
      </p:sp>
    </p:spTree>
    <p:extLst>
      <p:ext uri="{BB962C8B-B14F-4D97-AF65-F5344CB8AC3E}">
        <p14:creationId xmlns:p14="http://schemas.microsoft.com/office/powerpoint/2010/main" val="129545658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33564-4384-A657-A34E-67EC548ED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204E3-B0B4-CA6A-1B4C-0C86C45714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CA5097-C690-7AB2-703F-2A0DAD4999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483BE4-F597-7A14-7383-C163F4634D72}"/>
              </a:ext>
            </a:extLst>
          </p:cNvPr>
          <p:cNvSpPr>
            <a:spLocks noGrp="1"/>
          </p:cNvSpPr>
          <p:nvPr>
            <p:ph type="sldNum" sz="quarter" idx="5"/>
          </p:nvPr>
        </p:nvSpPr>
        <p:spPr/>
        <p:txBody>
          <a:bodyPr/>
          <a:lstStyle/>
          <a:p>
            <a:fld id="{5B43D19E-BFDB-4C92-8EDD-32EDDA8F41DF}" type="slidenum">
              <a:rPr lang="en-GB" smtClean="0"/>
              <a:pPr/>
              <a:t>77</a:t>
            </a:fld>
            <a:endParaRPr lang="en-GB"/>
          </a:p>
        </p:txBody>
      </p:sp>
    </p:spTree>
    <p:extLst>
      <p:ext uri="{BB962C8B-B14F-4D97-AF65-F5344CB8AC3E}">
        <p14:creationId xmlns:p14="http://schemas.microsoft.com/office/powerpoint/2010/main" val="19539057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27FE-392A-EFAD-5F3B-84AE052B3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2E72F-8645-24DB-03BF-CBBCD0EF6C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56E4BC5-6240-FB5A-5344-14781A5CB1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85DA0082-1EA4-E319-9448-C1048359D22C}"/>
              </a:ext>
            </a:extLst>
          </p:cNvPr>
          <p:cNvSpPr>
            <a:spLocks noGrp="1"/>
          </p:cNvSpPr>
          <p:nvPr>
            <p:ph type="sldNum" sz="quarter" idx="10"/>
          </p:nvPr>
        </p:nvSpPr>
        <p:spPr/>
        <p:txBody>
          <a:bodyPr/>
          <a:lstStyle/>
          <a:p>
            <a:fld id="{16081EDF-5C34-4241-A7EA-BE3D4B432F50}" type="slidenum">
              <a:rPr lang="en-GB" smtClean="0"/>
              <a:t>78</a:t>
            </a:fld>
            <a:endParaRPr lang="en-GB"/>
          </a:p>
        </p:txBody>
      </p:sp>
    </p:spTree>
    <p:extLst>
      <p:ext uri="{BB962C8B-B14F-4D97-AF65-F5344CB8AC3E}">
        <p14:creationId xmlns:p14="http://schemas.microsoft.com/office/powerpoint/2010/main" val="37122728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0723E-3DE6-BEC0-2490-7CF83299B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6013D-DB96-B2F8-7513-09714F21D4B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004C5D-072C-8D9D-48C9-90DFE60CB7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4C76FC-50C6-26A2-A97A-D752D5B01D70}"/>
              </a:ext>
            </a:extLst>
          </p:cNvPr>
          <p:cNvSpPr>
            <a:spLocks noGrp="1"/>
          </p:cNvSpPr>
          <p:nvPr>
            <p:ph type="sldNum" sz="quarter" idx="5"/>
          </p:nvPr>
        </p:nvSpPr>
        <p:spPr/>
        <p:txBody>
          <a:bodyPr/>
          <a:lstStyle/>
          <a:p>
            <a:fld id="{5B43D19E-BFDB-4C92-8EDD-32EDDA8F41DF}" type="slidenum">
              <a:rPr lang="en-GB" smtClean="0"/>
              <a:pPr/>
              <a:t>79</a:t>
            </a:fld>
            <a:endParaRPr lang="en-GB"/>
          </a:p>
        </p:txBody>
      </p:sp>
    </p:spTree>
    <p:extLst>
      <p:ext uri="{BB962C8B-B14F-4D97-AF65-F5344CB8AC3E}">
        <p14:creationId xmlns:p14="http://schemas.microsoft.com/office/powerpoint/2010/main" val="4606507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1DB01-BB74-688C-D323-92A349499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49287-B05F-61A4-11A7-9E0366942D6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A6A619-03E0-6303-8E8B-342B1DB99ED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BA862EC-E761-C119-C654-E2B55181D3F2}"/>
              </a:ext>
            </a:extLst>
          </p:cNvPr>
          <p:cNvSpPr>
            <a:spLocks noGrp="1"/>
          </p:cNvSpPr>
          <p:nvPr>
            <p:ph type="sldNum" sz="quarter" idx="10"/>
          </p:nvPr>
        </p:nvSpPr>
        <p:spPr/>
        <p:txBody>
          <a:bodyPr/>
          <a:lstStyle/>
          <a:p>
            <a:fld id="{16081EDF-5C34-4241-A7EA-BE3D4B432F50}" type="slidenum">
              <a:rPr lang="en-GB" smtClean="0"/>
              <a:t>80</a:t>
            </a:fld>
            <a:endParaRPr lang="en-GB"/>
          </a:p>
        </p:txBody>
      </p:sp>
    </p:spTree>
    <p:extLst>
      <p:ext uri="{BB962C8B-B14F-4D97-AF65-F5344CB8AC3E}">
        <p14:creationId xmlns:p14="http://schemas.microsoft.com/office/powerpoint/2010/main" val="96361683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A47C7-E06B-174E-70B3-3185068B2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30B95-9CCF-4094-0E9C-D897E2D2C94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EF2C335-0CCA-0846-A099-E4B68AC76B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00901BD-8B02-D795-26B2-DB31A67AF6D2}"/>
              </a:ext>
            </a:extLst>
          </p:cNvPr>
          <p:cNvSpPr>
            <a:spLocks noGrp="1"/>
          </p:cNvSpPr>
          <p:nvPr>
            <p:ph type="sldNum" sz="quarter" idx="5"/>
          </p:nvPr>
        </p:nvSpPr>
        <p:spPr/>
        <p:txBody>
          <a:bodyPr/>
          <a:lstStyle/>
          <a:p>
            <a:fld id="{5B43D19E-BFDB-4C92-8EDD-32EDDA8F41DF}" type="slidenum">
              <a:rPr lang="en-GB" smtClean="0"/>
              <a:pPr/>
              <a:t>81</a:t>
            </a:fld>
            <a:endParaRPr lang="en-GB"/>
          </a:p>
        </p:txBody>
      </p:sp>
    </p:spTree>
    <p:extLst>
      <p:ext uri="{BB962C8B-B14F-4D97-AF65-F5344CB8AC3E}">
        <p14:creationId xmlns:p14="http://schemas.microsoft.com/office/powerpoint/2010/main" val="13345586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64ECF-0D77-50F7-1EA5-2F294F74C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E31E7-CE60-CD1E-5AFC-6161C56D1F5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8E41D4A-259F-C5BB-FBDC-79C2100BAC8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A983046-5D91-092F-71FD-4C4EAB79F4F3}"/>
              </a:ext>
            </a:extLst>
          </p:cNvPr>
          <p:cNvSpPr>
            <a:spLocks noGrp="1"/>
          </p:cNvSpPr>
          <p:nvPr>
            <p:ph type="sldNum" sz="quarter" idx="10"/>
          </p:nvPr>
        </p:nvSpPr>
        <p:spPr/>
        <p:txBody>
          <a:bodyPr/>
          <a:lstStyle/>
          <a:p>
            <a:fld id="{16081EDF-5C34-4241-A7EA-BE3D4B432F50}" type="slidenum">
              <a:rPr lang="en-GB" smtClean="0"/>
              <a:t>82</a:t>
            </a:fld>
            <a:endParaRPr lang="en-GB"/>
          </a:p>
        </p:txBody>
      </p:sp>
    </p:spTree>
    <p:extLst>
      <p:ext uri="{BB962C8B-B14F-4D97-AF65-F5344CB8AC3E}">
        <p14:creationId xmlns:p14="http://schemas.microsoft.com/office/powerpoint/2010/main" val="389843547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39014-603C-C29B-1B40-A715A7D854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AC513-9D16-C304-9E81-C956BAE5F92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1A0878D-A107-72F1-F0F2-D9471F86915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27DAD6-874A-53CB-468D-5BA8098D54B2}"/>
              </a:ext>
            </a:extLst>
          </p:cNvPr>
          <p:cNvSpPr>
            <a:spLocks noGrp="1"/>
          </p:cNvSpPr>
          <p:nvPr>
            <p:ph type="sldNum" sz="quarter" idx="5"/>
          </p:nvPr>
        </p:nvSpPr>
        <p:spPr/>
        <p:txBody>
          <a:bodyPr/>
          <a:lstStyle/>
          <a:p>
            <a:fld id="{5B43D19E-BFDB-4C92-8EDD-32EDDA8F41DF}" type="slidenum">
              <a:rPr lang="en-GB" smtClean="0"/>
              <a:pPr/>
              <a:t>83</a:t>
            </a:fld>
            <a:endParaRPr lang="en-GB"/>
          </a:p>
        </p:txBody>
      </p:sp>
    </p:spTree>
    <p:extLst>
      <p:ext uri="{BB962C8B-B14F-4D97-AF65-F5344CB8AC3E}">
        <p14:creationId xmlns:p14="http://schemas.microsoft.com/office/powerpoint/2010/main" val="339139562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231A8-57F0-42AC-9843-A3C655FE20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25AE9-CA52-E544-53E0-1EAB0519C6F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6B7E027-3166-AB5F-3D88-4CCC3265F2F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C7E2F95-16EF-28B8-B863-4E297921B105}"/>
              </a:ext>
            </a:extLst>
          </p:cNvPr>
          <p:cNvSpPr>
            <a:spLocks noGrp="1"/>
          </p:cNvSpPr>
          <p:nvPr>
            <p:ph type="sldNum" sz="quarter" idx="10"/>
          </p:nvPr>
        </p:nvSpPr>
        <p:spPr/>
        <p:txBody>
          <a:bodyPr/>
          <a:lstStyle/>
          <a:p>
            <a:fld id="{16081EDF-5C34-4241-A7EA-BE3D4B432F50}" type="slidenum">
              <a:rPr lang="en-GB" smtClean="0"/>
              <a:t>85</a:t>
            </a:fld>
            <a:endParaRPr lang="en-GB"/>
          </a:p>
        </p:txBody>
      </p:sp>
    </p:spTree>
    <p:extLst>
      <p:ext uri="{BB962C8B-B14F-4D97-AF65-F5344CB8AC3E}">
        <p14:creationId xmlns:p14="http://schemas.microsoft.com/office/powerpoint/2010/main" val="306214180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4E0F0-99CC-7735-00AD-79861AA5B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36399E-B3E7-10A5-9090-A95AFFA79F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94FE1B0-ED31-0425-20B0-DD9B4B55771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3DE187-7D9F-C609-F1D0-E124359A83DA}"/>
              </a:ext>
            </a:extLst>
          </p:cNvPr>
          <p:cNvSpPr>
            <a:spLocks noGrp="1"/>
          </p:cNvSpPr>
          <p:nvPr>
            <p:ph type="sldNum" sz="quarter" idx="5"/>
          </p:nvPr>
        </p:nvSpPr>
        <p:spPr/>
        <p:txBody>
          <a:bodyPr/>
          <a:lstStyle/>
          <a:p>
            <a:fld id="{5B43D19E-BFDB-4C92-8EDD-32EDDA8F41DF}" type="slidenum">
              <a:rPr lang="en-GB" smtClean="0"/>
              <a:pPr/>
              <a:t>86</a:t>
            </a:fld>
            <a:endParaRPr lang="en-GB"/>
          </a:p>
        </p:txBody>
      </p:sp>
    </p:spTree>
    <p:extLst>
      <p:ext uri="{BB962C8B-B14F-4D97-AF65-F5344CB8AC3E}">
        <p14:creationId xmlns:p14="http://schemas.microsoft.com/office/powerpoint/2010/main" val="131873059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38367-DB89-04A3-3478-3641F32342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C89CD-1009-EBF4-D0A7-A8269886A60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DBBCD2-3F54-09A7-B66C-93ED0F62411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C0EBB07-000C-927B-8BEB-39861F6D7D84}"/>
              </a:ext>
            </a:extLst>
          </p:cNvPr>
          <p:cNvSpPr>
            <a:spLocks noGrp="1"/>
          </p:cNvSpPr>
          <p:nvPr>
            <p:ph type="sldNum" sz="quarter" idx="10"/>
          </p:nvPr>
        </p:nvSpPr>
        <p:spPr/>
        <p:txBody>
          <a:bodyPr/>
          <a:lstStyle/>
          <a:p>
            <a:fld id="{16081EDF-5C34-4241-A7EA-BE3D4B432F50}" type="slidenum">
              <a:rPr lang="en-GB" smtClean="0"/>
              <a:t>88</a:t>
            </a:fld>
            <a:endParaRPr lang="en-GB"/>
          </a:p>
        </p:txBody>
      </p:sp>
    </p:spTree>
    <p:extLst>
      <p:ext uri="{BB962C8B-B14F-4D97-AF65-F5344CB8AC3E}">
        <p14:creationId xmlns:p14="http://schemas.microsoft.com/office/powerpoint/2010/main" val="24845466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1BB8F-2B15-9B77-794B-D7877A0AF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ABAD6-A392-2C19-639B-012067298E9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CD91C90-2ACE-0DBC-96D6-B788FE5DA56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6ECC91C-134E-0156-8D20-E6D1E64244EC}"/>
              </a:ext>
            </a:extLst>
          </p:cNvPr>
          <p:cNvSpPr>
            <a:spLocks noGrp="1"/>
          </p:cNvSpPr>
          <p:nvPr>
            <p:ph type="sldNum" sz="quarter" idx="10"/>
          </p:nvPr>
        </p:nvSpPr>
        <p:spPr/>
        <p:txBody>
          <a:bodyPr/>
          <a:lstStyle/>
          <a:p>
            <a:fld id="{16081EDF-5C34-4241-A7EA-BE3D4B432F50}" type="slidenum">
              <a:rPr lang="en-GB" smtClean="0"/>
              <a:t>89</a:t>
            </a:fld>
            <a:endParaRPr lang="en-GB"/>
          </a:p>
        </p:txBody>
      </p:sp>
    </p:spTree>
    <p:extLst>
      <p:ext uri="{BB962C8B-B14F-4D97-AF65-F5344CB8AC3E}">
        <p14:creationId xmlns:p14="http://schemas.microsoft.com/office/powerpoint/2010/main" val="19902924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FCE03-1B54-D74A-B5E4-285837DDB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C85DA-177D-9DAD-C7A9-79C17EEA6D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7607AEC-BBC7-AA8D-A74C-63B02099206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54A10FBC-EE35-415E-382E-833D80F769DB}"/>
              </a:ext>
            </a:extLst>
          </p:cNvPr>
          <p:cNvSpPr>
            <a:spLocks noGrp="1"/>
          </p:cNvSpPr>
          <p:nvPr>
            <p:ph type="sldNum" sz="quarter" idx="10"/>
          </p:nvPr>
        </p:nvSpPr>
        <p:spPr/>
        <p:txBody>
          <a:bodyPr/>
          <a:lstStyle/>
          <a:p>
            <a:fld id="{16081EDF-5C34-4241-A7EA-BE3D4B432F50}" type="slidenum">
              <a:rPr lang="en-GB" smtClean="0"/>
              <a:t>90</a:t>
            </a:fld>
            <a:endParaRPr lang="en-GB"/>
          </a:p>
        </p:txBody>
      </p:sp>
    </p:spTree>
    <p:extLst>
      <p:ext uri="{BB962C8B-B14F-4D97-AF65-F5344CB8AC3E}">
        <p14:creationId xmlns:p14="http://schemas.microsoft.com/office/powerpoint/2010/main" val="408225800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14A6-3589-3100-DC7D-AECED717F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03882-E98B-CD33-EE4A-E83C31D4B3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3A22067-D693-364E-55BB-4AA868DB508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0D6DF9E-DA48-14C9-1F41-96762B86B759}"/>
              </a:ext>
            </a:extLst>
          </p:cNvPr>
          <p:cNvSpPr>
            <a:spLocks noGrp="1"/>
          </p:cNvSpPr>
          <p:nvPr>
            <p:ph type="sldNum" sz="quarter" idx="10"/>
          </p:nvPr>
        </p:nvSpPr>
        <p:spPr/>
        <p:txBody>
          <a:bodyPr/>
          <a:lstStyle/>
          <a:p>
            <a:fld id="{16081EDF-5C34-4241-A7EA-BE3D4B432F50}" type="slidenum">
              <a:rPr lang="en-GB" smtClean="0"/>
              <a:t>91</a:t>
            </a:fld>
            <a:endParaRPr lang="en-GB"/>
          </a:p>
        </p:txBody>
      </p:sp>
    </p:spTree>
    <p:extLst>
      <p:ext uri="{BB962C8B-B14F-4D97-AF65-F5344CB8AC3E}">
        <p14:creationId xmlns:p14="http://schemas.microsoft.com/office/powerpoint/2010/main" val="392768844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33967-F23D-F5BF-DACE-C8EC7C59B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1771A-7502-0C63-D973-8DCE6A40A1E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46773D1-9431-86D7-2CB7-D63986D2178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A9BCD27-FC56-673F-2CEC-1696159D5044}"/>
              </a:ext>
            </a:extLst>
          </p:cNvPr>
          <p:cNvSpPr>
            <a:spLocks noGrp="1"/>
          </p:cNvSpPr>
          <p:nvPr>
            <p:ph type="sldNum" sz="quarter" idx="10"/>
          </p:nvPr>
        </p:nvSpPr>
        <p:spPr/>
        <p:txBody>
          <a:bodyPr/>
          <a:lstStyle/>
          <a:p>
            <a:fld id="{16081EDF-5C34-4241-A7EA-BE3D4B432F50}" type="slidenum">
              <a:rPr lang="en-GB" smtClean="0"/>
              <a:t>93</a:t>
            </a:fld>
            <a:endParaRPr lang="en-GB"/>
          </a:p>
        </p:txBody>
      </p:sp>
    </p:spTree>
    <p:extLst>
      <p:ext uri="{BB962C8B-B14F-4D97-AF65-F5344CB8AC3E}">
        <p14:creationId xmlns:p14="http://schemas.microsoft.com/office/powerpoint/2010/main" val="2681560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7"/>
            <a:ext cx="11224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ABEF5EE-C1B0-CB56-30BC-F2EA02D0DD7E}"/>
              </a:ext>
            </a:extLst>
          </p:cNvPr>
          <p:cNvSpPr>
            <a:spLocks noGrp="1"/>
          </p:cNvSpPr>
          <p:nvPr>
            <p:ph type="dt" sz="half" idx="17"/>
          </p:nvPr>
        </p:nvSpPr>
        <p:spPr/>
        <p:txBody>
          <a:bodyPr/>
          <a:lstStyle/>
          <a:p>
            <a:fld id="{929DB60D-B14D-4CB0-A1D5-896B8110D934}" type="datetime1">
              <a:rPr lang="en-US" smtClean="0"/>
              <a:t>6/16/2026</a:t>
            </a:fld>
            <a:endParaRPr lang="en-US"/>
          </a:p>
        </p:txBody>
      </p:sp>
      <p:sp>
        <p:nvSpPr>
          <p:cNvPr id="8" name="Footer Placeholder 7">
            <a:extLst>
              <a:ext uri="{FF2B5EF4-FFF2-40B4-BE49-F238E27FC236}">
                <a16:creationId xmlns:a16="http://schemas.microsoft.com/office/drawing/2014/main" id="{E539B410-713F-D002-C7AD-50375ABC034D}"/>
              </a:ext>
            </a:extLst>
          </p:cNvPr>
          <p:cNvSpPr>
            <a:spLocks noGrp="1"/>
          </p:cNvSpPr>
          <p:nvPr>
            <p:ph type="ftr" sz="quarter" idx="18"/>
          </p:nvPr>
        </p:nvSpPr>
        <p:spPr/>
        <p:txBody>
          <a:bodyPr/>
          <a:lstStyle/>
          <a:p>
            <a:r>
              <a:rPr lang="en-US"/>
              <a:t>Insert footer text here</a:t>
            </a:r>
          </a:p>
        </p:txBody>
      </p:sp>
      <p:sp>
        <p:nvSpPr>
          <p:cNvPr id="9" name="Slide Number Placeholder 8">
            <a:extLst>
              <a:ext uri="{FF2B5EF4-FFF2-40B4-BE49-F238E27FC236}">
                <a16:creationId xmlns:a16="http://schemas.microsoft.com/office/drawing/2014/main" id="{24877F87-1E81-7C70-C23C-765CF083A38E}"/>
              </a:ext>
            </a:extLst>
          </p:cNvPr>
          <p:cNvSpPr>
            <a:spLocks noGrp="1"/>
          </p:cNvSpPr>
          <p:nvPr>
            <p:ph type="sldNum" sz="quarter" idx="19"/>
          </p:nvPr>
        </p:nvSpPr>
        <p:spPr/>
        <p:txBody>
          <a:bodyPr/>
          <a:lstStyle/>
          <a:p>
            <a:fld id="{F1BC30E3-FFE5-4B91-AA19-87A149EBB9EE}" type="slidenum">
              <a:rPr lang="en-GB" smtClean="0"/>
              <a:pPr/>
              <a:t>‹#›</a:t>
            </a:fld>
            <a:endParaRPr lang="en-GB"/>
          </a:p>
        </p:txBody>
      </p:sp>
    </p:spTree>
    <p:extLst>
      <p:ext uri="{BB962C8B-B14F-4D97-AF65-F5344CB8AC3E}">
        <p14:creationId xmlns:p14="http://schemas.microsoft.com/office/powerpoint/2010/main" val="3559059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GB"/>
              <a:t>Click to edit Master title style</a:t>
            </a:r>
            <a:endParaRPr lang="en-US"/>
          </a:p>
        </p:txBody>
      </p:sp>
      <p:sp>
        <p:nvSpPr>
          <p:cNvPr id="14" name="Content Placeholder 1">
            <a:extLst>
              <a:ext uri="{FF2B5EF4-FFF2-40B4-BE49-F238E27FC236}">
                <a16:creationId xmlns:a16="http://schemas.microsoft.com/office/drawing/2014/main" id="{A5EED3AD-188C-E954-617B-9CB9E1BA8A14}"/>
              </a:ext>
            </a:extLst>
          </p:cNvPr>
          <p:cNvSpPr>
            <a:spLocks noGrp="1"/>
          </p:cNvSpPr>
          <p:nvPr>
            <p:ph sz="quarter" idx="16"/>
          </p:nvPr>
        </p:nvSpPr>
        <p:spPr>
          <a:xfrm>
            <a:off x="485520"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Content Placeholder 2">
            <a:extLst>
              <a:ext uri="{FF2B5EF4-FFF2-40B4-BE49-F238E27FC236}">
                <a16:creationId xmlns:a16="http://schemas.microsoft.com/office/drawing/2014/main" id="{C87884BD-C538-2E4C-E4FE-1C5F73563883}"/>
              </a:ext>
            </a:extLst>
          </p:cNvPr>
          <p:cNvSpPr>
            <a:spLocks noGrp="1"/>
          </p:cNvSpPr>
          <p:nvPr>
            <p:ph sz="quarter" idx="15"/>
          </p:nvPr>
        </p:nvSpPr>
        <p:spPr>
          <a:xfrm>
            <a:off x="6353069" y="1411287"/>
            <a:ext cx="5356800" cy="46386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4" name="Date Placeholder">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482231EB-E788-44AD-8289-B392C32090DB}" type="datetime1">
              <a:rPr lang="en-US" smtClean="0"/>
              <a:t>6/16/2026</a:t>
            </a:fld>
            <a:endParaRPr lang="en-US"/>
          </a:p>
        </p:txBody>
      </p:sp>
      <p:sp>
        <p:nvSpPr>
          <p:cNvPr id="5" name="Footer Placeholder">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Tree>
    <p:extLst>
      <p:ext uri="{BB962C8B-B14F-4D97-AF65-F5344CB8AC3E}">
        <p14:creationId xmlns:p14="http://schemas.microsoft.com/office/powerpoint/2010/main" val="3230628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ideo and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C5F5-14E0-4B05-29E6-E9A059AA1002}"/>
              </a:ext>
            </a:extLst>
          </p:cNvPr>
          <p:cNvSpPr>
            <a:spLocks noGrp="1"/>
          </p:cNvSpPr>
          <p:nvPr>
            <p:ph type="title"/>
          </p:nvPr>
        </p:nvSpPr>
        <p:spPr>
          <a:xfrm>
            <a:off x="485523" y="369888"/>
            <a:ext cx="11224347" cy="470898"/>
          </a:xfrm>
        </p:spPr>
        <p:txBody>
          <a:bodyPr/>
          <a:lstStyle/>
          <a:p>
            <a:r>
              <a:rPr lang="en-GB"/>
              <a:t>Click to edit Master title style</a:t>
            </a:r>
            <a:endParaRPr lang="en-US"/>
          </a:p>
        </p:txBody>
      </p:sp>
      <p:sp>
        <p:nvSpPr>
          <p:cNvPr id="4" name="Date Placeholder 3">
            <a:extLst>
              <a:ext uri="{FF2B5EF4-FFF2-40B4-BE49-F238E27FC236}">
                <a16:creationId xmlns:a16="http://schemas.microsoft.com/office/drawing/2014/main" id="{6DECAE16-1D46-ECE2-67B1-B4055F385487}"/>
              </a:ext>
            </a:extLst>
          </p:cNvPr>
          <p:cNvSpPr>
            <a:spLocks noGrp="1"/>
          </p:cNvSpPr>
          <p:nvPr>
            <p:ph type="dt" sz="half" idx="10"/>
          </p:nvPr>
        </p:nvSpPr>
        <p:spPr/>
        <p:txBody>
          <a:bodyPr/>
          <a:lstStyle/>
          <a:p>
            <a:fld id="{7677440A-DB39-4578-84CD-F42535E15BA4}" type="datetime1">
              <a:rPr lang="en-US" smtClean="0"/>
              <a:t>6/16/2026</a:t>
            </a:fld>
            <a:endParaRPr lang="en-US"/>
          </a:p>
        </p:txBody>
      </p:sp>
      <p:sp>
        <p:nvSpPr>
          <p:cNvPr id="5" name="Footer Placeholder 4">
            <a:extLst>
              <a:ext uri="{FF2B5EF4-FFF2-40B4-BE49-F238E27FC236}">
                <a16:creationId xmlns:a16="http://schemas.microsoft.com/office/drawing/2014/main" id="{98E63702-02E0-6C43-ACB9-CF47EDD90CA6}"/>
              </a:ext>
            </a:extLst>
          </p:cNvPr>
          <p:cNvSpPr>
            <a:spLocks noGrp="1"/>
          </p:cNvSpPr>
          <p:nvPr>
            <p:ph type="ftr" sz="quarter" idx="11"/>
          </p:nvPr>
        </p:nvSpPr>
        <p:spPr/>
        <p:txBody>
          <a:bodyPr/>
          <a:lstStyle/>
          <a:p>
            <a:r>
              <a:rPr lang="en-US"/>
              <a:t>Insert footer text here</a:t>
            </a:r>
          </a:p>
        </p:txBody>
      </p:sp>
      <p:sp>
        <p:nvSpPr>
          <p:cNvPr id="6" name="Slide Number Placeholder 5">
            <a:extLst>
              <a:ext uri="{FF2B5EF4-FFF2-40B4-BE49-F238E27FC236}">
                <a16:creationId xmlns:a16="http://schemas.microsoft.com/office/drawing/2014/main" id="{E26F7576-DAEE-2232-6A83-201B728CCEEC}"/>
              </a:ext>
            </a:extLst>
          </p:cNvPr>
          <p:cNvSpPr>
            <a:spLocks noGrp="1"/>
          </p:cNvSpPr>
          <p:nvPr>
            <p:ph type="sldNum" sz="quarter" idx="12"/>
          </p:nvPr>
        </p:nvSpPr>
        <p:spPr/>
        <p:txBody>
          <a:bodyPr/>
          <a:lstStyle/>
          <a:p>
            <a:fld id="{94FCA0F3-9F3A-694B-99BB-0E592A797735}" type="slidenum">
              <a:rPr lang="en-US" smtClean="0"/>
              <a:t>‹#›</a:t>
            </a:fld>
            <a:endParaRPr lang="en-US"/>
          </a:p>
        </p:txBody>
      </p:sp>
      <p:sp>
        <p:nvSpPr>
          <p:cNvPr id="12" name="Media Placeholder 11">
            <a:extLst>
              <a:ext uri="{FF2B5EF4-FFF2-40B4-BE49-F238E27FC236}">
                <a16:creationId xmlns:a16="http://schemas.microsoft.com/office/drawing/2014/main" id="{7AA8680C-DF0E-A59A-1D40-85E5B348B8F4}"/>
              </a:ext>
            </a:extLst>
          </p:cNvPr>
          <p:cNvSpPr>
            <a:spLocks noGrp="1"/>
          </p:cNvSpPr>
          <p:nvPr>
            <p:ph type="media" sz="quarter" idx="13"/>
          </p:nvPr>
        </p:nvSpPr>
        <p:spPr>
          <a:xfrm>
            <a:off x="485524" y="1411287"/>
            <a:ext cx="8160263" cy="4638675"/>
          </a:xfrm>
        </p:spPr>
        <p:txBody>
          <a:bodyPr/>
          <a:lstStyle/>
          <a:p>
            <a:r>
              <a:rPr lang="en-GB"/>
              <a:t>Click icon to add media</a:t>
            </a:r>
            <a:endParaRPr lang="en-US"/>
          </a:p>
        </p:txBody>
      </p:sp>
      <p:sp>
        <p:nvSpPr>
          <p:cNvPr id="14" name="Text Placeholder 13">
            <a:extLst>
              <a:ext uri="{FF2B5EF4-FFF2-40B4-BE49-F238E27FC236}">
                <a16:creationId xmlns:a16="http://schemas.microsoft.com/office/drawing/2014/main" id="{7E85579B-86BF-EE24-023A-9F648CFE072C}"/>
              </a:ext>
            </a:extLst>
          </p:cNvPr>
          <p:cNvSpPr>
            <a:spLocks noGrp="1"/>
          </p:cNvSpPr>
          <p:nvPr>
            <p:ph type="body" sz="quarter" idx="14"/>
          </p:nvPr>
        </p:nvSpPr>
        <p:spPr>
          <a:xfrm>
            <a:off x="8904632" y="1411287"/>
            <a:ext cx="2805238" cy="4638675"/>
          </a:xfrm>
        </p:spPr>
        <p:txBody>
          <a:bodyPr/>
          <a:lstStyle>
            <a:lvl1pPr>
              <a:defRPr lang="en-GB" dirty="0"/>
            </a:lvl1pPr>
            <a:lvl2pPr>
              <a:defRPr lang="en-GB" dirty="0"/>
            </a:lvl2pPr>
            <a:lvl3pPr>
              <a:defRPr lang="en-GB" dirty="0"/>
            </a:lvl3pPr>
            <a:lvl4pPr>
              <a:defRPr lang="en-GB"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51709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a:xfrm>
            <a:off x="609601" y="294200"/>
            <a:ext cx="10972800" cy="590400"/>
          </a:xfrm>
        </p:spPr>
        <p:txBody>
          <a:bodyPr/>
          <a:lstStyle>
            <a:lvl1pPr>
              <a:defRPr>
                <a:solidFill>
                  <a:schemeClr val="bg1"/>
                </a:solidFill>
              </a:defRPr>
            </a:lvl1pPr>
          </a:lstStyle>
          <a:p>
            <a:r>
              <a:rPr lang="en-US"/>
              <a:t>Click to edit Master title style</a:t>
            </a:r>
            <a:endParaRPr lang="en-GB"/>
          </a:p>
        </p:txBody>
      </p:sp>
      <p:sp>
        <p:nvSpPr>
          <p:cNvPr id="3" name="Content Placeholder 2"/>
          <p:cNvSpPr>
            <a:spLocks noGrp="1"/>
          </p:cNvSpPr>
          <p:nvPr>
            <p:ph idx="1"/>
          </p:nvPr>
        </p:nvSpPr>
        <p:spPr>
          <a:xfrm>
            <a:off x="609602" y="1137920"/>
            <a:ext cx="8234455" cy="4834800"/>
          </a:xfrm>
        </p:spPr>
        <p:txBody>
          <a:bodyPr/>
          <a:lstStyle>
            <a:lvl1pPr marL="0" indent="0">
              <a:buNone/>
              <a:defRPr>
                <a:solidFill>
                  <a:schemeClr val="bg1"/>
                </a:solidFill>
              </a:defRPr>
            </a:lvl1pPr>
            <a:lvl2pPr marL="267319">
              <a:defRPr>
                <a:solidFill>
                  <a:schemeClr val="bg1"/>
                </a:solidFill>
              </a:defRPr>
            </a:lvl2pPr>
            <a:lvl3pPr marL="534639">
              <a:defRPr>
                <a:solidFill>
                  <a:schemeClr val="bg1"/>
                </a:solidFill>
              </a:defRPr>
            </a:lvl3pPr>
            <a:lvl4pPr marL="801958">
              <a:defRPr>
                <a:solidFill>
                  <a:schemeClr val="bg1"/>
                </a:solidFill>
              </a:defRPr>
            </a:lvl4pPr>
            <a:lvl5pPr marL="1069277">
              <a:defRPr sz="9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Line 11">
            <a:extLst>
              <a:ext uri="{FF2B5EF4-FFF2-40B4-BE49-F238E27FC236}">
                <a16:creationId xmlns:a16="http://schemas.microsoft.com/office/drawing/2014/main" id="{95EDADD0-A4AE-43D1-A8CA-F0D422EBF998}"/>
              </a:ext>
            </a:extLst>
          </p:cNvPr>
          <p:cNvSpPr>
            <a:spLocks noChangeShapeType="1"/>
          </p:cNvSpPr>
          <p:nvPr userDrawn="1"/>
        </p:nvSpPr>
        <p:spPr bwMode="auto">
          <a:xfrm>
            <a:off x="609600" y="6242400"/>
            <a:ext cx="10972800"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noProof="0">
              <a:solidFill>
                <a:schemeClr val="bg1"/>
              </a:solidFill>
            </a:endParaRPr>
          </a:p>
        </p:txBody>
      </p:sp>
      <p:sp>
        <p:nvSpPr>
          <p:cNvPr id="9" name="Date Placeholder 8">
            <a:extLst>
              <a:ext uri="{FF2B5EF4-FFF2-40B4-BE49-F238E27FC236}">
                <a16:creationId xmlns:a16="http://schemas.microsoft.com/office/drawing/2014/main" id="{B26A883D-CB1B-44DF-B864-E08C3B09A708}"/>
              </a:ext>
            </a:extLst>
          </p:cNvPr>
          <p:cNvSpPr>
            <a:spLocks noGrp="1"/>
          </p:cNvSpPr>
          <p:nvPr>
            <p:ph type="dt" sz="half" idx="10"/>
          </p:nvPr>
        </p:nvSpPr>
        <p:spPr/>
        <p:txBody>
          <a:bodyPr/>
          <a:lstStyle/>
          <a:p>
            <a:fld id="{9009D85F-FCA3-430D-9DE7-15726AAD19A7}" type="datetime3">
              <a:rPr lang="en-US" smtClean="0"/>
              <a:t>16 June 2026</a:t>
            </a:fld>
            <a:endParaRPr lang="en-IN"/>
          </a:p>
        </p:txBody>
      </p:sp>
      <p:sp>
        <p:nvSpPr>
          <p:cNvPr id="10" name="Footer Placeholder 9">
            <a:extLst>
              <a:ext uri="{FF2B5EF4-FFF2-40B4-BE49-F238E27FC236}">
                <a16:creationId xmlns:a16="http://schemas.microsoft.com/office/drawing/2014/main" id="{2D518928-6D8C-4DEF-879C-4C4BB7FFA2F3}"/>
              </a:ext>
            </a:extLst>
          </p:cNvPr>
          <p:cNvSpPr>
            <a:spLocks noGrp="1"/>
          </p:cNvSpPr>
          <p:nvPr>
            <p:ph type="ftr" sz="quarter" idx="11"/>
          </p:nvPr>
        </p:nvSpPr>
        <p:spPr/>
        <p:txBody>
          <a:bodyPr/>
          <a:lstStyle/>
          <a:p>
            <a:r>
              <a:rPr lang="en-IN"/>
              <a:t>Presentation title</a:t>
            </a:r>
          </a:p>
        </p:txBody>
      </p:sp>
      <p:sp>
        <p:nvSpPr>
          <p:cNvPr id="11" name="Slide Number Placeholder 10">
            <a:extLst>
              <a:ext uri="{FF2B5EF4-FFF2-40B4-BE49-F238E27FC236}">
                <a16:creationId xmlns:a16="http://schemas.microsoft.com/office/drawing/2014/main" id="{6D804FC6-AE5A-4130-8CE6-82D0878A8361}"/>
              </a:ext>
            </a:extLst>
          </p:cNvPr>
          <p:cNvSpPr>
            <a:spLocks noGrp="1"/>
          </p:cNvSpPr>
          <p:nvPr>
            <p:ph type="sldNum" sz="quarter" idx="12"/>
          </p:nvPr>
        </p:nvSpPr>
        <p:spPr>
          <a:xfrm>
            <a:off x="609601" y="6516456"/>
            <a:ext cx="884088" cy="180000"/>
          </a:xfrm>
          <a:prstGeom prst="rect">
            <a:avLst/>
          </a:prstGeom>
        </p:spPr>
        <p:txBody>
          <a:bodyPr/>
          <a:lstStyle/>
          <a:p>
            <a:r>
              <a:rPr lang="en-GB"/>
              <a:t>Page </a:t>
            </a:r>
            <a:fld id="{F1BC30E3-FFE5-4B91-AA19-87A149EBB9EE}" type="slidenum">
              <a:rPr smtClean="0"/>
              <a:pPr/>
              <a:t>‹#›</a:t>
            </a:fld>
            <a:endParaRPr/>
          </a:p>
        </p:txBody>
      </p:sp>
    </p:spTree>
    <p:extLst>
      <p:ext uri="{BB962C8B-B14F-4D97-AF65-F5344CB8AC3E}">
        <p14:creationId xmlns:p14="http://schemas.microsoft.com/office/powerpoint/2010/main" val="3783827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pic>
        <p:nvPicPr>
          <p:cNvPr id="7" name="Picture 6" descr="A blurry image of a colorful light&#10;&#10;Description automatically generated">
            <a:extLst>
              <a:ext uri="{FF2B5EF4-FFF2-40B4-BE49-F238E27FC236}">
                <a16:creationId xmlns:a16="http://schemas.microsoft.com/office/drawing/2014/main" id="{388CF986-E6D2-86D0-6501-D59429EAD0A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sp>
        <p:nvSpPr>
          <p:cNvPr id="2" name="Title 1">
            <a:extLst>
              <a:ext uri="{FF2B5EF4-FFF2-40B4-BE49-F238E27FC236}">
                <a16:creationId xmlns:a16="http://schemas.microsoft.com/office/drawing/2014/main" id="{DCB74E28-9D0B-F1B4-F101-2628EB1EA46E}"/>
              </a:ext>
            </a:extLst>
          </p:cNvPr>
          <p:cNvSpPr>
            <a:spLocks noGrp="1"/>
          </p:cNvSpPr>
          <p:nvPr>
            <p:ph type="title"/>
          </p:nvPr>
        </p:nvSpPr>
        <p:spPr>
          <a:xfrm>
            <a:off x="485775" y="1970406"/>
            <a:ext cx="7394575" cy="2869882"/>
          </a:xfrm>
        </p:spPr>
        <p:txBody>
          <a:bodyPr anchor="t"/>
          <a:lstStyle>
            <a:lvl1pPr>
              <a:defRPr sz="6000">
                <a:solidFill>
                  <a:schemeClr val="bg1"/>
                </a:solidFill>
              </a:defRPr>
            </a:lvl1pPr>
          </a:lstStyle>
          <a:p>
            <a:r>
              <a:rPr lang="en-US"/>
              <a:t>Click to edit Master title style</a:t>
            </a:r>
          </a:p>
        </p:txBody>
      </p:sp>
      <p:sp>
        <p:nvSpPr>
          <p:cNvPr id="8" name="Text Placeholder 7">
            <a:extLst>
              <a:ext uri="{FF2B5EF4-FFF2-40B4-BE49-F238E27FC236}">
                <a16:creationId xmlns:a16="http://schemas.microsoft.com/office/drawing/2014/main" id="{A475298B-22BF-3DF1-FBE7-DF673E5A2734}"/>
              </a:ext>
            </a:extLst>
          </p:cNvPr>
          <p:cNvSpPr>
            <a:spLocks noGrp="1"/>
          </p:cNvSpPr>
          <p:nvPr>
            <p:ph type="body" sz="quarter" idx="13" hasCustomPrompt="1"/>
          </p:nvPr>
        </p:nvSpPr>
        <p:spPr>
          <a:xfrm>
            <a:off x="485775" y="370800"/>
            <a:ext cx="7394575" cy="313932"/>
          </a:xfrm>
        </p:spPr>
        <p:txBody>
          <a:bodyPr>
            <a:noAutofit/>
          </a:bodyPr>
          <a:lstStyle>
            <a:lvl1pPr marL="0" indent="0">
              <a:lnSpc>
                <a:spcPct val="85000"/>
              </a:lnSpc>
              <a:buNone/>
              <a:defRPr lang="en-US" sz="2400" b="1" i="0" kern="1200" dirty="0">
                <a:solidFill>
                  <a:schemeClr val="tx2"/>
                </a:solidFill>
                <a:latin typeface="+mj-lt"/>
                <a:ea typeface="+mj-ea"/>
                <a:cs typeface="Arial" pitchFamily="34" charset="0"/>
              </a:defRPr>
            </a:lvl1pPr>
          </a:lstStyle>
          <a:p>
            <a:pPr lvl="0"/>
            <a:r>
              <a:rPr lang="en-GB"/>
              <a:t>Chapter 00</a:t>
            </a:r>
            <a:endParaRPr lang="en-US"/>
          </a:p>
        </p:txBody>
      </p:sp>
      <p:sp>
        <p:nvSpPr>
          <p:cNvPr id="16" name="Date Placeholder 15">
            <a:extLst>
              <a:ext uri="{FF2B5EF4-FFF2-40B4-BE49-F238E27FC236}">
                <a16:creationId xmlns:a16="http://schemas.microsoft.com/office/drawing/2014/main" id="{DB4372B3-E211-F19D-CBD9-6CEDF871BD0C}"/>
              </a:ext>
            </a:extLst>
          </p:cNvPr>
          <p:cNvSpPr>
            <a:spLocks noGrp="1"/>
          </p:cNvSpPr>
          <p:nvPr>
            <p:ph type="dt" sz="half" idx="14"/>
          </p:nvPr>
        </p:nvSpPr>
        <p:spPr/>
        <p:txBody>
          <a:bodyPr/>
          <a:lstStyle/>
          <a:p>
            <a:fld id="{587AE7D4-D909-4109-A95D-3FC199CCB2C0}" type="datetime1">
              <a:rPr lang="en-US" smtClean="0"/>
              <a:t>6/16/2026</a:t>
            </a:fld>
            <a:endParaRPr lang="en-US"/>
          </a:p>
        </p:txBody>
      </p:sp>
      <p:sp>
        <p:nvSpPr>
          <p:cNvPr id="17" name="Footer Placeholder 16">
            <a:extLst>
              <a:ext uri="{FF2B5EF4-FFF2-40B4-BE49-F238E27FC236}">
                <a16:creationId xmlns:a16="http://schemas.microsoft.com/office/drawing/2014/main" id="{53173B02-1E93-D358-4602-350A7447C76C}"/>
              </a:ext>
            </a:extLst>
          </p:cNvPr>
          <p:cNvSpPr>
            <a:spLocks noGrp="1"/>
          </p:cNvSpPr>
          <p:nvPr>
            <p:ph type="ftr" sz="quarter" idx="15"/>
          </p:nvPr>
        </p:nvSpPr>
        <p:spPr/>
        <p:txBody>
          <a:bodyPr/>
          <a:lstStyle/>
          <a:p>
            <a:r>
              <a:rPr lang="en-US"/>
              <a:t>Insert footer text here</a:t>
            </a:r>
          </a:p>
        </p:txBody>
      </p:sp>
      <p:sp>
        <p:nvSpPr>
          <p:cNvPr id="18" name="Slide Number Placeholder 17">
            <a:extLst>
              <a:ext uri="{FF2B5EF4-FFF2-40B4-BE49-F238E27FC236}">
                <a16:creationId xmlns:a16="http://schemas.microsoft.com/office/drawing/2014/main" id="{A5E3423F-0FF8-8E54-CEB8-1F15261AFD0E}"/>
              </a:ext>
            </a:extLst>
          </p:cNvPr>
          <p:cNvSpPr>
            <a:spLocks noGrp="1"/>
          </p:cNvSpPr>
          <p:nvPr>
            <p:ph type="sldNum" sz="quarter" idx="16"/>
          </p:nvPr>
        </p:nvSpPr>
        <p:spPr/>
        <p:txBody>
          <a:bodyPr/>
          <a:lstStyle/>
          <a:p>
            <a:fld id="{F1BC30E3-FFE5-4B91-AA19-87A149EBB9EE}" type="slidenum">
              <a:rPr lang="en-GB" smtClean="0"/>
              <a:pPr/>
              <a:t>‹#›</a:t>
            </a:fld>
            <a:endParaRPr lang="en-GB"/>
          </a:p>
        </p:txBody>
      </p:sp>
      <p:grpSp>
        <p:nvGrpSpPr>
          <p:cNvPr id="3" name="Group 4">
            <a:extLst>
              <a:ext uri="{FF2B5EF4-FFF2-40B4-BE49-F238E27FC236}">
                <a16:creationId xmlns:a16="http://schemas.microsoft.com/office/drawing/2014/main" id="{D3CF5FC1-8EBA-8F68-D0E5-727D21919CEC}"/>
              </a:ext>
            </a:extLst>
          </p:cNvPr>
          <p:cNvGrpSpPr>
            <a:grpSpLocks noChangeAspect="1"/>
          </p:cNvGrpSpPr>
          <p:nvPr userDrawn="1"/>
        </p:nvGrpSpPr>
        <p:grpSpPr bwMode="black">
          <a:xfrm>
            <a:off x="11623900" y="6276977"/>
            <a:ext cx="346158" cy="355219"/>
            <a:chOff x="7110" y="4004"/>
            <a:chExt cx="191" cy="196"/>
          </a:xfrm>
        </p:grpSpPr>
        <p:sp>
          <p:nvSpPr>
            <p:cNvPr id="4" name="Freeform 5">
              <a:extLst>
                <a:ext uri="{FF2B5EF4-FFF2-40B4-BE49-F238E27FC236}">
                  <a16:creationId xmlns:a16="http://schemas.microsoft.com/office/drawing/2014/main" id="{AE5FDF1F-8E3A-FB66-7C81-266601DA4005}"/>
                </a:ext>
              </a:extLst>
            </p:cNvPr>
            <p:cNvSpPr>
              <a:spLocks/>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5" name="Freeform 6">
              <a:extLst>
                <a:ext uri="{FF2B5EF4-FFF2-40B4-BE49-F238E27FC236}">
                  <a16:creationId xmlns:a16="http://schemas.microsoft.com/office/drawing/2014/main" id="{91C765C7-1DD0-DFBB-9089-29849D42BA8D}"/>
                </a:ext>
              </a:extLst>
            </p:cNvPr>
            <p:cNvSpPr>
              <a:spLocks/>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6" name="Freeform 7">
              <a:extLst>
                <a:ext uri="{FF2B5EF4-FFF2-40B4-BE49-F238E27FC236}">
                  <a16:creationId xmlns:a16="http://schemas.microsoft.com/office/drawing/2014/main" id="{50B43463-538D-A50A-4299-A6C5A973766D}"/>
                </a:ext>
              </a:extLst>
            </p:cNvPr>
            <p:cNvSpPr>
              <a:spLocks/>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1608974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6" name="Picture 5" descr="A black background with yellow and green light&#10;&#10;Description automatically generated">
            <a:extLst>
              <a:ext uri="{FF2B5EF4-FFF2-40B4-BE49-F238E27FC236}">
                <a16:creationId xmlns:a16="http://schemas.microsoft.com/office/drawing/2014/main" id="{E292F2D6-66C2-B22A-7FFF-05A7B35054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1" cy="6858001"/>
          </a:xfrm>
          <a:prstGeom prst="rect">
            <a:avLst/>
          </a:prstGeom>
        </p:spPr>
      </p:pic>
      <p:sp>
        <p:nvSpPr>
          <p:cNvPr id="3" name="Date Placeholder 2">
            <a:extLst>
              <a:ext uri="{FF2B5EF4-FFF2-40B4-BE49-F238E27FC236}">
                <a16:creationId xmlns:a16="http://schemas.microsoft.com/office/drawing/2014/main" id="{7096FD95-0C81-8816-F6A7-13708A804C91}"/>
              </a:ext>
            </a:extLst>
          </p:cNvPr>
          <p:cNvSpPr>
            <a:spLocks noGrp="1"/>
          </p:cNvSpPr>
          <p:nvPr>
            <p:ph type="dt" sz="half" idx="10"/>
          </p:nvPr>
        </p:nvSpPr>
        <p:spPr/>
        <p:txBody>
          <a:bodyPr/>
          <a:lstStyle/>
          <a:p>
            <a:fld id="{EBD291FF-4B20-4E11-BD81-68CF223AE6E2}" type="datetime1">
              <a:rPr lang="en-US" smtClean="0"/>
              <a:t>6/16/2026</a:t>
            </a:fld>
            <a:endParaRPr lang="en-US"/>
          </a:p>
        </p:txBody>
      </p:sp>
      <p:sp>
        <p:nvSpPr>
          <p:cNvPr id="4" name="Footer Placeholder 3">
            <a:extLst>
              <a:ext uri="{FF2B5EF4-FFF2-40B4-BE49-F238E27FC236}">
                <a16:creationId xmlns:a16="http://schemas.microsoft.com/office/drawing/2014/main" id="{434B0C7E-A414-4EA6-7DAD-5068A7AE4E81}"/>
              </a:ext>
            </a:extLst>
          </p:cNvPr>
          <p:cNvSpPr>
            <a:spLocks noGrp="1"/>
          </p:cNvSpPr>
          <p:nvPr>
            <p:ph type="ftr" sz="quarter" idx="11"/>
          </p:nvPr>
        </p:nvSpPr>
        <p:spPr/>
        <p:txBody>
          <a:bodyPr/>
          <a:lstStyle/>
          <a:p>
            <a:r>
              <a:rPr lang="en-US"/>
              <a:t>Insert footer text here</a:t>
            </a:r>
          </a:p>
        </p:txBody>
      </p:sp>
      <p:sp>
        <p:nvSpPr>
          <p:cNvPr id="5" name="Slide Number Placeholder 4">
            <a:extLst>
              <a:ext uri="{FF2B5EF4-FFF2-40B4-BE49-F238E27FC236}">
                <a16:creationId xmlns:a16="http://schemas.microsoft.com/office/drawing/2014/main" id="{830298F4-310D-68C0-AA7E-8C7FA83AB2EE}"/>
              </a:ext>
            </a:extLst>
          </p:cNvPr>
          <p:cNvSpPr>
            <a:spLocks noGrp="1"/>
          </p:cNvSpPr>
          <p:nvPr>
            <p:ph type="sldNum" sz="quarter" idx="12"/>
          </p:nvPr>
        </p:nvSpPr>
        <p:spPr/>
        <p:txBody>
          <a:bodyPr/>
          <a:lstStyle/>
          <a:p>
            <a:fld id="{94FCA0F3-9F3A-694B-99BB-0E592A797735}" type="slidenum">
              <a:rPr lang="en-US" smtClean="0"/>
              <a:t>‹#›</a:t>
            </a:fld>
            <a:endParaRPr lang="en-US"/>
          </a:p>
        </p:txBody>
      </p:sp>
      <p:grpSp>
        <p:nvGrpSpPr>
          <p:cNvPr id="11" name="Logo">
            <a:extLst>
              <a:ext uri="{FF2B5EF4-FFF2-40B4-BE49-F238E27FC236}">
                <a16:creationId xmlns:a16="http://schemas.microsoft.com/office/drawing/2014/main" id="{D638B96B-B381-0A4A-9C03-FAEA8FCC0C3A}"/>
              </a:ext>
            </a:extLst>
          </p:cNvPr>
          <p:cNvGrpSpPr/>
          <p:nvPr userDrawn="1"/>
        </p:nvGrpSpPr>
        <p:grpSpPr bwMode="black">
          <a:xfrm>
            <a:off x="11623900" y="6276977"/>
            <a:ext cx="346158" cy="355219"/>
            <a:chOff x="7110" y="4004"/>
            <a:chExt cx="191" cy="196"/>
          </a:xfrm>
        </p:grpSpPr>
        <p:sp>
          <p:nvSpPr>
            <p:cNvPr id="12" name="Freeform 5">
              <a:extLst>
                <a:ext uri="{FF2B5EF4-FFF2-40B4-BE49-F238E27FC236}">
                  <a16:creationId xmlns:a16="http://schemas.microsoft.com/office/drawing/2014/main" id="{F93FF753-4D01-4602-8217-3FFCC28BA2A1}"/>
                </a:ext>
              </a:extLst>
            </p:cNvPr>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6">
              <a:extLst>
                <a:ext uri="{FF2B5EF4-FFF2-40B4-BE49-F238E27FC236}">
                  <a16:creationId xmlns:a16="http://schemas.microsoft.com/office/drawing/2014/main" id="{E36D5F7D-FB28-AFA3-2358-69211F54C147}"/>
                </a:ext>
              </a:extLst>
            </p:cNvPr>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4" name="Freeform 7">
              <a:extLst>
                <a:ext uri="{FF2B5EF4-FFF2-40B4-BE49-F238E27FC236}">
                  <a16:creationId xmlns:a16="http://schemas.microsoft.com/office/drawing/2014/main" id="{82505B87-640B-2273-C7C7-DB96614AC411}"/>
                </a:ext>
              </a:extLst>
            </p:cNvPr>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
        <p:nvSpPr>
          <p:cNvPr id="8" name="Content Placeholder 7">
            <a:extLst>
              <a:ext uri="{FF2B5EF4-FFF2-40B4-BE49-F238E27FC236}">
                <a16:creationId xmlns:a16="http://schemas.microsoft.com/office/drawing/2014/main" id="{6EC4EF6C-621F-8DF6-EFA6-18F2189DE1D6}"/>
              </a:ext>
            </a:extLst>
          </p:cNvPr>
          <p:cNvSpPr>
            <a:spLocks noGrp="1"/>
          </p:cNvSpPr>
          <p:nvPr>
            <p:ph sz="quarter" idx="13" hasCustomPrompt="1"/>
          </p:nvPr>
        </p:nvSpPr>
        <p:spPr>
          <a:xfrm>
            <a:off x="3408077" y="667806"/>
            <a:ext cx="8366125" cy="1358900"/>
          </a:xfrm>
        </p:spPr>
        <p:txBody>
          <a:bodyPr/>
          <a:lstStyle>
            <a:lvl1pPr marL="0" indent="0">
              <a:buNone/>
              <a:defRPr sz="1100"/>
            </a:lvl1pPr>
          </a:lstStyle>
          <a:p>
            <a:pPr lvl="0"/>
            <a:r>
              <a:rPr lang="en-IN"/>
              <a:t>Click to replace questions with your own text.</a:t>
            </a:r>
            <a:br>
              <a:rPr lang="en-IN"/>
            </a:br>
            <a:br>
              <a:rPr lang="en-IN"/>
            </a:br>
            <a:r>
              <a:rPr lang="en-IN"/>
              <a:t>What have we learned that could be replicated in future pursuits?</a:t>
            </a:r>
            <a:br>
              <a:rPr lang="en-IN"/>
            </a:br>
            <a:r>
              <a:rPr lang="en-IN"/>
              <a:t>What did we learn about our competitors during the pursuit?</a:t>
            </a:r>
            <a:br>
              <a:rPr lang="en-IN"/>
            </a:br>
            <a:r>
              <a:rPr lang="en-IN"/>
              <a:t>When is the best time to speak to the engagement team for a client story?</a:t>
            </a:r>
            <a:br>
              <a:rPr lang="en-IN"/>
            </a:br>
            <a:r>
              <a:rPr lang="en-IN"/>
              <a:t>Who needs to know about this win?</a:t>
            </a:r>
          </a:p>
        </p:txBody>
      </p:sp>
      <p:sp>
        <p:nvSpPr>
          <p:cNvPr id="18" name="Title 1">
            <a:extLst>
              <a:ext uri="{FF2B5EF4-FFF2-40B4-BE49-F238E27FC236}">
                <a16:creationId xmlns:a16="http://schemas.microsoft.com/office/drawing/2014/main" id="{EBB3CDC3-43DB-2874-59DC-2FF89E50FEDF}"/>
              </a:ext>
            </a:extLst>
          </p:cNvPr>
          <p:cNvSpPr>
            <a:spLocks noGrp="1"/>
          </p:cNvSpPr>
          <p:nvPr>
            <p:ph type="title"/>
          </p:nvPr>
        </p:nvSpPr>
        <p:spPr>
          <a:xfrm>
            <a:off x="483827" y="369888"/>
            <a:ext cx="11224347" cy="470898"/>
          </a:xfrm>
        </p:spPr>
        <p:txBody>
          <a:bodyPr/>
          <a:lstStyle/>
          <a:p>
            <a:r>
              <a:rPr lang="en-US"/>
              <a:t>Click to edit Master title style</a:t>
            </a:r>
          </a:p>
        </p:txBody>
      </p:sp>
      <p:sp>
        <p:nvSpPr>
          <p:cNvPr id="20" name="Content Placeholder 7">
            <a:extLst>
              <a:ext uri="{FF2B5EF4-FFF2-40B4-BE49-F238E27FC236}">
                <a16:creationId xmlns:a16="http://schemas.microsoft.com/office/drawing/2014/main" id="{B922DCC0-61EC-8F39-F7F1-9DE201166E0E}"/>
              </a:ext>
            </a:extLst>
          </p:cNvPr>
          <p:cNvSpPr>
            <a:spLocks noGrp="1"/>
          </p:cNvSpPr>
          <p:nvPr>
            <p:ph sz="quarter" idx="14" hasCustomPrompt="1"/>
          </p:nvPr>
        </p:nvSpPr>
        <p:spPr>
          <a:xfrm>
            <a:off x="3408077" y="3700558"/>
            <a:ext cx="8366125" cy="1358900"/>
          </a:xfrm>
        </p:spPr>
        <p:txBody>
          <a:bodyPr/>
          <a:lstStyle>
            <a:lvl1pPr marL="0" indent="0">
              <a:buNone/>
              <a:defRPr sz="1100"/>
            </a:lvl1pPr>
          </a:lstStyle>
          <a:p>
            <a:pPr lvl="0"/>
            <a:r>
              <a:rPr lang="en-IN"/>
              <a:t>Click to replace questions with your own text.</a:t>
            </a:r>
            <a:br>
              <a:rPr lang="en-IN"/>
            </a:br>
            <a:br>
              <a:rPr lang="en-IN"/>
            </a:br>
            <a:r>
              <a:rPr lang="en-IN"/>
              <a:t>What have we learned that could be replicated in future pursuits?</a:t>
            </a:r>
            <a:br>
              <a:rPr lang="en-IN"/>
            </a:br>
            <a:r>
              <a:rPr lang="en-IN"/>
              <a:t>What did we learn about our competitors during the pursuit?</a:t>
            </a:r>
            <a:br>
              <a:rPr lang="en-IN"/>
            </a:br>
            <a:r>
              <a:rPr lang="en-IN"/>
              <a:t>When is the best time to speak to the engagement team for a client story?</a:t>
            </a:r>
            <a:br>
              <a:rPr lang="en-IN"/>
            </a:br>
            <a:r>
              <a:rPr lang="en-IN"/>
              <a:t>Who needs to know about this win?</a:t>
            </a:r>
          </a:p>
        </p:txBody>
      </p:sp>
    </p:spTree>
    <p:extLst>
      <p:ext uri="{BB962C8B-B14F-4D97-AF65-F5344CB8AC3E}">
        <p14:creationId xmlns:p14="http://schemas.microsoft.com/office/powerpoint/2010/main" val="1696997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3" name="Picture 2" descr="A blurry image of a rainbow&#10;&#10;Description automatically generated">
            <a:extLst>
              <a:ext uri="{FF2B5EF4-FFF2-40B4-BE49-F238E27FC236}">
                <a16:creationId xmlns:a16="http://schemas.microsoft.com/office/drawing/2014/main" id="{317BE7A3-A673-B58A-8BE4-D36A0E590D33}"/>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0" y="0"/>
            <a:ext cx="12193200" cy="6858000"/>
          </a:xfrm>
          <a:prstGeom prst="rect">
            <a:avLst/>
          </a:prstGeom>
        </p:spPr>
      </p:pic>
      <p:grpSp>
        <p:nvGrpSpPr>
          <p:cNvPr id="5" name="Group 4">
            <a:extLst>
              <a:ext uri="{FF2B5EF4-FFF2-40B4-BE49-F238E27FC236}">
                <a16:creationId xmlns:a16="http://schemas.microsoft.com/office/drawing/2014/main" id="{3D8D2553-DCAF-2D9D-2138-FE4E794B7FFA}"/>
              </a:ext>
            </a:extLst>
          </p:cNvPr>
          <p:cNvGrpSpPr/>
          <p:nvPr userDrawn="1"/>
        </p:nvGrpSpPr>
        <p:grpSpPr>
          <a:xfrm>
            <a:off x="485775" y="6164633"/>
            <a:ext cx="4940935" cy="31877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a:p>
          </p:txBody>
        </p:sp>
      </p:grpSp>
      <p:grpSp>
        <p:nvGrpSpPr>
          <p:cNvPr id="4" name="Group 3">
            <a:extLst>
              <a:ext uri="{FF2B5EF4-FFF2-40B4-BE49-F238E27FC236}">
                <a16:creationId xmlns:a16="http://schemas.microsoft.com/office/drawing/2014/main" id="{9767D4D9-A47B-4020-6B9B-87B081166C85}"/>
              </a:ext>
            </a:extLst>
          </p:cNvPr>
          <p:cNvGrpSpPr/>
          <p:nvPr userDrawn="1"/>
        </p:nvGrpSpPr>
        <p:grpSpPr>
          <a:xfrm>
            <a:off x="485774" y="1291008"/>
            <a:ext cx="5706110" cy="4360545"/>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889762" y="4436485"/>
            <a:ext cx="4907628" cy="511939"/>
          </a:xfrm>
        </p:spPr>
        <p:txBody>
          <a:bodyPr wrap="square">
            <a:noAutofit/>
          </a:bodyPr>
          <a:lstStyle>
            <a:lvl1pPr marL="0" indent="0" algn="l">
              <a:buNone/>
              <a:defRPr sz="160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889762" y="2698751"/>
            <a:ext cx="4906009" cy="1654043"/>
          </a:xfrm>
        </p:spPr>
        <p:txBody>
          <a:bodyPr anchor="t">
            <a:noAutofit/>
          </a:bodyPr>
          <a:lstStyle>
            <a:lvl1pPr>
              <a:defRPr sz="4200" b="1" i="0">
                <a:solidFill>
                  <a:schemeClr val="bg1"/>
                </a:solidFill>
                <a:latin typeface="EYInterstate Regular" panose="02000503020000020004" pitchFamily="2" charset="0"/>
              </a:defRPr>
            </a:lvl1pPr>
          </a:lstStyle>
          <a:p>
            <a:r>
              <a:rPr lang="en-GB"/>
              <a:t>Click to edit Master title style</a:t>
            </a:r>
            <a:endParaRPr lang="en-US"/>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889762" y="5047485"/>
            <a:ext cx="4906010" cy="246221"/>
          </a:xfrm>
        </p:spPr>
        <p:txBody>
          <a:bodyPr wrap="square">
            <a:spAutoFit/>
          </a:bodyPr>
          <a:lstStyle>
            <a:lvl1pPr marL="0" indent="0">
              <a:buNone/>
              <a:defRPr sz="1600" b="1">
                <a:latin typeface="+mj-lt"/>
              </a:defRPr>
            </a:lvl1pPr>
            <a:lvl2pPr marL="252000" indent="0">
              <a:buNone/>
              <a:defRPr sz="1600" b="1">
                <a:latin typeface="+mj-lt"/>
              </a:defRPr>
            </a:lvl2pPr>
            <a:lvl3pPr marL="504000" indent="0">
              <a:buNone/>
              <a:defRPr sz="1600" b="1">
                <a:latin typeface="+mj-lt"/>
              </a:defRPr>
            </a:lvl3pPr>
            <a:lvl4pPr marL="756000" indent="0">
              <a:buNone/>
              <a:defRPr sz="1600" b="1">
                <a:latin typeface="+mj-lt"/>
              </a:defRPr>
            </a:lvl4pPr>
            <a:lvl5pPr marL="1008000" indent="0">
              <a:buNone/>
              <a:defRPr sz="1600" b="1">
                <a:latin typeface="+mj-lt"/>
              </a:defRPr>
            </a:lvl5pPr>
          </a:lstStyle>
          <a:p>
            <a:pPr lvl="0"/>
            <a:r>
              <a:rPr lang="en-GB"/>
              <a:t>Click to edit Master text styles</a:t>
            </a:r>
          </a:p>
        </p:txBody>
      </p:sp>
      <p:grpSp>
        <p:nvGrpSpPr>
          <p:cNvPr id="310" name="Group 309">
            <a:extLst>
              <a:ext uri="{FF2B5EF4-FFF2-40B4-BE49-F238E27FC236}">
                <a16:creationId xmlns:a16="http://schemas.microsoft.com/office/drawing/2014/main" id="{CE838069-3AB1-D532-FB66-FDAEA51877B1}"/>
              </a:ext>
            </a:extLst>
          </p:cNvPr>
          <p:cNvGrpSpPr/>
          <p:nvPr userDrawn="1"/>
        </p:nvGrpSpPr>
        <p:grpSpPr bwMode="black">
          <a:xfrm>
            <a:off x="10563224" y="5167683"/>
            <a:ext cx="1219200" cy="1284606"/>
            <a:chOff x="10563224" y="5158158"/>
            <a:chExt cx="1219200" cy="1284606"/>
          </a:xfrm>
        </p:grpSpPr>
        <p:sp>
          <p:nvSpPr>
            <p:cNvPr id="311" name="Freeform 310">
              <a:extLst>
                <a:ext uri="{FF2B5EF4-FFF2-40B4-BE49-F238E27FC236}">
                  <a16:creationId xmlns:a16="http://schemas.microsoft.com/office/drawing/2014/main" id="{E6AE5B0D-79EC-EE9E-636A-1E7D4A6A240A}"/>
                </a:ext>
              </a:extLst>
            </p:cNvPr>
            <p:cNvSpPr/>
            <p:nvPr/>
          </p:nvSpPr>
          <p:spPr bwMode="black">
            <a:xfrm>
              <a:off x="10826115" y="5158158"/>
              <a:ext cx="805814" cy="294004"/>
            </a:xfrm>
            <a:custGeom>
              <a:avLst/>
              <a:gdLst>
                <a:gd name="connsiteX0" fmla="*/ 805814 w 805814"/>
                <a:gd name="connsiteY0" fmla="*/ 0 h 294004"/>
                <a:gd name="connsiteX1" fmla="*/ 0 w 805814"/>
                <a:gd name="connsiteY1" fmla="*/ 294005 h 294004"/>
                <a:gd name="connsiteX2" fmla="*/ 805814 w 805814"/>
                <a:gd name="connsiteY2" fmla="*/ 151765 h 294004"/>
                <a:gd name="connsiteX3" fmla="*/ 805814 w 805814"/>
                <a:gd name="connsiteY3" fmla="*/ 0 h 294004"/>
              </a:gdLst>
              <a:ahLst/>
              <a:cxnLst>
                <a:cxn ang="0">
                  <a:pos x="connsiteX0" y="connsiteY0"/>
                </a:cxn>
                <a:cxn ang="0">
                  <a:pos x="connsiteX1" y="connsiteY1"/>
                </a:cxn>
                <a:cxn ang="0">
                  <a:pos x="connsiteX2" y="connsiteY2"/>
                </a:cxn>
                <a:cxn ang="0">
                  <a:pos x="connsiteX3" y="connsiteY3"/>
                </a:cxn>
              </a:cxnLst>
              <a:rect l="l" t="t" r="r" b="b"/>
              <a:pathLst>
                <a:path w="805814" h="294004">
                  <a:moveTo>
                    <a:pt x="805814" y="0"/>
                  </a:moveTo>
                  <a:lnTo>
                    <a:pt x="0" y="294005"/>
                  </a:lnTo>
                  <a:lnTo>
                    <a:pt x="805814" y="151765"/>
                  </a:lnTo>
                  <a:lnTo>
                    <a:pt x="805814" y="0"/>
                  </a:lnTo>
                  <a:close/>
                </a:path>
              </a:pathLst>
            </a:custGeom>
            <a:solidFill>
              <a:srgbClr val="FFE600"/>
            </a:solidFill>
            <a:ln w="63500" cap="flat">
              <a:noFill/>
              <a:prstDash val="solid"/>
              <a:miter/>
            </a:ln>
          </p:spPr>
          <p:txBody>
            <a:bodyPr rtlCol="0" anchor="ctr"/>
            <a:lstStyle/>
            <a:p>
              <a:endParaRPr lang="en-US"/>
            </a:p>
          </p:txBody>
        </p:sp>
        <p:sp>
          <p:nvSpPr>
            <p:cNvPr id="312" name="Freeform 311">
              <a:extLst>
                <a:ext uri="{FF2B5EF4-FFF2-40B4-BE49-F238E27FC236}">
                  <a16:creationId xmlns:a16="http://schemas.microsoft.com/office/drawing/2014/main" id="{8B00C66D-FD9B-3996-472E-1CEF16690026}"/>
                </a:ext>
              </a:extLst>
            </p:cNvPr>
            <p:cNvSpPr/>
            <p:nvPr/>
          </p:nvSpPr>
          <p:spPr bwMode="black">
            <a:xfrm>
              <a:off x="10563224" y="5574083"/>
              <a:ext cx="1219200" cy="868681"/>
            </a:xfrm>
            <a:custGeom>
              <a:avLst/>
              <a:gdLst>
                <a:gd name="connsiteX0" fmla="*/ 245110 w 1219200"/>
                <a:gd name="connsiteY0" fmla="*/ 839471 h 868681"/>
                <a:gd name="connsiteX1" fmla="*/ 246379 w 1219200"/>
                <a:gd name="connsiteY1" fmla="*/ 839471 h 868681"/>
                <a:gd name="connsiteX2" fmla="*/ 245041 w 1219200"/>
                <a:gd name="connsiteY2" fmla="*/ 839979 h 868681"/>
                <a:gd name="connsiteX3" fmla="*/ 522605 w 1219200"/>
                <a:gd name="connsiteY3" fmla="*/ 796926 h 868681"/>
                <a:gd name="connsiteX4" fmla="*/ 504189 w 1219200"/>
                <a:gd name="connsiteY4" fmla="*/ 821691 h 868681"/>
                <a:gd name="connsiteX5" fmla="*/ 522605 w 1219200"/>
                <a:gd name="connsiteY5" fmla="*/ 845821 h 868681"/>
                <a:gd name="connsiteX6" fmla="*/ 541019 w 1219200"/>
                <a:gd name="connsiteY6" fmla="*/ 821691 h 868681"/>
                <a:gd name="connsiteX7" fmla="*/ 522605 w 1219200"/>
                <a:gd name="connsiteY7" fmla="*/ 796926 h 868681"/>
                <a:gd name="connsiteX8" fmla="*/ 817245 w 1219200"/>
                <a:gd name="connsiteY8" fmla="*/ 796291 h 868681"/>
                <a:gd name="connsiteX9" fmla="*/ 800735 w 1219200"/>
                <a:gd name="connsiteY9" fmla="*/ 819786 h 868681"/>
                <a:gd name="connsiteX10" fmla="*/ 817879 w 1219200"/>
                <a:gd name="connsiteY10" fmla="*/ 846456 h 868681"/>
                <a:gd name="connsiteX11" fmla="*/ 833754 w 1219200"/>
                <a:gd name="connsiteY11" fmla="*/ 838836 h 868681"/>
                <a:gd name="connsiteX12" fmla="*/ 833754 w 1219200"/>
                <a:gd name="connsiteY12" fmla="*/ 838201 h 868681"/>
                <a:gd name="connsiteX13" fmla="*/ 833754 w 1219200"/>
                <a:gd name="connsiteY13" fmla="*/ 803911 h 868681"/>
                <a:gd name="connsiteX14" fmla="*/ 817245 w 1219200"/>
                <a:gd name="connsiteY14" fmla="*/ 796291 h 868681"/>
                <a:gd name="connsiteX15" fmla="*/ 1179195 w 1219200"/>
                <a:gd name="connsiteY15" fmla="*/ 794386 h 868681"/>
                <a:gd name="connsiteX16" fmla="*/ 1163320 w 1219200"/>
                <a:gd name="connsiteY16" fmla="*/ 811531 h 868681"/>
                <a:gd name="connsiteX17" fmla="*/ 1163954 w 1219200"/>
                <a:gd name="connsiteY17" fmla="*/ 811531 h 868681"/>
                <a:gd name="connsiteX18" fmla="*/ 1195704 w 1219200"/>
                <a:gd name="connsiteY18" fmla="*/ 811531 h 868681"/>
                <a:gd name="connsiteX19" fmla="*/ 1179195 w 1219200"/>
                <a:gd name="connsiteY19" fmla="*/ 794386 h 868681"/>
                <a:gd name="connsiteX20" fmla="*/ 909320 w 1219200"/>
                <a:gd name="connsiteY20" fmla="*/ 794386 h 868681"/>
                <a:gd name="connsiteX21" fmla="*/ 893445 w 1219200"/>
                <a:gd name="connsiteY21" fmla="*/ 811531 h 868681"/>
                <a:gd name="connsiteX22" fmla="*/ 894079 w 1219200"/>
                <a:gd name="connsiteY22" fmla="*/ 811531 h 868681"/>
                <a:gd name="connsiteX23" fmla="*/ 925829 w 1219200"/>
                <a:gd name="connsiteY23" fmla="*/ 811531 h 868681"/>
                <a:gd name="connsiteX24" fmla="*/ 909320 w 1219200"/>
                <a:gd name="connsiteY24" fmla="*/ 794386 h 868681"/>
                <a:gd name="connsiteX25" fmla="*/ 737870 w 1219200"/>
                <a:gd name="connsiteY25" fmla="*/ 775971 h 868681"/>
                <a:gd name="connsiteX26" fmla="*/ 761364 w 1219200"/>
                <a:gd name="connsiteY26" fmla="*/ 775971 h 868681"/>
                <a:gd name="connsiteX27" fmla="*/ 761364 w 1219200"/>
                <a:gd name="connsiteY27" fmla="*/ 866141 h 868681"/>
                <a:gd name="connsiteX28" fmla="*/ 737870 w 1219200"/>
                <a:gd name="connsiteY28" fmla="*/ 866141 h 868681"/>
                <a:gd name="connsiteX29" fmla="*/ 143510 w 1219200"/>
                <a:gd name="connsiteY29" fmla="*/ 775971 h 868681"/>
                <a:gd name="connsiteX30" fmla="*/ 167004 w 1219200"/>
                <a:gd name="connsiteY30" fmla="*/ 775971 h 868681"/>
                <a:gd name="connsiteX31" fmla="*/ 167004 w 1219200"/>
                <a:gd name="connsiteY31" fmla="*/ 866141 h 868681"/>
                <a:gd name="connsiteX32" fmla="*/ 143510 w 1219200"/>
                <a:gd name="connsiteY32" fmla="*/ 866141 h 868681"/>
                <a:gd name="connsiteX33" fmla="*/ 635 w 1219200"/>
                <a:gd name="connsiteY33" fmla="*/ 775971 h 868681"/>
                <a:gd name="connsiteX34" fmla="*/ 26670 w 1219200"/>
                <a:gd name="connsiteY34" fmla="*/ 775971 h 868681"/>
                <a:gd name="connsiteX35" fmla="*/ 40004 w 1219200"/>
                <a:gd name="connsiteY35" fmla="*/ 828041 h 868681"/>
                <a:gd name="connsiteX36" fmla="*/ 55245 w 1219200"/>
                <a:gd name="connsiteY36" fmla="*/ 775971 h 868681"/>
                <a:gd name="connsiteX37" fmla="*/ 76200 w 1219200"/>
                <a:gd name="connsiteY37" fmla="*/ 775971 h 868681"/>
                <a:gd name="connsiteX38" fmla="*/ 91439 w 1219200"/>
                <a:gd name="connsiteY38" fmla="*/ 828041 h 868681"/>
                <a:gd name="connsiteX39" fmla="*/ 105409 w 1219200"/>
                <a:gd name="connsiteY39" fmla="*/ 775971 h 868681"/>
                <a:gd name="connsiteX40" fmla="*/ 130810 w 1219200"/>
                <a:gd name="connsiteY40" fmla="*/ 775971 h 868681"/>
                <a:gd name="connsiteX41" fmla="*/ 102235 w 1219200"/>
                <a:gd name="connsiteY41" fmla="*/ 866141 h 868681"/>
                <a:gd name="connsiteX42" fmla="*/ 80644 w 1219200"/>
                <a:gd name="connsiteY42" fmla="*/ 866141 h 868681"/>
                <a:gd name="connsiteX43" fmla="*/ 65405 w 1219200"/>
                <a:gd name="connsiteY43" fmla="*/ 811531 h 868681"/>
                <a:gd name="connsiteX44" fmla="*/ 50165 w 1219200"/>
                <a:gd name="connsiteY44" fmla="*/ 866141 h 868681"/>
                <a:gd name="connsiteX45" fmla="*/ 28575 w 1219200"/>
                <a:gd name="connsiteY45" fmla="*/ 866141 h 868681"/>
                <a:gd name="connsiteX46" fmla="*/ 1181099 w 1219200"/>
                <a:gd name="connsiteY46" fmla="*/ 774066 h 868681"/>
                <a:gd name="connsiteX47" fmla="*/ 1219200 w 1219200"/>
                <a:gd name="connsiteY47" fmla="*/ 821056 h 868681"/>
                <a:gd name="connsiteX48" fmla="*/ 1218564 w 1219200"/>
                <a:gd name="connsiteY48" fmla="*/ 821056 h 868681"/>
                <a:gd name="connsiteX49" fmla="*/ 1218564 w 1219200"/>
                <a:gd name="connsiteY49" fmla="*/ 828676 h 868681"/>
                <a:gd name="connsiteX50" fmla="*/ 1163954 w 1219200"/>
                <a:gd name="connsiteY50" fmla="*/ 828676 h 868681"/>
                <a:gd name="connsiteX51" fmla="*/ 1183004 w 1219200"/>
                <a:gd name="connsiteY51" fmla="*/ 846456 h 868681"/>
                <a:gd name="connsiteX52" fmla="*/ 1198879 w 1219200"/>
                <a:gd name="connsiteY52" fmla="*/ 840106 h 868681"/>
                <a:gd name="connsiteX53" fmla="*/ 1214754 w 1219200"/>
                <a:gd name="connsiteY53" fmla="*/ 853441 h 868681"/>
                <a:gd name="connsiteX54" fmla="*/ 1182370 w 1219200"/>
                <a:gd name="connsiteY54" fmla="*/ 868046 h 868681"/>
                <a:gd name="connsiteX55" fmla="*/ 1141095 w 1219200"/>
                <a:gd name="connsiteY55" fmla="*/ 821056 h 868681"/>
                <a:gd name="connsiteX56" fmla="*/ 1181099 w 1219200"/>
                <a:gd name="connsiteY56" fmla="*/ 774066 h 868681"/>
                <a:gd name="connsiteX57" fmla="*/ 1097915 w 1219200"/>
                <a:gd name="connsiteY57" fmla="*/ 774066 h 868681"/>
                <a:gd name="connsiteX58" fmla="*/ 1133474 w 1219200"/>
                <a:gd name="connsiteY58" fmla="*/ 793751 h 868681"/>
                <a:gd name="connsiteX59" fmla="*/ 1118235 w 1219200"/>
                <a:gd name="connsiteY59" fmla="*/ 808991 h 868681"/>
                <a:gd name="connsiteX60" fmla="*/ 1097915 w 1219200"/>
                <a:gd name="connsiteY60" fmla="*/ 796291 h 868681"/>
                <a:gd name="connsiteX61" fmla="*/ 1078864 w 1219200"/>
                <a:gd name="connsiteY61" fmla="*/ 820421 h 868681"/>
                <a:gd name="connsiteX62" fmla="*/ 1097915 w 1219200"/>
                <a:gd name="connsiteY62" fmla="*/ 845186 h 868681"/>
                <a:gd name="connsiteX63" fmla="*/ 1118235 w 1219200"/>
                <a:gd name="connsiteY63" fmla="*/ 833756 h 868681"/>
                <a:gd name="connsiteX64" fmla="*/ 1118870 w 1219200"/>
                <a:gd name="connsiteY64" fmla="*/ 834391 h 868681"/>
                <a:gd name="connsiteX65" fmla="*/ 1133474 w 1219200"/>
                <a:gd name="connsiteY65" fmla="*/ 848361 h 868681"/>
                <a:gd name="connsiteX66" fmla="*/ 1097280 w 1219200"/>
                <a:gd name="connsiteY66" fmla="*/ 868046 h 868681"/>
                <a:gd name="connsiteX67" fmla="*/ 1054735 w 1219200"/>
                <a:gd name="connsiteY67" fmla="*/ 821056 h 868681"/>
                <a:gd name="connsiteX68" fmla="*/ 1097915 w 1219200"/>
                <a:gd name="connsiteY68" fmla="*/ 774066 h 868681"/>
                <a:gd name="connsiteX69" fmla="*/ 1009015 w 1219200"/>
                <a:gd name="connsiteY69" fmla="*/ 774066 h 868681"/>
                <a:gd name="connsiteX70" fmla="*/ 1041400 w 1219200"/>
                <a:gd name="connsiteY70" fmla="*/ 815341 h 868681"/>
                <a:gd name="connsiteX71" fmla="*/ 1041400 w 1219200"/>
                <a:gd name="connsiteY71" fmla="*/ 866141 h 868681"/>
                <a:gd name="connsiteX72" fmla="*/ 1017905 w 1219200"/>
                <a:gd name="connsiteY72" fmla="*/ 866141 h 868681"/>
                <a:gd name="connsiteX73" fmla="*/ 1017905 w 1219200"/>
                <a:gd name="connsiteY73" fmla="*/ 817246 h 868681"/>
                <a:gd name="connsiteX74" fmla="*/ 1002665 w 1219200"/>
                <a:gd name="connsiteY74" fmla="*/ 796291 h 868681"/>
                <a:gd name="connsiteX75" fmla="*/ 986790 w 1219200"/>
                <a:gd name="connsiteY75" fmla="*/ 816611 h 868681"/>
                <a:gd name="connsiteX76" fmla="*/ 986790 w 1219200"/>
                <a:gd name="connsiteY76" fmla="*/ 866141 h 868681"/>
                <a:gd name="connsiteX77" fmla="*/ 963295 w 1219200"/>
                <a:gd name="connsiteY77" fmla="*/ 866141 h 868681"/>
                <a:gd name="connsiteX78" fmla="*/ 963295 w 1219200"/>
                <a:gd name="connsiteY78" fmla="*/ 775971 h 868681"/>
                <a:gd name="connsiteX79" fmla="*/ 986790 w 1219200"/>
                <a:gd name="connsiteY79" fmla="*/ 775971 h 868681"/>
                <a:gd name="connsiteX80" fmla="*/ 986790 w 1219200"/>
                <a:gd name="connsiteY80" fmla="*/ 782321 h 868681"/>
                <a:gd name="connsiteX81" fmla="*/ 1009015 w 1219200"/>
                <a:gd name="connsiteY81" fmla="*/ 774066 h 868681"/>
                <a:gd name="connsiteX82" fmla="*/ 911224 w 1219200"/>
                <a:gd name="connsiteY82" fmla="*/ 774066 h 868681"/>
                <a:gd name="connsiteX83" fmla="*/ 949325 w 1219200"/>
                <a:gd name="connsiteY83" fmla="*/ 821056 h 868681"/>
                <a:gd name="connsiteX84" fmla="*/ 948689 w 1219200"/>
                <a:gd name="connsiteY84" fmla="*/ 821056 h 868681"/>
                <a:gd name="connsiteX85" fmla="*/ 948689 w 1219200"/>
                <a:gd name="connsiteY85" fmla="*/ 828676 h 868681"/>
                <a:gd name="connsiteX86" fmla="*/ 894079 w 1219200"/>
                <a:gd name="connsiteY86" fmla="*/ 828676 h 868681"/>
                <a:gd name="connsiteX87" fmla="*/ 913129 w 1219200"/>
                <a:gd name="connsiteY87" fmla="*/ 846456 h 868681"/>
                <a:gd name="connsiteX88" fmla="*/ 929004 w 1219200"/>
                <a:gd name="connsiteY88" fmla="*/ 840106 h 868681"/>
                <a:gd name="connsiteX89" fmla="*/ 944879 w 1219200"/>
                <a:gd name="connsiteY89" fmla="*/ 853441 h 868681"/>
                <a:gd name="connsiteX90" fmla="*/ 912495 w 1219200"/>
                <a:gd name="connsiteY90" fmla="*/ 868046 h 868681"/>
                <a:gd name="connsiteX91" fmla="*/ 871220 w 1219200"/>
                <a:gd name="connsiteY91" fmla="*/ 821056 h 868681"/>
                <a:gd name="connsiteX92" fmla="*/ 911224 w 1219200"/>
                <a:gd name="connsiteY92" fmla="*/ 774066 h 868681"/>
                <a:gd name="connsiteX93" fmla="*/ 623570 w 1219200"/>
                <a:gd name="connsiteY93" fmla="*/ 774066 h 868681"/>
                <a:gd name="connsiteX94" fmla="*/ 655954 w 1219200"/>
                <a:gd name="connsiteY94" fmla="*/ 815341 h 868681"/>
                <a:gd name="connsiteX95" fmla="*/ 655954 w 1219200"/>
                <a:gd name="connsiteY95" fmla="*/ 866141 h 868681"/>
                <a:gd name="connsiteX96" fmla="*/ 632459 w 1219200"/>
                <a:gd name="connsiteY96" fmla="*/ 866141 h 868681"/>
                <a:gd name="connsiteX97" fmla="*/ 632459 w 1219200"/>
                <a:gd name="connsiteY97" fmla="*/ 817246 h 868681"/>
                <a:gd name="connsiteX98" fmla="*/ 617220 w 1219200"/>
                <a:gd name="connsiteY98" fmla="*/ 796291 h 868681"/>
                <a:gd name="connsiteX99" fmla="*/ 601345 w 1219200"/>
                <a:gd name="connsiteY99" fmla="*/ 816611 h 868681"/>
                <a:gd name="connsiteX100" fmla="*/ 601345 w 1219200"/>
                <a:gd name="connsiteY100" fmla="*/ 866141 h 868681"/>
                <a:gd name="connsiteX101" fmla="*/ 577849 w 1219200"/>
                <a:gd name="connsiteY101" fmla="*/ 866141 h 868681"/>
                <a:gd name="connsiteX102" fmla="*/ 577849 w 1219200"/>
                <a:gd name="connsiteY102" fmla="*/ 775971 h 868681"/>
                <a:gd name="connsiteX103" fmla="*/ 601345 w 1219200"/>
                <a:gd name="connsiteY103" fmla="*/ 775971 h 868681"/>
                <a:gd name="connsiteX104" fmla="*/ 601345 w 1219200"/>
                <a:gd name="connsiteY104" fmla="*/ 782321 h 868681"/>
                <a:gd name="connsiteX105" fmla="*/ 623570 w 1219200"/>
                <a:gd name="connsiteY105" fmla="*/ 774066 h 868681"/>
                <a:gd name="connsiteX106" fmla="*/ 522605 w 1219200"/>
                <a:gd name="connsiteY106" fmla="*/ 774066 h 868681"/>
                <a:gd name="connsiteX107" fmla="*/ 564515 w 1219200"/>
                <a:gd name="connsiteY107" fmla="*/ 821056 h 868681"/>
                <a:gd name="connsiteX108" fmla="*/ 522605 w 1219200"/>
                <a:gd name="connsiteY108" fmla="*/ 868046 h 868681"/>
                <a:gd name="connsiteX109" fmla="*/ 480695 w 1219200"/>
                <a:gd name="connsiteY109" fmla="*/ 821056 h 868681"/>
                <a:gd name="connsiteX110" fmla="*/ 522605 w 1219200"/>
                <a:gd name="connsiteY110" fmla="*/ 774066 h 868681"/>
                <a:gd name="connsiteX111" fmla="*/ 436879 w 1219200"/>
                <a:gd name="connsiteY111" fmla="*/ 774066 h 868681"/>
                <a:gd name="connsiteX112" fmla="*/ 472439 w 1219200"/>
                <a:gd name="connsiteY112" fmla="*/ 793751 h 868681"/>
                <a:gd name="connsiteX113" fmla="*/ 457200 w 1219200"/>
                <a:gd name="connsiteY113" fmla="*/ 808991 h 868681"/>
                <a:gd name="connsiteX114" fmla="*/ 436879 w 1219200"/>
                <a:gd name="connsiteY114" fmla="*/ 796291 h 868681"/>
                <a:gd name="connsiteX115" fmla="*/ 417829 w 1219200"/>
                <a:gd name="connsiteY115" fmla="*/ 820421 h 868681"/>
                <a:gd name="connsiteX116" fmla="*/ 436879 w 1219200"/>
                <a:gd name="connsiteY116" fmla="*/ 845186 h 868681"/>
                <a:gd name="connsiteX117" fmla="*/ 457200 w 1219200"/>
                <a:gd name="connsiteY117" fmla="*/ 833756 h 868681"/>
                <a:gd name="connsiteX118" fmla="*/ 457834 w 1219200"/>
                <a:gd name="connsiteY118" fmla="*/ 834391 h 868681"/>
                <a:gd name="connsiteX119" fmla="*/ 472439 w 1219200"/>
                <a:gd name="connsiteY119" fmla="*/ 848361 h 868681"/>
                <a:gd name="connsiteX120" fmla="*/ 436245 w 1219200"/>
                <a:gd name="connsiteY120" fmla="*/ 868046 h 868681"/>
                <a:gd name="connsiteX121" fmla="*/ 393700 w 1219200"/>
                <a:gd name="connsiteY121" fmla="*/ 821056 h 868681"/>
                <a:gd name="connsiteX122" fmla="*/ 436879 w 1219200"/>
                <a:gd name="connsiteY122" fmla="*/ 774066 h 868681"/>
                <a:gd name="connsiteX123" fmla="*/ 219075 w 1219200"/>
                <a:gd name="connsiteY123" fmla="*/ 742316 h 868681"/>
                <a:gd name="connsiteX124" fmla="*/ 219075 w 1219200"/>
                <a:gd name="connsiteY124" fmla="*/ 777241 h 868681"/>
                <a:gd name="connsiteX125" fmla="*/ 245110 w 1219200"/>
                <a:gd name="connsiteY125" fmla="*/ 777241 h 868681"/>
                <a:gd name="connsiteX126" fmla="*/ 245110 w 1219200"/>
                <a:gd name="connsiteY126" fmla="*/ 798831 h 868681"/>
                <a:gd name="connsiteX127" fmla="*/ 219075 w 1219200"/>
                <a:gd name="connsiteY127" fmla="*/ 798831 h 868681"/>
                <a:gd name="connsiteX128" fmla="*/ 219075 w 1219200"/>
                <a:gd name="connsiteY128" fmla="*/ 835661 h 868681"/>
                <a:gd name="connsiteX129" fmla="*/ 227965 w 1219200"/>
                <a:gd name="connsiteY129" fmla="*/ 846456 h 868681"/>
                <a:gd name="connsiteX130" fmla="*/ 245041 w 1219200"/>
                <a:gd name="connsiteY130" fmla="*/ 839979 h 868681"/>
                <a:gd name="connsiteX131" fmla="*/ 241935 w 1219200"/>
                <a:gd name="connsiteY131" fmla="*/ 862966 h 868681"/>
                <a:gd name="connsiteX132" fmla="*/ 219709 w 1219200"/>
                <a:gd name="connsiteY132" fmla="*/ 868681 h 868681"/>
                <a:gd name="connsiteX133" fmla="*/ 195579 w 1219200"/>
                <a:gd name="connsiteY133" fmla="*/ 842011 h 868681"/>
                <a:gd name="connsiteX134" fmla="*/ 195579 w 1219200"/>
                <a:gd name="connsiteY134" fmla="*/ 798831 h 868681"/>
                <a:gd name="connsiteX135" fmla="*/ 179704 w 1219200"/>
                <a:gd name="connsiteY135" fmla="*/ 798831 h 868681"/>
                <a:gd name="connsiteX136" fmla="*/ 179704 w 1219200"/>
                <a:gd name="connsiteY136" fmla="*/ 777241 h 868681"/>
                <a:gd name="connsiteX137" fmla="*/ 195579 w 1219200"/>
                <a:gd name="connsiteY137" fmla="*/ 777241 h 868681"/>
                <a:gd name="connsiteX138" fmla="*/ 195579 w 1219200"/>
                <a:gd name="connsiteY138" fmla="*/ 753746 h 868681"/>
                <a:gd name="connsiteX139" fmla="*/ 749935 w 1219200"/>
                <a:gd name="connsiteY139" fmla="*/ 741681 h 868681"/>
                <a:gd name="connsiteX140" fmla="*/ 763269 w 1219200"/>
                <a:gd name="connsiteY140" fmla="*/ 755016 h 868681"/>
                <a:gd name="connsiteX141" fmla="*/ 749935 w 1219200"/>
                <a:gd name="connsiteY141" fmla="*/ 768351 h 868681"/>
                <a:gd name="connsiteX142" fmla="*/ 736599 w 1219200"/>
                <a:gd name="connsiteY142" fmla="*/ 755016 h 868681"/>
                <a:gd name="connsiteX143" fmla="*/ 749935 w 1219200"/>
                <a:gd name="connsiteY143" fmla="*/ 741681 h 868681"/>
                <a:gd name="connsiteX144" fmla="*/ 154939 w 1219200"/>
                <a:gd name="connsiteY144" fmla="*/ 741681 h 868681"/>
                <a:gd name="connsiteX145" fmla="*/ 168275 w 1219200"/>
                <a:gd name="connsiteY145" fmla="*/ 755016 h 868681"/>
                <a:gd name="connsiteX146" fmla="*/ 154939 w 1219200"/>
                <a:gd name="connsiteY146" fmla="*/ 768351 h 868681"/>
                <a:gd name="connsiteX147" fmla="*/ 141605 w 1219200"/>
                <a:gd name="connsiteY147" fmla="*/ 755016 h 868681"/>
                <a:gd name="connsiteX148" fmla="*/ 154939 w 1219200"/>
                <a:gd name="connsiteY148" fmla="*/ 741681 h 868681"/>
                <a:gd name="connsiteX149" fmla="*/ 856614 w 1219200"/>
                <a:gd name="connsiteY149" fmla="*/ 741046 h 868681"/>
                <a:gd name="connsiteX150" fmla="*/ 856614 w 1219200"/>
                <a:gd name="connsiteY150" fmla="*/ 866141 h 868681"/>
                <a:gd name="connsiteX151" fmla="*/ 833120 w 1219200"/>
                <a:gd name="connsiteY151" fmla="*/ 866141 h 868681"/>
                <a:gd name="connsiteX152" fmla="*/ 833120 w 1219200"/>
                <a:gd name="connsiteY152" fmla="*/ 860426 h 868681"/>
                <a:gd name="connsiteX153" fmla="*/ 812799 w 1219200"/>
                <a:gd name="connsiteY153" fmla="*/ 868046 h 868681"/>
                <a:gd name="connsiteX154" fmla="*/ 775970 w 1219200"/>
                <a:gd name="connsiteY154" fmla="*/ 820421 h 868681"/>
                <a:gd name="connsiteX155" fmla="*/ 812165 w 1219200"/>
                <a:gd name="connsiteY155" fmla="*/ 774066 h 868681"/>
                <a:gd name="connsiteX156" fmla="*/ 833120 w 1219200"/>
                <a:gd name="connsiteY156" fmla="*/ 781051 h 868681"/>
                <a:gd name="connsiteX157" fmla="*/ 833120 w 1219200"/>
                <a:gd name="connsiteY157" fmla="*/ 752476 h 868681"/>
                <a:gd name="connsiteX158" fmla="*/ 707390 w 1219200"/>
                <a:gd name="connsiteY158" fmla="*/ 741046 h 868681"/>
                <a:gd name="connsiteX159" fmla="*/ 724534 w 1219200"/>
                <a:gd name="connsiteY159" fmla="*/ 743586 h 868681"/>
                <a:gd name="connsiteX160" fmla="*/ 724534 w 1219200"/>
                <a:gd name="connsiteY160" fmla="*/ 744221 h 868681"/>
                <a:gd name="connsiteX161" fmla="*/ 724534 w 1219200"/>
                <a:gd name="connsiteY161" fmla="*/ 762636 h 868681"/>
                <a:gd name="connsiteX162" fmla="*/ 713105 w 1219200"/>
                <a:gd name="connsiteY162" fmla="*/ 760731 h 868681"/>
                <a:gd name="connsiteX163" fmla="*/ 703579 w 1219200"/>
                <a:gd name="connsiteY163" fmla="*/ 768351 h 868681"/>
                <a:gd name="connsiteX164" fmla="*/ 703579 w 1219200"/>
                <a:gd name="connsiteY164" fmla="*/ 775336 h 868681"/>
                <a:gd name="connsiteX165" fmla="*/ 722629 w 1219200"/>
                <a:gd name="connsiteY165" fmla="*/ 775336 h 868681"/>
                <a:gd name="connsiteX166" fmla="*/ 722629 w 1219200"/>
                <a:gd name="connsiteY166" fmla="*/ 796926 h 868681"/>
                <a:gd name="connsiteX167" fmla="*/ 703579 w 1219200"/>
                <a:gd name="connsiteY167" fmla="*/ 796926 h 868681"/>
                <a:gd name="connsiteX168" fmla="*/ 703579 w 1219200"/>
                <a:gd name="connsiteY168" fmla="*/ 865506 h 868681"/>
                <a:gd name="connsiteX169" fmla="*/ 680084 w 1219200"/>
                <a:gd name="connsiteY169" fmla="*/ 865506 h 868681"/>
                <a:gd name="connsiteX170" fmla="*/ 680084 w 1219200"/>
                <a:gd name="connsiteY170" fmla="*/ 796926 h 868681"/>
                <a:gd name="connsiteX171" fmla="*/ 667385 w 1219200"/>
                <a:gd name="connsiteY171" fmla="*/ 796926 h 868681"/>
                <a:gd name="connsiteX172" fmla="*/ 667385 w 1219200"/>
                <a:gd name="connsiteY172" fmla="*/ 775336 h 868681"/>
                <a:gd name="connsiteX173" fmla="*/ 680084 w 1219200"/>
                <a:gd name="connsiteY173" fmla="*/ 775336 h 868681"/>
                <a:gd name="connsiteX174" fmla="*/ 680084 w 1219200"/>
                <a:gd name="connsiteY174" fmla="*/ 764541 h 868681"/>
                <a:gd name="connsiteX175" fmla="*/ 707390 w 1219200"/>
                <a:gd name="connsiteY175" fmla="*/ 741046 h 868681"/>
                <a:gd name="connsiteX176" fmla="*/ 282575 w 1219200"/>
                <a:gd name="connsiteY176" fmla="*/ 741046 h 868681"/>
                <a:gd name="connsiteX177" fmla="*/ 282575 w 1219200"/>
                <a:gd name="connsiteY177" fmla="*/ 782321 h 868681"/>
                <a:gd name="connsiteX178" fmla="*/ 304799 w 1219200"/>
                <a:gd name="connsiteY178" fmla="*/ 774066 h 868681"/>
                <a:gd name="connsiteX179" fmla="*/ 336549 w 1219200"/>
                <a:gd name="connsiteY179" fmla="*/ 815341 h 868681"/>
                <a:gd name="connsiteX180" fmla="*/ 336549 w 1219200"/>
                <a:gd name="connsiteY180" fmla="*/ 866141 h 868681"/>
                <a:gd name="connsiteX181" fmla="*/ 313689 w 1219200"/>
                <a:gd name="connsiteY181" fmla="*/ 866141 h 868681"/>
                <a:gd name="connsiteX182" fmla="*/ 313689 w 1219200"/>
                <a:gd name="connsiteY182" fmla="*/ 817246 h 868681"/>
                <a:gd name="connsiteX183" fmla="*/ 298450 w 1219200"/>
                <a:gd name="connsiteY183" fmla="*/ 796291 h 868681"/>
                <a:gd name="connsiteX184" fmla="*/ 282575 w 1219200"/>
                <a:gd name="connsiteY184" fmla="*/ 816611 h 868681"/>
                <a:gd name="connsiteX185" fmla="*/ 282575 w 1219200"/>
                <a:gd name="connsiteY185" fmla="*/ 866141 h 868681"/>
                <a:gd name="connsiteX186" fmla="*/ 259079 w 1219200"/>
                <a:gd name="connsiteY186" fmla="*/ 866141 h 868681"/>
                <a:gd name="connsiteX187" fmla="*/ 259079 w 1219200"/>
                <a:gd name="connsiteY187" fmla="*/ 752476 h 868681"/>
                <a:gd name="connsiteX188" fmla="*/ 92709 w 1219200"/>
                <a:gd name="connsiteY188" fmla="*/ 648336 h 868681"/>
                <a:gd name="connsiteX189" fmla="*/ 92709 w 1219200"/>
                <a:gd name="connsiteY189" fmla="*/ 649606 h 868681"/>
                <a:gd name="connsiteX190" fmla="*/ 92427 w 1219200"/>
                <a:gd name="connsiteY190" fmla="*/ 648959 h 868681"/>
                <a:gd name="connsiteX191" fmla="*/ 230504 w 1219200"/>
                <a:gd name="connsiteY191" fmla="*/ 643256 h 868681"/>
                <a:gd name="connsiteX192" fmla="*/ 215900 w 1219200"/>
                <a:gd name="connsiteY192" fmla="*/ 654686 h 868681"/>
                <a:gd name="connsiteX193" fmla="*/ 228599 w 1219200"/>
                <a:gd name="connsiteY193" fmla="*/ 667386 h 868681"/>
                <a:gd name="connsiteX194" fmla="*/ 245745 w 1219200"/>
                <a:gd name="connsiteY194" fmla="*/ 658496 h 868681"/>
                <a:gd name="connsiteX195" fmla="*/ 245745 w 1219200"/>
                <a:gd name="connsiteY195" fmla="*/ 647066 h 868681"/>
                <a:gd name="connsiteX196" fmla="*/ 230504 w 1219200"/>
                <a:gd name="connsiteY196" fmla="*/ 643256 h 868681"/>
                <a:gd name="connsiteX197" fmla="*/ 321310 w 1219200"/>
                <a:gd name="connsiteY197" fmla="*/ 614046 h 868681"/>
                <a:gd name="connsiteX198" fmla="*/ 306704 w 1219200"/>
                <a:gd name="connsiteY198" fmla="*/ 622301 h 868681"/>
                <a:gd name="connsiteX199" fmla="*/ 306704 w 1219200"/>
                <a:gd name="connsiteY199" fmla="*/ 656591 h 868681"/>
                <a:gd name="connsiteX200" fmla="*/ 323215 w 1219200"/>
                <a:gd name="connsiteY200" fmla="*/ 664846 h 868681"/>
                <a:gd name="connsiteX201" fmla="*/ 339090 w 1219200"/>
                <a:gd name="connsiteY201" fmla="*/ 640716 h 868681"/>
                <a:gd name="connsiteX202" fmla="*/ 338454 w 1219200"/>
                <a:gd name="connsiteY202" fmla="*/ 640716 h 868681"/>
                <a:gd name="connsiteX203" fmla="*/ 321310 w 1219200"/>
                <a:gd name="connsiteY203" fmla="*/ 614046 h 868681"/>
                <a:gd name="connsiteX204" fmla="*/ 1179195 w 1219200"/>
                <a:gd name="connsiteY204" fmla="*/ 612776 h 868681"/>
                <a:gd name="connsiteX205" fmla="*/ 1163320 w 1219200"/>
                <a:gd name="connsiteY205" fmla="*/ 629921 h 868681"/>
                <a:gd name="connsiteX206" fmla="*/ 1163954 w 1219200"/>
                <a:gd name="connsiteY206" fmla="*/ 629921 h 868681"/>
                <a:gd name="connsiteX207" fmla="*/ 1195704 w 1219200"/>
                <a:gd name="connsiteY207" fmla="*/ 629921 h 868681"/>
                <a:gd name="connsiteX208" fmla="*/ 1179195 w 1219200"/>
                <a:gd name="connsiteY208" fmla="*/ 612776 h 868681"/>
                <a:gd name="connsiteX209" fmla="*/ 689610 w 1219200"/>
                <a:gd name="connsiteY209" fmla="*/ 612776 h 868681"/>
                <a:gd name="connsiteX210" fmla="*/ 673735 w 1219200"/>
                <a:gd name="connsiteY210" fmla="*/ 629921 h 868681"/>
                <a:gd name="connsiteX211" fmla="*/ 674370 w 1219200"/>
                <a:gd name="connsiteY211" fmla="*/ 629921 h 868681"/>
                <a:gd name="connsiteX212" fmla="*/ 706120 w 1219200"/>
                <a:gd name="connsiteY212" fmla="*/ 629921 h 868681"/>
                <a:gd name="connsiteX213" fmla="*/ 689610 w 1219200"/>
                <a:gd name="connsiteY213" fmla="*/ 612776 h 868681"/>
                <a:gd name="connsiteX214" fmla="*/ 410845 w 1219200"/>
                <a:gd name="connsiteY214" fmla="*/ 612776 h 868681"/>
                <a:gd name="connsiteX215" fmla="*/ 395605 w 1219200"/>
                <a:gd name="connsiteY215" fmla="*/ 629921 h 868681"/>
                <a:gd name="connsiteX216" fmla="*/ 427355 w 1219200"/>
                <a:gd name="connsiteY216" fmla="*/ 629921 h 868681"/>
                <a:gd name="connsiteX217" fmla="*/ 410845 w 1219200"/>
                <a:gd name="connsiteY217" fmla="*/ 612776 h 868681"/>
                <a:gd name="connsiteX218" fmla="*/ 991870 w 1219200"/>
                <a:gd name="connsiteY218" fmla="*/ 594361 h 868681"/>
                <a:gd name="connsiteX219" fmla="*/ 1014095 w 1219200"/>
                <a:gd name="connsiteY219" fmla="*/ 594361 h 868681"/>
                <a:gd name="connsiteX220" fmla="*/ 1014095 w 1219200"/>
                <a:gd name="connsiteY220" fmla="*/ 643256 h 868681"/>
                <a:gd name="connsiteX221" fmla="*/ 1029334 w 1219200"/>
                <a:gd name="connsiteY221" fmla="*/ 664846 h 868681"/>
                <a:gd name="connsiteX222" fmla="*/ 1044575 w 1219200"/>
                <a:gd name="connsiteY222" fmla="*/ 644526 h 868681"/>
                <a:gd name="connsiteX223" fmla="*/ 1044575 w 1219200"/>
                <a:gd name="connsiteY223" fmla="*/ 594996 h 868681"/>
                <a:gd name="connsiteX224" fmla="*/ 1066799 w 1219200"/>
                <a:gd name="connsiteY224" fmla="*/ 594996 h 868681"/>
                <a:gd name="connsiteX225" fmla="*/ 1066799 w 1219200"/>
                <a:gd name="connsiteY225" fmla="*/ 684531 h 868681"/>
                <a:gd name="connsiteX226" fmla="*/ 1044575 w 1219200"/>
                <a:gd name="connsiteY226" fmla="*/ 684531 h 868681"/>
                <a:gd name="connsiteX227" fmla="*/ 1044575 w 1219200"/>
                <a:gd name="connsiteY227" fmla="*/ 678181 h 868681"/>
                <a:gd name="connsiteX228" fmla="*/ 1023620 w 1219200"/>
                <a:gd name="connsiteY228" fmla="*/ 686436 h 868681"/>
                <a:gd name="connsiteX229" fmla="*/ 991870 w 1219200"/>
                <a:gd name="connsiteY229" fmla="*/ 645161 h 868681"/>
                <a:gd name="connsiteX230" fmla="*/ 836295 w 1219200"/>
                <a:gd name="connsiteY230" fmla="*/ 594361 h 868681"/>
                <a:gd name="connsiteX231" fmla="*/ 858519 w 1219200"/>
                <a:gd name="connsiteY231" fmla="*/ 594361 h 868681"/>
                <a:gd name="connsiteX232" fmla="*/ 858519 w 1219200"/>
                <a:gd name="connsiteY232" fmla="*/ 643256 h 868681"/>
                <a:gd name="connsiteX233" fmla="*/ 873760 w 1219200"/>
                <a:gd name="connsiteY233" fmla="*/ 664846 h 868681"/>
                <a:gd name="connsiteX234" fmla="*/ 889000 w 1219200"/>
                <a:gd name="connsiteY234" fmla="*/ 644526 h 868681"/>
                <a:gd name="connsiteX235" fmla="*/ 889000 w 1219200"/>
                <a:gd name="connsiteY235" fmla="*/ 594996 h 868681"/>
                <a:gd name="connsiteX236" fmla="*/ 911224 w 1219200"/>
                <a:gd name="connsiteY236" fmla="*/ 594996 h 868681"/>
                <a:gd name="connsiteX237" fmla="*/ 911224 w 1219200"/>
                <a:gd name="connsiteY237" fmla="*/ 684531 h 868681"/>
                <a:gd name="connsiteX238" fmla="*/ 889000 w 1219200"/>
                <a:gd name="connsiteY238" fmla="*/ 684531 h 868681"/>
                <a:gd name="connsiteX239" fmla="*/ 889000 w 1219200"/>
                <a:gd name="connsiteY239" fmla="*/ 678181 h 868681"/>
                <a:gd name="connsiteX240" fmla="*/ 868045 w 1219200"/>
                <a:gd name="connsiteY240" fmla="*/ 686436 h 868681"/>
                <a:gd name="connsiteX241" fmla="*/ 836295 w 1219200"/>
                <a:gd name="connsiteY241" fmla="*/ 645161 h 868681"/>
                <a:gd name="connsiteX242" fmla="*/ 1181099 w 1219200"/>
                <a:gd name="connsiteY242" fmla="*/ 592456 h 868681"/>
                <a:gd name="connsiteX243" fmla="*/ 1219200 w 1219200"/>
                <a:gd name="connsiteY243" fmla="*/ 639446 h 868681"/>
                <a:gd name="connsiteX244" fmla="*/ 1218564 w 1219200"/>
                <a:gd name="connsiteY244" fmla="*/ 639446 h 868681"/>
                <a:gd name="connsiteX245" fmla="*/ 1218564 w 1219200"/>
                <a:gd name="connsiteY245" fmla="*/ 647066 h 868681"/>
                <a:gd name="connsiteX246" fmla="*/ 1163954 w 1219200"/>
                <a:gd name="connsiteY246" fmla="*/ 647066 h 868681"/>
                <a:gd name="connsiteX247" fmla="*/ 1183004 w 1219200"/>
                <a:gd name="connsiteY247" fmla="*/ 664846 h 868681"/>
                <a:gd name="connsiteX248" fmla="*/ 1198879 w 1219200"/>
                <a:gd name="connsiteY248" fmla="*/ 658496 h 868681"/>
                <a:gd name="connsiteX249" fmla="*/ 1214754 w 1219200"/>
                <a:gd name="connsiteY249" fmla="*/ 671831 h 868681"/>
                <a:gd name="connsiteX250" fmla="*/ 1182370 w 1219200"/>
                <a:gd name="connsiteY250" fmla="*/ 686436 h 868681"/>
                <a:gd name="connsiteX251" fmla="*/ 1141095 w 1219200"/>
                <a:gd name="connsiteY251" fmla="*/ 639446 h 868681"/>
                <a:gd name="connsiteX252" fmla="*/ 1181099 w 1219200"/>
                <a:gd name="connsiteY252" fmla="*/ 592456 h 868681"/>
                <a:gd name="connsiteX253" fmla="*/ 691515 w 1219200"/>
                <a:gd name="connsiteY253" fmla="*/ 592456 h 868681"/>
                <a:gd name="connsiteX254" fmla="*/ 729614 w 1219200"/>
                <a:gd name="connsiteY254" fmla="*/ 639446 h 868681"/>
                <a:gd name="connsiteX255" fmla="*/ 728980 w 1219200"/>
                <a:gd name="connsiteY255" fmla="*/ 639446 h 868681"/>
                <a:gd name="connsiteX256" fmla="*/ 728980 w 1219200"/>
                <a:gd name="connsiteY256" fmla="*/ 647066 h 868681"/>
                <a:gd name="connsiteX257" fmla="*/ 674370 w 1219200"/>
                <a:gd name="connsiteY257" fmla="*/ 647066 h 868681"/>
                <a:gd name="connsiteX258" fmla="*/ 693420 w 1219200"/>
                <a:gd name="connsiteY258" fmla="*/ 664846 h 868681"/>
                <a:gd name="connsiteX259" fmla="*/ 709295 w 1219200"/>
                <a:gd name="connsiteY259" fmla="*/ 658496 h 868681"/>
                <a:gd name="connsiteX260" fmla="*/ 725170 w 1219200"/>
                <a:gd name="connsiteY260" fmla="*/ 671831 h 868681"/>
                <a:gd name="connsiteX261" fmla="*/ 692784 w 1219200"/>
                <a:gd name="connsiteY261" fmla="*/ 686436 h 868681"/>
                <a:gd name="connsiteX262" fmla="*/ 651510 w 1219200"/>
                <a:gd name="connsiteY262" fmla="*/ 639446 h 868681"/>
                <a:gd name="connsiteX263" fmla="*/ 691515 w 1219200"/>
                <a:gd name="connsiteY263" fmla="*/ 592456 h 868681"/>
                <a:gd name="connsiteX264" fmla="*/ 412114 w 1219200"/>
                <a:gd name="connsiteY264" fmla="*/ 592456 h 868681"/>
                <a:gd name="connsiteX265" fmla="*/ 448310 w 1219200"/>
                <a:gd name="connsiteY265" fmla="*/ 639446 h 868681"/>
                <a:gd name="connsiteX266" fmla="*/ 448310 w 1219200"/>
                <a:gd name="connsiteY266" fmla="*/ 647066 h 868681"/>
                <a:gd name="connsiteX267" fmla="*/ 395605 w 1219200"/>
                <a:gd name="connsiteY267" fmla="*/ 647066 h 868681"/>
                <a:gd name="connsiteX268" fmla="*/ 415290 w 1219200"/>
                <a:gd name="connsiteY268" fmla="*/ 664846 h 868681"/>
                <a:gd name="connsiteX269" fmla="*/ 430530 w 1219200"/>
                <a:gd name="connsiteY269" fmla="*/ 658496 h 868681"/>
                <a:gd name="connsiteX270" fmla="*/ 446405 w 1219200"/>
                <a:gd name="connsiteY270" fmla="*/ 671831 h 868681"/>
                <a:gd name="connsiteX271" fmla="*/ 413385 w 1219200"/>
                <a:gd name="connsiteY271" fmla="*/ 686436 h 868681"/>
                <a:gd name="connsiteX272" fmla="*/ 372110 w 1219200"/>
                <a:gd name="connsiteY272" fmla="*/ 640081 h 868681"/>
                <a:gd name="connsiteX273" fmla="*/ 412114 w 1219200"/>
                <a:gd name="connsiteY273" fmla="*/ 592456 h 868681"/>
                <a:gd name="connsiteX274" fmla="*/ 326390 w 1219200"/>
                <a:gd name="connsiteY274" fmla="*/ 592456 h 868681"/>
                <a:gd name="connsiteX275" fmla="*/ 361314 w 1219200"/>
                <a:gd name="connsiteY275" fmla="*/ 639446 h 868681"/>
                <a:gd name="connsiteX276" fmla="*/ 326390 w 1219200"/>
                <a:gd name="connsiteY276" fmla="*/ 686436 h 868681"/>
                <a:gd name="connsiteX277" fmla="*/ 306070 w 1219200"/>
                <a:gd name="connsiteY277" fmla="*/ 678816 h 868681"/>
                <a:gd name="connsiteX278" fmla="*/ 306070 w 1219200"/>
                <a:gd name="connsiteY278" fmla="*/ 706121 h 868681"/>
                <a:gd name="connsiteX279" fmla="*/ 283845 w 1219200"/>
                <a:gd name="connsiteY279" fmla="*/ 717551 h 868681"/>
                <a:gd name="connsiteX280" fmla="*/ 283845 w 1219200"/>
                <a:gd name="connsiteY280" fmla="*/ 594361 h 868681"/>
                <a:gd name="connsiteX281" fmla="*/ 306070 w 1219200"/>
                <a:gd name="connsiteY281" fmla="*/ 594361 h 868681"/>
                <a:gd name="connsiteX282" fmla="*/ 306070 w 1219200"/>
                <a:gd name="connsiteY282" fmla="*/ 600711 h 868681"/>
                <a:gd name="connsiteX283" fmla="*/ 326390 w 1219200"/>
                <a:gd name="connsiteY283" fmla="*/ 592456 h 868681"/>
                <a:gd name="connsiteX284" fmla="*/ 231775 w 1219200"/>
                <a:gd name="connsiteY284" fmla="*/ 592456 h 868681"/>
                <a:gd name="connsiteX285" fmla="*/ 268605 w 1219200"/>
                <a:gd name="connsiteY285" fmla="*/ 624206 h 868681"/>
                <a:gd name="connsiteX286" fmla="*/ 268605 w 1219200"/>
                <a:gd name="connsiteY286" fmla="*/ 684531 h 868681"/>
                <a:gd name="connsiteX287" fmla="*/ 267970 w 1219200"/>
                <a:gd name="connsiteY287" fmla="*/ 684531 h 868681"/>
                <a:gd name="connsiteX288" fmla="*/ 245745 w 1219200"/>
                <a:gd name="connsiteY288" fmla="*/ 684531 h 868681"/>
                <a:gd name="connsiteX289" fmla="*/ 245745 w 1219200"/>
                <a:gd name="connsiteY289" fmla="*/ 678181 h 868681"/>
                <a:gd name="connsiteX290" fmla="*/ 224790 w 1219200"/>
                <a:gd name="connsiteY290" fmla="*/ 686436 h 868681"/>
                <a:gd name="connsiteX291" fmla="*/ 193040 w 1219200"/>
                <a:gd name="connsiteY291" fmla="*/ 655321 h 868681"/>
                <a:gd name="connsiteX292" fmla="*/ 227965 w 1219200"/>
                <a:gd name="connsiteY292" fmla="*/ 624841 h 868681"/>
                <a:gd name="connsiteX293" fmla="*/ 245745 w 1219200"/>
                <a:gd name="connsiteY293" fmla="*/ 628651 h 868681"/>
                <a:gd name="connsiteX294" fmla="*/ 245745 w 1219200"/>
                <a:gd name="connsiteY294" fmla="*/ 623571 h 868681"/>
                <a:gd name="connsiteX295" fmla="*/ 230504 w 1219200"/>
                <a:gd name="connsiteY295" fmla="*/ 611506 h 868681"/>
                <a:gd name="connsiteX296" fmla="*/ 209549 w 1219200"/>
                <a:gd name="connsiteY296" fmla="*/ 617221 h 868681"/>
                <a:gd name="connsiteX297" fmla="*/ 200659 w 1219200"/>
                <a:gd name="connsiteY297" fmla="*/ 601346 h 868681"/>
                <a:gd name="connsiteX298" fmla="*/ 231775 w 1219200"/>
                <a:gd name="connsiteY298" fmla="*/ 592456 h 868681"/>
                <a:gd name="connsiteX299" fmla="*/ 1125855 w 1219200"/>
                <a:gd name="connsiteY299" fmla="*/ 591821 h 868681"/>
                <a:gd name="connsiteX300" fmla="*/ 1142364 w 1219200"/>
                <a:gd name="connsiteY300" fmla="*/ 598171 h 868681"/>
                <a:gd name="connsiteX301" fmla="*/ 1141730 w 1219200"/>
                <a:gd name="connsiteY301" fmla="*/ 598806 h 868681"/>
                <a:gd name="connsiteX302" fmla="*/ 1132840 w 1219200"/>
                <a:gd name="connsiteY302" fmla="*/ 621031 h 868681"/>
                <a:gd name="connsiteX303" fmla="*/ 1120140 w 1219200"/>
                <a:gd name="connsiteY303" fmla="*/ 615316 h 868681"/>
                <a:gd name="connsiteX304" fmla="*/ 1106805 w 1219200"/>
                <a:gd name="connsiteY304" fmla="*/ 635001 h 868681"/>
                <a:gd name="connsiteX305" fmla="*/ 1106805 w 1219200"/>
                <a:gd name="connsiteY305" fmla="*/ 683896 h 868681"/>
                <a:gd name="connsiteX306" fmla="*/ 1084579 w 1219200"/>
                <a:gd name="connsiteY306" fmla="*/ 683896 h 868681"/>
                <a:gd name="connsiteX307" fmla="*/ 1084579 w 1219200"/>
                <a:gd name="connsiteY307" fmla="*/ 593726 h 868681"/>
                <a:gd name="connsiteX308" fmla="*/ 1106805 w 1219200"/>
                <a:gd name="connsiteY308" fmla="*/ 593726 h 868681"/>
                <a:gd name="connsiteX309" fmla="*/ 1106805 w 1219200"/>
                <a:gd name="connsiteY309" fmla="*/ 600076 h 868681"/>
                <a:gd name="connsiteX310" fmla="*/ 1125855 w 1219200"/>
                <a:gd name="connsiteY310" fmla="*/ 591821 h 868681"/>
                <a:gd name="connsiteX311" fmla="*/ 47625 w 1219200"/>
                <a:gd name="connsiteY311" fmla="*/ 563881 h 868681"/>
                <a:gd name="connsiteX312" fmla="*/ 90170 w 1219200"/>
                <a:gd name="connsiteY312" fmla="*/ 582296 h 868681"/>
                <a:gd name="connsiteX313" fmla="*/ 73659 w 1219200"/>
                <a:gd name="connsiteY313" fmla="*/ 598806 h 868681"/>
                <a:gd name="connsiteX314" fmla="*/ 46355 w 1219200"/>
                <a:gd name="connsiteY314" fmla="*/ 586741 h 868681"/>
                <a:gd name="connsiteX315" fmla="*/ 28575 w 1219200"/>
                <a:gd name="connsiteY315" fmla="*/ 598171 h 868681"/>
                <a:gd name="connsiteX316" fmla="*/ 33655 w 1219200"/>
                <a:gd name="connsiteY316" fmla="*/ 606426 h 868681"/>
                <a:gd name="connsiteX317" fmla="*/ 52704 w 1219200"/>
                <a:gd name="connsiteY317" fmla="*/ 612776 h 868681"/>
                <a:gd name="connsiteX318" fmla="*/ 81915 w 1219200"/>
                <a:gd name="connsiteY318" fmla="*/ 624841 h 868681"/>
                <a:gd name="connsiteX319" fmla="*/ 92427 w 1219200"/>
                <a:gd name="connsiteY319" fmla="*/ 648959 h 868681"/>
                <a:gd name="connsiteX320" fmla="*/ 79454 w 1219200"/>
                <a:gd name="connsiteY320" fmla="*/ 677626 h 868681"/>
                <a:gd name="connsiteX321" fmla="*/ 47625 w 1219200"/>
                <a:gd name="connsiteY321" fmla="*/ 686436 h 868681"/>
                <a:gd name="connsiteX322" fmla="*/ 0 w 1219200"/>
                <a:gd name="connsiteY322" fmla="*/ 664846 h 868681"/>
                <a:gd name="connsiteX323" fmla="*/ 16510 w 1219200"/>
                <a:gd name="connsiteY323" fmla="*/ 650241 h 868681"/>
                <a:gd name="connsiteX324" fmla="*/ 46989 w 1219200"/>
                <a:gd name="connsiteY324" fmla="*/ 664211 h 868681"/>
                <a:gd name="connsiteX325" fmla="*/ 68579 w 1219200"/>
                <a:gd name="connsiteY325" fmla="*/ 649606 h 868681"/>
                <a:gd name="connsiteX326" fmla="*/ 61595 w 1219200"/>
                <a:gd name="connsiteY326" fmla="*/ 640081 h 868681"/>
                <a:gd name="connsiteX327" fmla="*/ 41909 w 1219200"/>
                <a:gd name="connsiteY327" fmla="*/ 634366 h 868681"/>
                <a:gd name="connsiteX328" fmla="*/ 14605 w 1219200"/>
                <a:gd name="connsiteY328" fmla="*/ 623571 h 868681"/>
                <a:gd name="connsiteX329" fmla="*/ 4444 w 1219200"/>
                <a:gd name="connsiteY329" fmla="*/ 599441 h 868681"/>
                <a:gd name="connsiteX330" fmla="*/ 47625 w 1219200"/>
                <a:gd name="connsiteY330" fmla="*/ 563881 h 868681"/>
                <a:gd name="connsiteX331" fmla="*/ 814070 w 1219200"/>
                <a:gd name="connsiteY331" fmla="*/ 560071 h 868681"/>
                <a:gd name="connsiteX332" fmla="*/ 830579 w 1219200"/>
                <a:gd name="connsiteY332" fmla="*/ 562611 h 868681"/>
                <a:gd name="connsiteX333" fmla="*/ 829945 w 1219200"/>
                <a:gd name="connsiteY333" fmla="*/ 562611 h 868681"/>
                <a:gd name="connsiteX334" fmla="*/ 829945 w 1219200"/>
                <a:gd name="connsiteY334" fmla="*/ 581026 h 868681"/>
                <a:gd name="connsiteX335" fmla="*/ 818515 w 1219200"/>
                <a:gd name="connsiteY335" fmla="*/ 579121 h 868681"/>
                <a:gd name="connsiteX336" fmla="*/ 808989 w 1219200"/>
                <a:gd name="connsiteY336" fmla="*/ 586741 h 868681"/>
                <a:gd name="connsiteX337" fmla="*/ 808989 w 1219200"/>
                <a:gd name="connsiteY337" fmla="*/ 594361 h 868681"/>
                <a:gd name="connsiteX338" fmla="*/ 824230 w 1219200"/>
                <a:gd name="connsiteY338" fmla="*/ 594361 h 868681"/>
                <a:gd name="connsiteX339" fmla="*/ 824230 w 1219200"/>
                <a:gd name="connsiteY339" fmla="*/ 615951 h 868681"/>
                <a:gd name="connsiteX340" fmla="*/ 808989 w 1219200"/>
                <a:gd name="connsiteY340" fmla="*/ 615951 h 868681"/>
                <a:gd name="connsiteX341" fmla="*/ 808989 w 1219200"/>
                <a:gd name="connsiteY341" fmla="*/ 684531 h 868681"/>
                <a:gd name="connsiteX342" fmla="*/ 786765 w 1219200"/>
                <a:gd name="connsiteY342" fmla="*/ 684531 h 868681"/>
                <a:gd name="connsiteX343" fmla="*/ 786765 w 1219200"/>
                <a:gd name="connsiteY343" fmla="*/ 615951 h 868681"/>
                <a:gd name="connsiteX344" fmla="*/ 775970 w 1219200"/>
                <a:gd name="connsiteY344" fmla="*/ 615951 h 868681"/>
                <a:gd name="connsiteX345" fmla="*/ 775970 w 1219200"/>
                <a:gd name="connsiteY345" fmla="*/ 594361 h 868681"/>
                <a:gd name="connsiteX346" fmla="*/ 786765 w 1219200"/>
                <a:gd name="connsiteY346" fmla="*/ 594361 h 868681"/>
                <a:gd name="connsiteX347" fmla="*/ 786765 w 1219200"/>
                <a:gd name="connsiteY347" fmla="*/ 583566 h 868681"/>
                <a:gd name="connsiteX348" fmla="*/ 814070 w 1219200"/>
                <a:gd name="connsiteY348" fmla="*/ 560071 h 868681"/>
                <a:gd name="connsiteX349" fmla="*/ 957579 w 1219200"/>
                <a:gd name="connsiteY349" fmla="*/ 559436 h 868681"/>
                <a:gd name="connsiteX350" fmla="*/ 957579 w 1219200"/>
                <a:gd name="connsiteY350" fmla="*/ 594361 h 868681"/>
                <a:gd name="connsiteX351" fmla="*/ 979170 w 1219200"/>
                <a:gd name="connsiteY351" fmla="*/ 594361 h 868681"/>
                <a:gd name="connsiteX352" fmla="*/ 979170 w 1219200"/>
                <a:gd name="connsiteY352" fmla="*/ 615951 h 868681"/>
                <a:gd name="connsiteX353" fmla="*/ 957579 w 1219200"/>
                <a:gd name="connsiteY353" fmla="*/ 615951 h 868681"/>
                <a:gd name="connsiteX354" fmla="*/ 957579 w 1219200"/>
                <a:gd name="connsiteY354" fmla="*/ 654051 h 868681"/>
                <a:gd name="connsiteX355" fmla="*/ 966470 w 1219200"/>
                <a:gd name="connsiteY355" fmla="*/ 664846 h 868681"/>
                <a:gd name="connsiteX356" fmla="*/ 981075 w 1219200"/>
                <a:gd name="connsiteY356" fmla="*/ 658496 h 868681"/>
                <a:gd name="connsiteX357" fmla="*/ 977900 w 1219200"/>
                <a:gd name="connsiteY357" fmla="*/ 681356 h 868681"/>
                <a:gd name="connsiteX358" fmla="*/ 959485 w 1219200"/>
                <a:gd name="connsiteY358" fmla="*/ 686436 h 868681"/>
                <a:gd name="connsiteX359" fmla="*/ 935355 w 1219200"/>
                <a:gd name="connsiteY359" fmla="*/ 659766 h 868681"/>
                <a:gd name="connsiteX360" fmla="*/ 935355 w 1219200"/>
                <a:gd name="connsiteY360" fmla="*/ 615951 h 868681"/>
                <a:gd name="connsiteX361" fmla="*/ 922655 w 1219200"/>
                <a:gd name="connsiteY361" fmla="*/ 615951 h 868681"/>
                <a:gd name="connsiteX362" fmla="*/ 922655 w 1219200"/>
                <a:gd name="connsiteY362" fmla="*/ 594361 h 868681"/>
                <a:gd name="connsiteX363" fmla="*/ 935355 w 1219200"/>
                <a:gd name="connsiteY363" fmla="*/ 594361 h 868681"/>
                <a:gd name="connsiteX364" fmla="*/ 935355 w 1219200"/>
                <a:gd name="connsiteY364" fmla="*/ 570866 h 868681"/>
                <a:gd name="connsiteX365" fmla="*/ 586739 w 1219200"/>
                <a:gd name="connsiteY365" fmla="*/ 559436 h 868681"/>
                <a:gd name="connsiteX366" fmla="*/ 586739 w 1219200"/>
                <a:gd name="connsiteY366" fmla="*/ 600711 h 868681"/>
                <a:gd name="connsiteX367" fmla="*/ 607695 w 1219200"/>
                <a:gd name="connsiteY367" fmla="*/ 592456 h 868681"/>
                <a:gd name="connsiteX368" fmla="*/ 639445 w 1219200"/>
                <a:gd name="connsiteY368" fmla="*/ 633731 h 868681"/>
                <a:gd name="connsiteX369" fmla="*/ 639445 w 1219200"/>
                <a:gd name="connsiteY369" fmla="*/ 684531 h 868681"/>
                <a:gd name="connsiteX370" fmla="*/ 617220 w 1219200"/>
                <a:gd name="connsiteY370" fmla="*/ 684531 h 868681"/>
                <a:gd name="connsiteX371" fmla="*/ 617220 w 1219200"/>
                <a:gd name="connsiteY371" fmla="*/ 635636 h 868681"/>
                <a:gd name="connsiteX372" fmla="*/ 601980 w 1219200"/>
                <a:gd name="connsiteY372" fmla="*/ 614681 h 868681"/>
                <a:gd name="connsiteX373" fmla="*/ 586739 w 1219200"/>
                <a:gd name="connsiteY373" fmla="*/ 635001 h 868681"/>
                <a:gd name="connsiteX374" fmla="*/ 586739 w 1219200"/>
                <a:gd name="connsiteY374" fmla="*/ 684531 h 868681"/>
                <a:gd name="connsiteX375" fmla="*/ 564515 w 1219200"/>
                <a:gd name="connsiteY375" fmla="*/ 684531 h 868681"/>
                <a:gd name="connsiteX376" fmla="*/ 564515 w 1219200"/>
                <a:gd name="connsiteY376" fmla="*/ 570866 h 868681"/>
                <a:gd name="connsiteX377" fmla="*/ 529590 w 1219200"/>
                <a:gd name="connsiteY377" fmla="*/ 559436 h 868681"/>
                <a:gd name="connsiteX378" fmla="*/ 529590 w 1219200"/>
                <a:gd name="connsiteY378" fmla="*/ 594361 h 868681"/>
                <a:gd name="connsiteX379" fmla="*/ 550545 w 1219200"/>
                <a:gd name="connsiteY379" fmla="*/ 594361 h 868681"/>
                <a:gd name="connsiteX380" fmla="*/ 550545 w 1219200"/>
                <a:gd name="connsiteY380" fmla="*/ 615951 h 868681"/>
                <a:gd name="connsiteX381" fmla="*/ 529590 w 1219200"/>
                <a:gd name="connsiteY381" fmla="*/ 615951 h 868681"/>
                <a:gd name="connsiteX382" fmla="*/ 529590 w 1219200"/>
                <a:gd name="connsiteY382" fmla="*/ 654051 h 868681"/>
                <a:gd name="connsiteX383" fmla="*/ 538480 w 1219200"/>
                <a:gd name="connsiteY383" fmla="*/ 664846 h 868681"/>
                <a:gd name="connsiteX384" fmla="*/ 553084 w 1219200"/>
                <a:gd name="connsiteY384" fmla="*/ 658496 h 868681"/>
                <a:gd name="connsiteX385" fmla="*/ 549909 w 1219200"/>
                <a:gd name="connsiteY385" fmla="*/ 681356 h 868681"/>
                <a:gd name="connsiteX386" fmla="*/ 531495 w 1219200"/>
                <a:gd name="connsiteY386" fmla="*/ 686436 h 868681"/>
                <a:gd name="connsiteX387" fmla="*/ 507364 w 1219200"/>
                <a:gd name="connsiteY387" fmla="*/ 659766 h 868681"/>
                <a:gd name="connsiteX388" fmla="*/ 507364 w 1219200"/>
                <a:gd name="connsiteY388" fmla="*/ 615951 h 868681"/>
                <a:gd name="connsiteX389" fmla="*/ 491489 w 1219200"/>
                <a:gd name="connsiteY389" fmla="*/ 615951 h 868681"/>
                <a:gd name="connsiteX390" fmla="*/ 491489 w 1219200"/>
                <a:gd name="connsiteY390" fmla="*/ 594361 h 868681"/>
                <a:gd name="connsiteX391" fmla="*/ 507364 w 1219200"/>
                <a:gd name="connsiteY391" fmla="*/ 594361 h 868681"/>
                <a:gd name="connsiteX392" fmla="*/ 507364 w 1219200"/>
                <a:gd name="connsiteY392" fmla="*/ 570866 h 868681"/>
                <a:gd name="connsiteX393" fmla="*/ 128269 w 1219200"/>
                <a:gd name="connsiteY393" fmla="*/ 559436 h 868681"/>
                <a:gd name="connsiteX394" fmla="*/ 128269 w 1219200"/>
                <a:gd name="connsiteY394" fmla="*/ 600711 h 868681"/>
                <a:gd name="connsiteX395" fmla="*/ 149224 w 1219200"/>
                <a:gd name="connsiteY395" fmla="*/ 592456 h 868681"/>
                <a:gd name="connsiteX396" fmla="*/ 180974 w 1219200"/>
                <a:gd name="connsiteY396" fmla="*/ 633731 h 868681"/>
                <a:gd name="connsiteX397" fmla="*/ 180974 w 1219200"/>
                <a:gd name="connsiteY397" fmla="*/ 684531 h 868681"/>
                <a:gd name="connsiteX398" fmla="*/ 158750 w 1219200"/>
                <a:gd name="connsiteY398" fmla="*/ 684531 h 868681"/>
                <a:gd name="connsiteX399" fmla="*/ 158750 w 1219200"/>
                <a:gd name="connsiteY399" fmla="*/ 635636 h 868681"/>
                <a:gd name="connsiteX400" fmla="*/ 143510 w 1219200"/>
                <a:gd name="connsiteY400" fmla="*/ 614681 h 868681"/>
                <a:gd name="connsiteX401" fmla="*/ 128269 w 1219200"/>
                <a:gd name="connsiteY401" fmla="*/ 635001 h 868681"/>
                <a:gd name="connsiteX402" fmla="*/ 128269 w 1219200"/>
                <a:gd name="connsiteY402" fmla="*/ 684531 h 868681"/>
                <a:gd name="connsiteX403" fmla="*/ 106045 w 1219200"/>
                <a:gd name="connsiteY403" fmla="*/ 684531 h 868681"/>
                <a:gd name="connsiteX404" fmla="*/ 106045 w 1219200"/>
                <a:gd name="connsiteY404" fmla="*/ 570866 h 868681"/>
                <a:gd name="connsiteX405" fmla="*/ 269875 w 1219200"/>
                <a:gd name="connsiteY405" fmla="*/ 635 h 868681"/>
                <a:gd name="connsiteX406" fmla="*/ 501015 w 1219200"/>
                <a:gd name="connsiteY406" fmla="*/ 635 h 868681"/>
                <a:gd name="connsiteX407" fmla="*/ 554989 w 1219200"/>
                <a:gd name="connsiteY407" fmla="*/ 94615 h 868681"/>
                <a:gd name="connsiteX408" fmla="*/ 391795 w 1219200"/>
                <a:gd name="connsiteY408" fmla="*/ 94615 h 868681"/>
                <a:gd name="connsiteX409" fmla="*/ 391795 w 1219200"/>
                <a:gd name="connsiteY409" fmla="*/ 161925 h 868681"/>
                <a:gd name="connsiteX410" fmla="*/ 539114 w 1219200"/>
                <a:gd name="connsiteY410" fmla="*/ 161925 h 868681"/>
                <a:gd name="connsiteX411" fmla="*/ 539114 w 1219200"/>
                <a:gd name="connsiteY411" fmla="*/ 247650 h 868681"/>
                <a:gd name="connsiteX412" fmla="*/ 391795 w 1219200"/>
                <a:gd name="connsiteY412" fmla="*/ 247650 h 868681"/>
                <a:gd name="connsiteX413" fmla="*/ 391795 w 1219200"/>
                <a:gd name="connsiteY413" fmla="*/ 314325 h 868681"/>
                <a:gd name="connsiteX414" fmla="*/ 595629 w 1219200"/>
                <a:gd name="connsiteY414" fmla="*/ 314325 h 868681"/>
                <a:gd name="connsiteX415" fmla="*/ 595629 w 1219200"/>
                <a:gd name="connsiteY415" fmla="*/ 408305 h 868681"/>
                <a:gd name="connsiteX416" fmla="*/ 269875 w 1219200"/>
                <a:gd name="connsiteY416" fmla="*/ 408305 h 868681"/>
                <a:gd name="connsiteX417" fmla="*/ 539114 w 1219200"/>
                <a:gd name="connsiteY417" fmla="*/ 0 h 868681"/>
                <a:gd name="connsiteX418" fmla="*/ 674370 w 1219200"/>
                <a:gd name="connsiteY418" fmla="*/ 0 h 868681"/>
                <a:gd name="connsiteX419" fmla="*/ 743584 w 1219200"/>
                <a:gd name="connsiteY419" fmla="*/ 132715 h 868681"/>
                <a:gd name="connsiteX420" fmla="*/ 812799 w 1219200"/>
                <a:gd name="connsiteY420" fmla="*/ 0 h 868681"/>
                <a:gd name="connsiteX421" fmla="*/ 946150 w 1219200"/>
                <a:gd name="connsiteY421" fmla="*/ 0 h 868681"/>
                <a:gd name="connsiteX422" fmla="*/ 803275 w 1219200"/>
                <a:gd name="connsiteY422" fmla="*/ 246380 h 868681"/>
                <a:gd name="connsiteX423" fmla="*/ 803275 w 1219200"/>
                <a:gd name="connsiteY423" fmla="*/ 407670 h 868681"/>
                <a:gd name="connsiteX424" fmla="*/ 681355 w 1219200"/>
                <a:gd name="connsiteY424" fmla="*/ 407670 h 868681"/>
                <a:gd name="connsiteX425" fmla="*/ 681355 w 1219200"/>
                <a:gd name="connsiteY425" fmla="*/ 246380 h 868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Lst>
              <a:rect l="l" t="t" r="r" b="b"/>
              <a:pathLst>
                <a:path w="1219200" h="868681">
                  <a:moveTo>
                    <a:pt x="245110" y="839471"/>
                  </a:moveTo>
                  <a:lnTo>
                    <a:pt x="246379" y="839471"/>
                  </a:lnTo>
                  <a:lnTo>
                    <a:pt x="245041" y="839979"/>
                  </a:lnTo>
                  <a:close/>
                  <a:moveTo>
                    <a:pt x="522605" y="796926"/>
                  </a:moveTo>
                  <a:cubicBezTo>
                    <a:pt x="509905" y="796926"/>
                    <a:pt x="504189" y="807721"/>
                    <a:pt x="504189" y="821691"/>
                  </a:cubicBezTo>
                  <a:cubicBezTo>
                    <a:pt x="504189" y="831216"/>
                    <a:pt x="508000" y="845821"/>
                    <a:pt x="522605" y="845821"/>
                  </a:cubicBezTo>
                  <a:cubicBezTo>
                    <a:pt x="537845" y="845821"/>
                    <a:pt x="541019" y="831851"/>
                    <a:pt x="541019" y="821691"/>
                  </a:cubicBezTo>
                  <a:cubicBezTo>
                    <a:pt x="541019" y="807721"/>
                    <a:pt x="535305" y="796926"/>
                    <a:pt x="522605" y="796926"/>
                  </a:cubicBezTo>
                  <a:close/>
                  <a:moveTo>
                    <a:pt x="817245" y="796291"/>
                  </a:moveTo>
                  <a:cubicBezTo>
                    <a:pt x="803909" y="796291"/>
                    <a:pt x="800735" y="807086"/>
                    <a:pt x="800735" y="819786"/>
                  </a:cubicBezTo>
                  <a:cubicBezTo>
                    <a:pt x="800735" y="834391"/>
                    <a:pt x="805180" y="846456"/>
                    <a:pt x="817879" y="846456"/>
                  </a:cubicBezTo>
                  <a:cubicBezTo>
                    <a:pt x="824230" y="846456"/>
                    <a:pt x="828674" y="843281"/>
                    <a:pt x="833754" y="838836"/>
                  </a:cubicBezTo>
                  <a:lnTo>
                    <a:pt x="833754" y="838201"/>
                  </a:lnTo>
                  <a:lnTo>
                    <a:pt x="833754" y="803911"/>
                  </a:lnTo>
                  <a:cubicBezTo>
                    <a:pt x="828674" y="798831"/>
                    <a:pt x="824230" y="796291"/>
                    <a:pt x="817245" y="796291"/>
                  </a:cubicBezTo>
                  <a:close/>
                  <a:moveTo>
                    <a:pt x="1179195" y="794386"/>
                  </a:moveTo>
                  <a:cubicBezTo>
                    <a:pt x="1168400" y="794386"/>
                    <a:pt x="1163954" y="803911"/>
                    <a:pt x="1163320" y="811531"/>
                  </a:cubicBezTo>
                  <a:lnTo>
                    <a:pt x="1163954" y="811531"/>
                  </a:lnTo>
                  <a:lnTo>
                    <a:pt x="1195704" y="811531"/>
                  </a:lnTo>
                  <a:cubicBezTo>
                    <a:pt x="1195070" y="801371"/>
                    <a:pt x="1188720" y="794386"/>
                    <a:pt x="1179195" y="794386"/>
                  </a:cubicBezTo>
                  <a:close/>
                  <a:moveTo>
                    <a:pt x="909320" y="794386"/>
                  </a:moveTo>
                  <a:cubicBezTo>
                    <a:pt x="898525" y="794386"/>
                    <a:pt x="894079" y="803911"/>
                    <a:pt x="893445" y="811531"/>
                  </a:cubicBezTo>
                  <a:lnTo>
                    <a:pt x="894079" y="811531"/>
                  </a:lnTo>
                  <a:lnTo>
                    <a:pt x="925829" y="811531"/>
                  </a:lnTo>
                  <a:cubicBezTo>
                    <a:pt x="925195" y="801371"/>
                    <a:pt x="918845" y="794386"/>
                    <a:pt x="909320" y="794386"/>
                  </a:cubicBezTo>
                  <a:close/>
                  <a:moveTo>
                    <a:pt x="737870" y="775971"/>
                  </a:moveTo>
                  <a:lnTo>
                    <a:pt x="761364" y="775971"/>
                  </a:lnTo>
                  <a:lnTo>
                    <a:pt x="761364" y="866141"/>
                  </a:lnTo>
                  <a:lnTo>
                    <a:pt x="737870" y="866141"/>
                  </a:lnTo>
                  <a:close/>
                  <a:moveTo>
                    <a:pt x="143510" y="775971"/>
                  </a:moveTo>
                  <a:lnTo>
                    <a:pt x="167004" y="775971"/>
                  </a:lnTo>
                  <a:lnTo>
                    <a:pt x="167004" y="866141"/>
                  </a:lnTo>
                  <a:lnTo>
                    <a:pt x="143510" y="866141"/>
                  </a:lnTo>
                  <a:close/>
                  <a:moveTo>
                    <a:pt x="635" y="775971"/>
                  </a:moveTo>
                  <a:lnTo>
                    <a:pt x="26670" y="775971"/>
                  </a:lnTo>
                  <a:lnTo>
                    <a:pt x="40004" y="828041"/>
                  </a:lnTo>
                  <a:lnTo>
                    <a:pt x="55245" y="775971"/>
                  </a:lnTo>
                  <a:lnTo>
                    <a:pt x="76200" y="775971"/>
                  </a:lnTo>
                  <a:lnTo>
                    <a:pt x="91439" y="828041"/>
                  </a:lnTo>
                  <a:lnTo>
                    <a:pt x="105409" y="775971"/>
                  </a:lnTo>
                  <a:lnTo>
                    <a:pt x="130810" y="775971"/>
                  </a:lnTo>
                  <a:lnTo>
                    <a:pt x="102235" y="866141"/>
                  </a:lnTo>
                  <a:lnTo>
                    <a:pt x="80644" y="866141"/>
                  </a:lnTo>
                  <a:lnTo>
                    <a:pt x="65405" y="811531"/>
                  </a:lnTo>
                  <a:lnTo>
                    <a:pt x="50165" y="866141"/>
                  </a:lnTo>
                  <a:lnTo>
                    <a:pt x="28575" y="866141"/>
                  </a:lnTo>
                  <a:close/>
                  <a:moveTo>
                    <a:pt x="1181099" y="774066"/>
                  </a:moveTo>
                  <a:cubicBezTo>
                    <a:pt x="1204595" y="774066"/>
                    <a:pt x="1219200" y="795021"/>
                    <a:pt x="1219200" y="821056"/>
                  </a:cubicBezTo>
                  <a:lnTo>
                    <a:pt x="1218564" y="821056"/>
                  </a:lnTo>
                  <a:cubicBezTo>
                    <a:pt x="1218564" y="821056"/>
                    <a:pt x="1218564" y="827406"/>
                    <a:pt x="1218564" y="828676"/>
                  </a:cubicBezTo>
                  <a:lnTo>
                    <a:pt x="1163954" y="828676"/>
                  </a:lnTo>
                  <a:cubicBezTo>
                    <a:pt x="1165224" y="841376"/>
                    <a:pt x="1173480" y="846456"/>
                    <a:pt x="1183004" y="846456"/>
                  </a:cubicBezTo>
                  <a:cubicBezTo>
                    <a:pt x="1188720" y="846456"/>
                    <a:pt x="1193799" y="844551"/>
                    <a:pt x="1198879" y="840106"/>
                  </a:cubicBezTo>
                  <a:lnTo>
                    <a:pt x="1214754" y="853441"/>
                  </a:lnTo>
                  <a:cubicBezTo>
                    <a:pt x="1206500" y="864236"/>
                    <a:pt x="1193799" y="868046"/>
                    <a:pt x="1182370" y="868046"/>
                  </a:cubicBezTo>
                  <a:cubicBezTo>
                    <a:pt x="1156335" y="868046"/>
                    <a:pt x="1141095" y="847726"/>
                    <a:pt x="1141095" y="821056"/>
                  </a:cubicBezTo>
                  <a:cubicBezTo>
                    <a:pt x="1141095" y="792481"/>
                    <a:pt x="1158875" y="774066"/>
                    <a:pt x="1181099" y="774066"/>
                  </a:cubicBezTo>
                  <a:close/>
                  <a:moveTo>
                    <a:pt x="1097915" y="774066"/>
                  </a:moveTo>
                  <a:cubicBezTo>
                    <a:pt x="1113790" y="774066"/>
                    <a:pt x="1125220" y="781051"/>
                    <a:pt x="1133474" y="793751"/>
                  </a:cubicBezTo>
                  <a:lnTo>
                    <a:pt x="1118235" y="808991"/>
                  </a:lnTo>
                  <a:cubicBezTo>
                    <a:pt x="1113155" y="802006"/>
                    <a:pt x="1107439" y="796291"/>
                    <a:pt x="1097915" y="796291"/>
                  </a:cubicBezTo>
                  <a:cubicBezTo>
                    <a:pt x="1085215" y="796291"/>
                    <a:pt x="1078864" y="807086"/>
                    <a:pt x="1078864" y="820421"/>
                  </a:cubicBezTo>
                  <a:cubicBezTo>
                    <a:pt x="1078864" y="833121"/>
                    <a:pt x="1084579" y="845186"/>
                    <a:pt x="1097915" y="845186"/>
                  </a:cubicBezTo>
                  <a:cubicBezTo>
                    <a:pt x="1106170" y="845186"/>
                    <a:pt x="1113155" y="840741"/>
                    <a:pt x="1118235" y="833756"/>
                  </a:cubicBezTo>
                  <a:lnTo>
                    <a:pt x="1118870" y="834391"/>
                  </a:lnTo>
                  <a:lnTo>
                    <a:pt x="1133474" y="848361"/>
                  </a:lnTo>
                  <a:cubicBezTo>
                    <a:pt x="1125855" y="857886"/>
                    <a:pt x="1115060" y="868046"/>
                    <a:pt x="1097280" y="868046"/>
                  </a:cubicBezTo>
                  <a:cubicBezTo>
                    <a:pt x="1072515" y="868046"/>
                    <a:pt x="1054735" y="848361"/>
                    <a:pt x="1054735" y="821056"/>
                  </a:cubicBezTo>
                  <a:cubicBezTo>
                    <a:pt x="1054735" y="796291"/>
                    <a:pt x="1069974" y="774066"/>
                    <a:pt x="1097915" y="774066"/>
                  </a:cubicBezTo>
                  <a:close/>
                  <a:moveTo>
                    <a:pt x="1009015" y="774066"/>
                  </a:moveTo>
                  <a:cubicBezTo>
                    <a:pt x="1033144" y="774066"/>
                    <a:pt x="1041400" y="793116"/>
                    <a:pt x="1041400" y="815341"/>
                  </a:cubicBezTo>
                  <a:lnTo>
                    <a:pt x="1041400" y="866141"/>
                  </a:lnTo>
                  <a:lnTo>
                    <a:pt x="1017905" y="866141"/>
                  </a:lnTo>
                  <a:lnTo>
                    <a:pt x="1017905" y="817246"/>
                  </a:lnTo>
                  <a:cubicBezTo>
                    <a:pt x="1017905" y="804546"/>
                    <a:pt x="1014730" y="796291"/>
                    <a:pt x="1002665" y="796291"/>
                  </a:cubicBezTo>
                  <a:cubicBezTo>
                    <a:pt x="990599" y="796291"/>
                    <a:pt x="986790" y="803276"/>
                    <a:pt x="986790" y="816611"/>
                  </a:cubicBezTo>
                  <a:lnTo>
                    <a:pt x="986790" y="866141"/>
                  </a:lnTo>
                  <a:lnTo>
                    <a:pt x="963295" y="866141"/>
                  </a:lnTo>
                  <a:lnTo>
                    <a:pt x="963295" y="775971"/>
                  </a:lnTo>
                  <a:lnTo>
                    <a:pt x="986790" y="775971"/>
                  </a:lnTo>
                  <a:lnTo>
                    <a:pt x="986790" y="782321"/>
                  </a:lnTo>
                  <a:cubicBezTo>
                    <a:pt x="991870" y="777241"/>
                    <a:pt x="998855" y="774066"/>
                    <a:pt x="1009015" y="774066"/>
                  </a:cubicBezTo>
                  <a:close/>
                  <a:moveTo>
                    <a:pt x="911224" y="774066"/>
                  </a:moveTo>
                  <a:cubicBezTo>
                    <a:pt x="934720" y="774066"/>
                    <a:pt x="949325" y="795021"/>
                    <a:pt x="949325" y="821056"/>
                  </a:cubicBezTo>
                  <a:lnTo>
                    <a:pt x="948689" y="821056"/>
                  </a:lnTo>
                  <a:cubicBezTo>
                    <a:pt x="948689" y="821056"/>
                    <a:pt x="948689" y="827406"/>
                    <a:pt x="948689" y="828676"/>
                  </a:cubicBezTo>
                  <a:lnTo>
                    <a:pt x="894079" y="828676"/>
                  </a:lnTo>
                  <a:cubicBezTo>
                    <a:pt x="895349" y="841376"/>
                    <a:pt x="903605" y="846456"/>
                    <a:pt x="913129" y="846456"/>
                  </a:cubicBezTo>
                  <a:cubicBezTo>
                    <a:pt x="918845" y="846456"/>
                    <a:pt x="923924" y="844551"/>
                    <a:pt x="929004" y="840106"/>
                  </a:cubicBezTo>
                  <a:lnTo>
                    <a:pt x="944879" y="853441"/>
                  </a:lnTo>
                  <a:cubicBezTo>
                    <a:pt x="936625" y="864236"/>
                    <a:pt x="923924" y="868046"/>
                    <a:pt x="912495" y="868046"/>
                  </a:cubicBezTo>
                  <a:cubicBezTo>
                    <a:pt x="886459" y="868046"/>
                    <a:pt x="871220" y="847726"/>
                    <a:pt x="871220" y="821056"/>
                  </a:cubicBezTo>
                  <a:cubicBezTo>
                    <a:pt x="871220" y="792481"/>
                    <a:pt x="889000" y="774066"/>
                    <a:pt x="911224" y="774066"/>
                  </a:cubicBezTo>
                  <a:close/>
                  <a:moveTo>
                    <a:pt x="623570" y="774066"/>
                  </a:moveTo>
                  <a:cubicBezTo>
                    <a:pt x="647700" y="774066"/>
                    <a:pt x="655954" y="793116"/>
                    <a:pt x="655954" y="815341"/>
                  </a:cubicBezTo>
                  <a:lnTo>
                    <a:pt x="655954" y="866141"/>
                  </a:lnTo>
                  <a:lnTo>
                    <a:pt x="632459" y="866141"/>
                  </a:lnTo>
                  <a:lnTo>
                    <a:pt x="632459" y="817246"/>
                  </a:lnTo>
                  <a:cubicBezTo>
                    <a:pt x="632459" y="804546"/>
                    <a:pt x="629284" y="796291"/>
                    <a:pt x="617220" y="796291"/>
                  </a:cubicBezTo>
                  <a:cubicBezTo>
                    <a:pt x="605155" y="796291"/>
                    <a:pt x="601345" y="803276"/>
                    <a:pt x="601345" y="816611"/>
                  </a:cubicBezTo>
                  <a:lnTo>
                    <a:pt x="601345" y="866141"/>
                  </a:lnTo>
                  <a:lnTo>
                    <a:pt x="577849" y="866141"/>
                  </a:lnTo>
                  <a:lnTo>
                    <a:pt x="577849" y="775971"/>
                  </a:lnTo>
                  <a:lnTo>
                    <a:pt x="601345" y="775971"/>
                  </a:lnTo>
                  <a:lnTo>
                    <a:pt x="601345" y="782321"/>
                  </a:lnTo>
                  <a:cubicBezTo>
                    <a:pt x="606424" y="777241"/>
                    <a:pt x="613409" y="774066"/>
                    <a:pt x="623570" y="774066"/>
                  </a:cubicBezTo>
                  <a:close/>
                  <a:moveTo>
                    <a:pt x="522605" y="774066"/>
                  </a:moveTo>
                  <a:cubicBezTo>
                    <a:pt x="548004" y="774066"/>
                    <a:pt x="564515" y="793116"/>
                    <a:pt x="564515" y="821056"/>
                  </a:cubicBezTo>
                  <a:cubicBezTo>
                    <a:pt x="564515" y="848996"/>
                    <a:pt x="546735" y="868046"/>
                    <a:pt x="522605" y="868046"/>
                  </a:cubicBezTo>
                  <a:cubicBezTo>
                    <a:pt x="498474" y="868046"/>
                    <a:pt x="480695" y="848996"/>
                    <a:pt x="480695" y="821056"/>
                  </a:cubicBezTo>
                  <a:cubicBezTo>
                    <a:pt x="480695" y="794386"/>
                    <a:pt x="496570" y="774066"/>
                    <a:pt x="522605" y="774066"/>
                  </a:cubicBezTo>
                  <a:close/>
                  <a:moveTo>
                    <a:pt x="436879" y="774066"/>
                  </a:moveTo>
                  <a:cubicBezTo>
                    <a:pt x="452754" y="774066"/>
                    <a:pt x="464185" y="781051"/>
                    <a:pt x="472439" y="793751"/>
                  </a:cubicBezTo>
                  <a:lnTo>
                    <a:pt x="457200" y="808991"/>
                  </a:lnTo>
                  <a:cubicBezTo>
                    <a:pt x="452120" y="802006"/>
                    <a:pt x="446405" y="796291"/>
                    <a:pt x="436879" y="796291"/>
                  </a:cubicBezTo>
                  <a:cubicBezTo>
                    <a:pt x="424180" y="796291"/>
                    <a:pt x="417829" y="807086"/>
                    <a:pt x="417829" y="820421"/>
                  </a:cubicBezTo>
                  <a:cubicBezTo>
                    <a:pt x="417829" y="833121"/>
                    <a:pt x="423545" y="845186"/>
                    <a:pt x="436879" y="845186"/>
                  </a:cubicBezTo>
                  <a:cubicBezTo>
                    <a:pt x="445135" y="845186"/>
                    <a:pt x="452120" y="840741"/>
                    <a:pt x="457200" y="833756"/>
                  </a:cubicBezTo>
                  <a:lnTo>
                    <a:pt x="457834" y="834391"/>
                  </a:lnTo>
                  <a:lnTo>
                    <a:pt x="472439" y="848361"/>
                  </a:lnTo>
                  <a:cubicBezTo>
                    <a:pt x="464820" y="857886"/>
                    <a:pt x="454025" y="868046"/>
                    <a:pt x="436245" y="868046"/>
                  </a:cubicBezTo>
                  <a:cubicBezTo>
                    <a:pt x="411480" y="868046"/>
                    <a:pt x="393700" y="848361"/>
                    <a:pt x="393700" y="821056"/>
                  </a:cubicBezTo>
                  <a:cubicBezTo>
                    <a:pt x="393700" y="796291"/>
                    <a:pt x="408939" y="774066"/>
                    <a:pt x="436879" y="774066"/>
                  </a:cubicBezTo>
                  <a:close/>
                  <a:moveTo>
                    <a:pt x="219075" y="742316"/>
                  </a:moveTo>
                  <a:lnTo>
                    <a:pt x="219075" y="777241"/>
                  </a:lnTo>
                  <a:lnTo>
                    <a:pt x="245110" y="777241"/>
                  </a:lnTo>
                  <a:lnTo>
                    <a:pt x="245110" y="798831"/>
                  </a:lnTo>
                  <a:lnTo>
                    <a:pt x="219075" y="798831"/>
                  </a:lnTo>
                  <a:lnTo>
                    <a:pt x="219075" y="835661"/>
                  </a:lnTo>
                  <a:cubicBezTo>
                    <a:pt x="219075" y="843916"/>
                    <a:pt x="222250" y="846456"/>
                    <a:pt x="227965" y="846456"/>
                  </a:cubicBezTo>
                  <a:lnTo>
                    <a:pt x="245041" y="839979"/>
                  </a:lnTo>
                  <a:lnTo>
                    <a:pt x="241935" y="862966"/>
                  </a:lnTo>
                  <a:cubicBezTo>
                    <a:pt x="236855" y="866776"/>
                    <a:pt x="225424" y="868681"/>
                    <a:pt x="219709" y="868681"/>
                  </a:cubicBezTo>
                  <a:cubicBezTo>
                    <a:pt x="205739" y="868681"/>
                    <a:pt x="195579" y="857251"/>
                    <a:pt x="195579" y="842011"/>
                  </a:cubicBezTo>
                  <a:lnTo>
                    <a:pt x="195579" y="798831"/>
                  </a:lnTo>
                  <a:lnTo>
                    <a:pt x="179704" y="798831"/>
                  </a:lnTo>
                  <a:lnTo>
                    <a:pt x="179704" y="777241"/>
                  </a:lnTo>
                  <a:lnTo>
                    <a:pt x="195579" y="777241"/>
                  </a:lnTo>
                  <a:lnTo>
                    <a:pt x="195579" y="753746"/>
                  </a:lnTo>
                  <a:close/>
                  <a:moveTo>
                    <a:pt x="749935" y="741681"/>
                  </a:moveTo>
                  <a:cubicBezTo>
                    <a:pt x="757555" y="741681"/>
                    <a:pt x="763269" y="747396"/>
                    <a:pt x="763269" y="755016"/>
                  </a:cubicBezTo>
                  <a:cubicBezTo>
                    <a:pt x="763269" y="762636"/>
                    <a:pt x="757555" y="768351"/>
                    <a:pt x="749935" y="768351"/>
                  </a:cubicBezTo>
                  <a:cubicBezTo>
                    <a:pt x="742314" y="768351"/>
                    <a:pt x="736599" y="762636"/>
                    <a:pt x="736599" y="755016"/>
                  </a:cubicBezTo>
                  <a:cubicBezTo>
                    <a:pt x="736599" y="747396"/>
                    <a:pt x="742314" y="741681"/>
                    <a:pt x="749935" y="741681"/>
                  </a:cubicBezTo>
                  <a:close/>
                  <a:moveTo>
                    <a:pt x="154939" y="741681"/>
                  </a:moveTo>
                  <a:cubicBezTo>
                    <a:pt x="162560" y="741681"/>
                    <a:pt x="168275" y="747396"/>
                    <a:pt x="168275" y="755016"/>
                  </a:cubicBezTo>
                  <a:cubicBezTo>
                    <a:pt x="168275" y="762636"/>
                    <a:pt x="162560" y="768351"/>
                    <a:pt x="154939" y="768351"/>
                  </a:cubicBezTo>
                  <a:cubicBezTo>
                    <a:pt x="147320" y="768351"/>
                    <a:pt x="141605" y="762636"/>
                    <a:pt x="141605" y="755016"/>
                  </a:cubicBezTo>
                  <a:cubicBezTo>
                    <a:pt x="141605" y="747396"/>
                    <a:pt x="147320" y="741681"/>
                    <a:pt x="154939" y="741681"/>
                  </a:cubicBezTo>
                  <a:close/>
                  <a:moveTo>
                    <a:pt x="856614" y="741046"/>
                  </a:moveTo>
                  <a:lnTo>
                    <a:pt x="856614" y="866141"/>
                  </a:lnTo>
                  <a:lnTo>
                    <a:pt x="833120" y="866141"/>
                  </a:lnTo>
                  <a:lnTo>
                    <a:pt x="833120" y="860426"/>
                  </a:lnTo>
                  <a:cubicBezTo>
                    <a:pt x="825500" y="866141"/>
                    <a:pt x="821055" y="868046"/>
                    <a:pt x="812799" y="868046"/>
                  </a:cubicBezTo>
                  <a:cubicBezTo>
                    <a:pt x="786765" y="868046"/>
                    <a:pt x="775970" y="845821"/>
                    <a:pt x="775970" y="820421"/>
                  </a:cubicBezTo>
                  <a:cubicBezTo>
                    <a:pt x="775970" y="793116"/>
                    <a:pt x="788670" y="774066"/>
                    <a:pt x="812165" y="774066"/>
                  </a:cubicBezTo>
                  <a:cubicBezTo>
                    <a:pt x="819784" y="774066"/>
                    <a:pt x="827405" y="775971"/>
                    <a:pt x="833120" y="781051"/>
                  </a:cubicBezTo>
                  <a:lnTo>
                    <a:pt x="833120" y="752476"/>
                  </a:lnTo>
                  <a:close/>
                  <a:moveTo>
                    <a:pt x="707390" y="741046"/>
                  </a:moveTo>
                  <a:cubicBezTo>
                    <a:pt x="712470" y="741046"/>
                    <a:pt x="719454" y="741046"/>
                    <a:pt x="724534" y="743586"/>
                  </a:cubicBezTo>
                  <a:lnTo>
                    <a:pt x="724534" y="744221"/>
                  </a:lnTo>
                  <a:lnTo>
                    <a:pt x="724534" y="762636"/>
                  </a:lnTo>
                  <a:cubicBezTo>
                    <a:pt x="721360" y="761366"/>
                    <a:pt x="716280" y="760731"/>
                    <a:pt x="713105" y="760731"/>
                  </a:cubicBezTo>
                  <a:cubicBezTo>
                    <a:pt x="706120" y="760731"/>
                    <a:pt x="703579" y="762636"/>
                    <a:pt x="703579" y="768351"/>
                  </a:cubicBezTo>
                  <a:lnTo>
                    <a:pt x="703579" y="775336"/>
                  </a:lnTo>
                  <a:lnTo>
                    <a:pt x="722629" y="775336"/>
                  </a:lnTo>
                  <a:lnTo>
                    <a:pt x="722629" y="796926"/>
                  </a:lnTo>
                  <a:lnTo>
                    <a:pt x="703579" y="796926"/>
                  </a:lnTo>
                  <a:lnTo>
                    <a:pt x="703579" y="865506"/>
                  </a:lnTo>
                  <a:lnTo>
                    <a:pt x="680084" y="865506"/>
                  </a:lnTo>
                  <a:lnTo>
                    <a:pt x="680084" y="796926"/>
                  </a:lnTo>
                  <a:lnTo>
                    <a:pt x="667385" y="796926"/>
                  </a:lnTo>
                  <a:lnTo>
                    <a:pt x="667385" y="775336"/>
                  </a:lnTo>
                  <a:lnTo>
                    <a:pt x="680084" y="775336"/>
                  </a:lnTo>
                  <a:lnTo>
                    <a:pt x="680084" y="764541"/>
                  </a:lnTo>
                  <a:cubicBezTo>
                    <a:pt x="680084" y="748031"/>
                    <a:pt x="690879" y="741046"/>
                    <a:pt x="707390" y="741046"/>
                  </a:cubicBezTo>
                  <a:close/>
                  <a:moveTo>
                    <a:pt x="282575" y="741046"/>
                  </a:moveTo>
                  <a:lnTo>
                    <a:pt x="282575" y="782321"/>
                  </a:lnTo>
                  <a:cubicBezTo>
                    <a:pt x="287019" y="777241"/>
                    <a:pt x="295909" y="774066"/>
                    <a:pt x="304799" y="774066"/>
                  </a:cubicBezTo>
                  <a:cubicBezTo>
                    <a:pt x="328295" y="774066"/>
                    <a:pt x="336549" y="792481"/>
                    <a:pt x="336549" y="815341"/>
                  </a:cubicBezTo>
                  <a:lnTo>
                    <a:pt x="336549" y="866141"/>
                  </a:lnTo>
                  <a:lnTo>
                    <a:pt x="313689" y="866141"/>
                  </a:lnTo>
                  <a:lnTo>
                    <a:pt x="313689" y="817246"/>
                  </a:lnTo>
                  <a:cubicBezTo>
                    <a:pt x="313689" y="804546"/>
                    <a:pt x="310515" y="796291"/>
                    <a:pt x="298450" y="796291"/>
                  </a:cubicBezTo>
                  <a:cubicBezTo>
                    <a:pt x="286385" y="796291"/>
                    <a:pt x="282575" y="803276"/>
                    <a:pt x="282575" y="816611"/>
                  </a:cubicBezTo>
                  <a:lnTo>
                    <a:pt x="282575" y="866141"/>
                  </a:lnTo>
                  <a:lnTo>
                    <a:pt x="259079" y="866141"/>
                  </a:lnTo>
                  <a:lnTo>
                    <a:pt x="259079" y="752476"/>
                  </a:lnTo>
                  <a:close/>
                  <a:moveTo>
                    <a:pt x="92709" y="648336"/>
                  </a:moveTo>
                  <a:lnTo>
                    <a:pt x="92709" y="649606"/>
                  </a:lnTo>
                  <a:lnTo>
                    <a:pt x="92427" y="648959"/>
                  </a:lnTo>
                  <a:close/>
                  <a:moveTo>
                    <a:pt x="230504" y="643256"/>
                  </a:moveTo>
                  <a:cubicBezTo>
                    <a:pt x="220345" y="643256"/>
                    <a:pt x="215900" y="647701"/>
                    <a:pt x="215900" y="654686"/>
                  </a:cubicBezTo>
                  <a:cubicBezTo>
                    <a:pt x="215900" y="661671"/>
                    <a:pt x="220345" y="667386"/>
                    <a:pt x="228599" y="667386"/>
                  </a:cubicBezTo>
                  <a:cubicBezTo>
                    <a:pt x="233045" y="667386"/>
                    <a:pt x="240665" y="666116"/>
                    <a:pt x="245745" y="658496"/>
                  </a:cubicBezTo>
                  <a:lnTo>
                    <a:pt x="245745" y="647066"/>
                  </a:lnTo>
                  <a:cubicBezTo>
                    <a:pt x="241299" y="643891"/>
                    <a:pt x="234950" y="643256"/>
                    <a:pt x="230504" y="643256"/>
                  </a:cubicBezTo>
                  <a:close/>
                  <a:moveTo>
                    <a:pt x="321310" y="614046"/>
                  </a:moveTo>
                  <a:cubicBezTo>
                    <a:pt x="314959" y="614046"/>
                    <a:pt x="309879" y="617221"/>
                    <a:pt x="306704" y="622301"/>
                  </a:cubicBezTo>
                  <a:lnTo>
                    <a:pt x="306704" y="656591"/>
                  </a:lnTo>
                  <a:cubicBezTo>
                    <a:pt x="310515" y="661671"/>
                    <a:pt x="316230" y="664846"/>
                    <a:pt x="323215" y="664846"/>
                  </a:cubicBezTo>
                  <a:cubicBezTo>
                    <a:pt x="335915" y="664846"/>
                    <a:pt x="339090" y="653416"/>
                    <a:pt x="339090" y="640716"/>
                  </a:cubicBezTo>
                  <a:lnTo>
                    <a:pt x="338454" y="640716"/>
                  </a:lnTo>
                  <a:cubicBezTo>
                    <a:pt x="338454" y="627381"/>
                    <a:pt x="335280" y="614046"/>
                    <a:pt x="321310" y="614046"/>
                  </a:cubicBezTo>
                  <a:close/>
                  <a:moveTo>
                    <a:pt x="1179195" y="612776"/>
                  </a:moveTo>
                  <a:cubicBezTo>
                    <a:pt x="1168400" y="612776"/>
                    <a:pt x="1163954" y="622301"/>
                    <a:pt x="1163320" y="629921"/>
                  </a:cubicBezTo>
                  <a:lnTo>
                    <a:pt x="1163954" y="629921"/>
                  </a:lnTo>
                  <a:lnTo>
                    <a:pt x="1195704" y="629921"/>
                  </a:lnTo>
                  <a:cubicBezTo>
                    <a:pt x="1195070" y="619761"/>
                    <a:pt x="1188720" y="612776"/>
                    <a:pt x="1179195" y="612776"/>
                  </a:cubicBezTo>
                  <a:close/>
                  <a:moveTo>
                    <a:pt x="689610" y="612776"/>
                  </a:moveTo>
                  <a:cubicBezTo>
                    <a:pt x="678814" y="612776"/>
                    <a:pt x="674370" y="622301"/>
                    <a:pt x="673735" y="629921"/>
                  </a:cubicBezTo>
                  <a:lnTo>
                    <a:pt x="674370" y="629921"/>
                  </a:lnTo>
                  <a:lnTo>
                    <a:pt x="706120" y="629921"/>
                  </a:lnTo>
                  <a:cubicBezTo>
                    <a:pt x="705485" y="619761"/>
                    <a:pt x="699135" y="612776"/>
                    <a:pt x="689610" y="612776"/>
                  </a:cubicBezTo>
                  <a:close/>
                  <a:moveTo>
                    <a:pt x="410845" y="612776"/>
                  </a:moveTo>
                  <a:cubicBezTo>
                    <a:pt x="400685" y="612776"/>
                    <a:pt x="396239" y="622301"/>
                    <a:pt x="395605" y="629921"/>
                  </a:cubicBezTo>
                  <a:lnTo>
                    <a:pt x="427355" y="629921"/>
                  </a:lnTo>
                  <a:cubicBezTo>
                    <a:pt x="426084" y="619761"/>
                    <a:pt x="420370" y="612776"/>
                    <a:pt x="410845" y="612776"/>
                  </a:cubicBezTo>
                  <a:close/>
                  <a:moveTo>
                    <a:pt x="991870" y="594361"/>
                  </a:moveTo>
                  <a:lnTo>
                    <a:pt x="1014095" y="594361"/>
                  </a:lnTo>
                  <a:lnTo>
                    <a:pt x="1014095" y="643256"/>
                  </a:lnTo>
                  <a:cubicBezTo>
                    <a:pt x="1014095" y="655321"/>
                    <a:pt x="1016635" y="664846"/>
                    <a:pt x="1029334" y="664846"/>
                  </a:cubicBezTo>
                  <a:cubicBezTo>
                    <a:pt x="1042034" y="664846"/>
                    <a:pt x="1044575" y="655321"/>
                    <a:pt x="1044575" y="644526"/>
                  </a:cubicBezTo>
                  <a:lnTo>
                    <a:pt x="1044575" y="594996"/>
                  </a:lnTo>
                  <a:lnTo>
                    <a:pt x="1066799" y="594996"/>
                  </a:lnTo>
                  <a:lnTo>
                    <a:pt x="1066799" y="684531"/>
                  </a:lnTo>
                  <a:lnTo>
                    <a:pt x="1044575" y="684531"/>
                  </a:lnTo>
                  <a:lnTo>
                    <a:pt x="1044575" y="678181"/>
                  </a:lnTo>
                  <a:cubicBezTo>
                    <a:pt x="1039495" y="683896"/>
                    <a:pt x="1031875" y="686436"/>
                    <a:pt x="1023620" y="686436"/>
                  </a:cubicBezTo>
                  <a:cubicBezTo>
                    <a:pt x="1000125" y="686436"/>
                    <a:pt x="991870" y="669926"/>
                    <a:pt x="991870" y="645161"/>
                  </a:cubicBezTo>
                  <a:close/>
                  <a:moveTo>
                    <a:pt x="836295" y="594361"/>
                  </a:moveTo>
                  <a:lnTo>
                    <a:pt x="858519" y="594361"/>
                  </a:lnTo>
                  <a:lnTo>
                    <a:pt x="858519" y="643256"/>
                  </a:lnTo>
                  <a:cubicBezTo>
                    <a:pt x="858519" y="655321"/>
                    <a:pt x="861060" y="664846"/>
                    <a:pt x="873760" y="664846"/>
                  </a:cubicBezTo>
                  <a:cubicBezTo>
                    <a:pt x="886459" y="664846"/>
                    <a:pt x="889000" y="655321"/>
                    <a:pt x="889000" y="644526"/>
                  </a:cubicBezTo>
                  <a:lnTo>
                    <a:pt x="889000" y="594996"/>
                  </a:lnTo>
                  <a:lnTo>
                    <a:pt x="911224" y="594996"/>
                  </a:lnTo>
                  <a:lnTo>
                    <a:pt x="911224" y="684531"/>
                  </a:lnTo>
                  <a:lnTo>
                    <a:pt x="889000" y="684531"/>
                  </a:lnTo>
                  <a:lnTo>
                    <a:pt x="889000" y="678181"/>
                  </a:lnTo>
                  <a:cubicBezTo>
                    <a:pt x="883920" y="683896"/>
                    <a:pt x="876299" y="686436"/>
                    <a:pt x="868045" y="686436"/>
                  </a:cubicBezTo>
                  <a:cubicBezTo>
                    <a:pt x="844549" y="686436"/>
                    <a:pt x="836295" y="669926"/>
                    <a:pt x="836295" y="645161"/>
                  </a:cubicBezTo>
                  <a:close/>
                  <a:moveTo>
                    <a:pt x="1181099" y="592456"/>
                  </a:moveTo>
                  <a:cubicBezTo>
                    <a:pt x="1204595" y="592456"/>
                    <a:pt x="1219200" y="613411"/>
                    <a:pt x="1219200" y="639446"/>
                  </a:cubicBezTo>
                  <a:lnTo>
                    <a:pt x="1218564" y="639446"/>
                  </a:lnTo>
                  <a:cubicBezTo>
                    <a:pt x="1218564" y="639446"/>
                    <a:pt x="1218564" y="645796"/>
                    <a:pt x="1218564" y="647066"/>
                  </a:cubicBezTo>
                  <a:lnTo>
                    <a:pt x="1163954" y="647066"/>
                  </a:lnTo>
                  <a:cubicBezTo>
                    <a:pt x="1165224" y="659766"/>
                    <a:pt x="1173480" y="664846"/>
                    <a:pt x="1183004" y="664846"/>
                  </a:cubicBezTo>
                  <a:cubicBezTo>
                    <a:pt x="1188720" y="664846"/>
                    <a:pt x="1193799" y="662941"/>
                    <a:pt x="1198879" y="658496"/>
                  </a:cubicBezTo>
                  <a:lnTo>
                    <a:pt x="1214754" y="671831"/>
                  </a:lnTo>
                  <a:cubicBezTo>
                    <a:pt x="1206500" y="682626"/>
                    <a:pt x="1193799" y="686436"/>
                    <a:pt x="1182370" y="686436"/>
                  </a:cubicBezTo>
                  <a:cubicBezTo>
                    <a:pt x="1156335" y="686436"/>
                    <a:pt x="1141095" y="666116"/>
                    <a:pt x="1141095" y="639446"/>
                  </a:cubicBezTo>
                  <a:cubicBezTo>
                    <a:pt x="1141095" y="610871"/>
                    <a:pt x="1158875" y="592456"/>
                    <a:pt x="1181099" y="592456"/>
                  </a:cubicBezTo>
                  <a:close/>
                  <a:moveTo>
                    <a:pt x="691515" y="592456"/>
                  </a:moveTo>
                  <a:cubicBezTo>
                    <a:pt x="715010" y="592456"/>
                    <a:pt x="729614" y="613411"/>
                    <a:pt x="729614" y="639446"/>
                  </a:cubicBezTo>
                  <a:lnTo>
                    <a:pt x="728980" y="639446"/>
                  </a:lnTo>
                  <a:cubicBezTo>
                    <a:pt x="728980" y="639446"/>
                    <a:pt x="728980" y="645796"/>
                    <a:pt x="728980" y="647066"/>
                  </a:cubicBezTo>
                  <a:lnTo>
                    <a:pt x="674370" y="647066"/>
                  </a:lnTo>
                  <a:cubicBezTo>
                    <a:pt x="675640" y="659766"/>
                    <a:pt x="683894" y="664846"/>
                    <a:pt x="693420" y="664846"/>
                  </a:cubicBezTo>
                  <a:cubicBezTo>
                    <a:pt x="699135" y="664846"/>
                    <a:pt x="704215" y="662941"/>
                    <a:pt x="709295" y="658496"/>
                  </a:cubicBezTo>
                  <a:lnTo>
                    <a:pt x="725170" y="671831"/>
                  </a:lnTo>
                  <a:cubicBezTo>
                    <a:pt x="716915" y="682626"/>
                    <a:pt x="704215" y="686436"/>
                    <a:pt x="692784" y="686436"/>
                  </a:cubicBezTo>
                  <a:cubicBezTo>
                    <a:pt x="666750" y="686436"/>
                    <a:pt x="651510" y="666116"/>
                    <a:pt x="651510" y="639446"/>
                  </a:cubicBezTo>
                  <a:cubicBezTo>
                    <a:pt x="651510" y="610871"/>
                    <a:pt x="669290" y="592456"/>
                    <a:pt x="691515" y="592456"/>
                  </a:cubicBezTo>
                  <a:close/>
                  <a:moveTo>
                    <a:pt x="412114" y="592456"/>
                  </a:moveTo>
                  <a:cubicBezTo>
                    <a:pt x="437515" y="592456"/>
                    <a:pt x="448310" y="615316"/>
                    <a:pt x="448310" y="639446"/>
                  </a:cubicBezTo>
                  <a:cubicBezTo>
                    <a:pt x="448310" y="639446"/>
                    <a:pt x="448310" y="645796"/>
                    <a:pt x="448310" y="647066"/>
                  </a:cubicBezTo>
                  <a:lnTo>
                    <a:pt x="395605" y="647066"/>
                  </a:lnTo>
                  <a:cubicBezTo>
                    <a:pt x="396875" y="659766"/>
                    <a:pt x="405129" y="664846"/>
                    <a:pt x="415290" y="664846"/>
                  </a:cubicBezTo>
                  <a:cubicBezTo>
                    <a:pt x="421004" y="664846"/>
                    <a:pt x="426084" y="662941"/>
                    <a:pt x="430530" y="658496"/>
                  </a:cubicBezTo>
                  <a:lnTo>
                    <a:pt x="446405" y="671831"/>
                  </a:lnTo>
                  <a:cubicBezTo>
                    <a:pt x="438784" y="681991"/>
                    <a:pt x="425450" y="686436"/>
                    <a:pt x="413385" y="686436"/>
                  </a:cubicBezTo>
                  <a:cubicBezTo>
                    <a:pt x="387349" y="686436"/>
                    <a:pt x="372110" y="666116"/>
                    <a:pt x="372110" y="640081"/>
                  </a:cubicBezTo>
                  <a:cubicBezTo>
                    <a:pt x="372110" y="614046"/>
                    <a:pt x="388620" y="592456"/>
                    <a:pt x="412114" y="592456"/>
                  </a:cubicBezTo>
                  <a:close/>
                  <a:moveTo>
                    <a:pt x="326390" y="592456"/>
                  </a:moveTo>
                  <a:cubicBezTo>
                    <a:pt x="350519" y="592456"/>
                    <a:pt x="361314" y="615316"/>
                    <a:pt x="361314" y="639446"/>
                  </a:cubicBezTo>
                  <a:cubicBezTo>
                    <a:pt x="361314" y="662306"/>
                    <a:pt x="351790" y="686436"/>
                    <a:pt x="326390" y="686436"/>
                  </a:cubicBezTo>
                  <a:cubicBezTo>
                    <a:pt x="316230" y="686436"/>
                    <a:pt x="310515" y="682626"/>
                    <a:pt x="306070" y="678816"/>
                  </a:cubicBezTo>
                  <a:lnTo>
                    <a:pt x="306070" y="706121"/>
                  </a:lnTo>
                  <a:lnTo>
                    <a:pt x="283845" y="717551"/>
                  </a:lnTo>
                  <a:lnTo>
                    <a:pt x="283845" y="594361"/>
                  </a:lnTo>
                  <a:lnTo>
                    <a:pt x="306070" y="594361"/>
                  </a:lnTo>
                  <a:lnTo>
                    <a:pt x="306070" y="600711"/>
                  </a:lnTo>
                  <a:cubicBezTo>
                    <a:pt x="311784" y="595631"/>
                    <a:pt x="318135" y="592456"/>
                    <a:pt x="326390" y="592456"/>
                  </a:cubicBezTo>
                  <a:close/>
                  <a:moveTo>
                    <a:pt x="231775" y="592456"/>
                  </a:moveTo>
                  <a:cubicBezTo>
                    <a:pt x="254635" y="592456"/>
                    <a:pt x="268605" y="603251"/>
                    <a:pt x="268605" y="624206"/>
                  </a:cubicBezTo>
                  <a:lnTo>
                    <a:pt x="268605" y="684531"/>
                  </a:lnTo>
                  <a:lnTo>
                    <a:pt x="267970" y="684531"/>
                  </a:lnTo>
                  <a:lnTo>
                    <a:pt x="245745" y="684531"/>
                  </a:lnTo>
                  <a:lnTo>
                    <a:pt x="245745" y="678181"/>
                  </a:lnTo>
                  <a:cubicBezTo>
                    <a:pt x="240665" y="683261"/>
                    <a:pt x="233680" y="686436"/>
                    <a:pt x="224790" y="686436"/>
                  </a:cubicBezTo>
                  <a:cubicBezTo>
                    <a:pt x="207010" y="686436"/>
                    <a:pt x="193040" y="675006"/>
                    <a:pt x="193040" y="655321"/>
                  </a:cubicBezTo>
                  <a:cubicBezTo>
                    <a:pt x="193040" y="635636"/>
                    <a:pt x="206375" y="624841"/>
                    <a:pt x="227965" y="624841"/>
                  </a:cubicBezTo>
                  <a:cubicBezTo>
                    <a:pt x="233680" y="624841"/>
                    <a:pt x="239394" y="625476"/>
                    <a:pt x="245745" y="628651"/>
                  </a:cubicBezTo>
                  <a:lnTo>
                    <a:pt x="245745" y="623571"/>
                  </a:lnTo>
                  <a:cubicBezTo>
                    <a:pt x="245745" y="615316"/>
                    <a:pt x="240030" y="611506"/>
                    <a:pt x="230504" y="611506"/>
                  </a:cubicBezTo>
                  <a:cubicBezTo>
                    <a:pt x="223519" y="611506"/>
                    <a:pt x="216534" y="613411"/>
                    <a:pt x="209549" y="617221"/>
                  </a:cubicBezTo>
                  <a:lnTo>
                    <a:pt x="200659" y="601346"/>
                  </a:lnTo>
                  <a:cubicBezTo>
                    <a:pt x="210185" y="594996"/>
                    <a:pt x="219709" y="592456"/>
                    <a:pt x="231775" y="592456"/>
                  </a:cubicBezTo>
                  <a:close/>
                  <a:moveTo>
                    <a:pt x="1125855" y="591821"/>
                  </a:moveTo>
                  <a:cubicBezTo>
                    <a:pt x="1132204" y="591821"/>
                    <a:pt x="1137920" y="593726"/>
                    <a:pt x="1142364" y="598171"/>
                  </a:cubicBezTo>
                  <a:lnTo>
                    <a:pt x="1141730" y="598806"/>
                  </a:lnTo>
                  <a:lnTo>
                    <a:pt x="1132840" y="621031"/>
                  </a:lnTo>
                  <a:cubicBezTo>
                    <a:pt x="1129665" y="617856"/>
                    <a:pt x="1125220" y="615316"/>
                    <a:pt x="1120140" y="615316"/>
                  </a:cubicBezTo>
                  <a:cubicBezTo>
                    <a:pt x="1109345" y="615316"/>
                    <a:pt x="1106805" y="624206"/>
                    <a:pt x="1106805" y="635001"/>
                  </a:cubicBezTo>
                  <a:lnTo>
                    <a:pt x="1106805" y="683896"/>
                  </a:lnTo>
                  <a:lnTo>
                    <a:pt x="1084579" y="683896"/>
                  </a:lnTo>
                  <a:lnTo>
                    <a:pt x="1084579" y="593726"/>
                  </a:lnTo>
                  <a:lnTo>
                    <a:pt x="1106805" y="593726"/>
                  </a:lnTo>
                  <a:lnTo>
                    <a:pt x="1106805" y="600076"/>
                  </a:lnTo>
                  <a:cubicBezTo>
                    <a:pt x="1111885" y="594996"/>
                    <a:pt x="1118235" y="591821"/>
                    <a:pt x="1125855" y="591821"/>
                  </a:cubicBezTo>
                  <a:close/>
                  <a:moveTo>
                    <a:pt x="47625" y="563881"/>
                  </a:moveTo>
                  <a:cubicBezTo>
                    <a:pt x="66040" y="563881"/>
                    <a:pt x="79375" y="571501"/>
                    <a:pt x="90170" y="582296"/>
                  </a:cubicBezTo>
                  <a:lnTo>
                    <a:pt x="73659" y="598806"/>
                  </a:lnTo>
                  <a:cubicBezTo>
                    <a:pt x="66040" y="591186"/>
                    <a:pt x="58420" y="586741"/>
                    <a:pt x="46355" y="586741"/>
                  </a:cubicBezTo>
                  <a:cubicBezTo>
                    <a:pt x="36194" y="586741"/>
                    <a:pt x="28575" y="589916"/>
                    <a:pt x="28575" y="598171"/>
                  </a:cubicBezTo>
                  <a:cubicBezTo>
                    <a:pt x="28575" y="601981"/>
                    <a:pt x="29845" y="604521"/>
                    <a:pt x="33655" y="606426"/>
                  </a:cubicBezTo>
                  <a:cubicBezTo>
                    <a:pt x="38099" y="608966"/>
                    <a:pt x="43814" y="610236"/>
                    <a:pt x="52704" y="612776"/>
                  </a:cubicBezTo>
                  <a:cubicBezTo>
                    <a:pt x="63500" y="615951"/>
                    <a:pt x="73659" y="617856"/>
                    <a:pt x="81915" y="624841"/>
                  </a:cubicBezTo>
                  <a:lnTo>
                    <a:pt x="92427" y="648959"/>
                  </a:lnTo>
                  <a:lnTo>
                    <a:pt x="79454" y="677626"/>
                  </a:lnTo>
                  <a:cubicBezTo>
                    <a:pt x="71279" y="683738"/>
                    <a:pt x="60008" y="686436"/>
                    <a:pt x="47625" y="686436"/>
                  </a:cubicBezTo>
                  <a:cubicBezTo>
                    <a:pt x="29845" y="686436"/>
                    <a:pt x="10795" y="680721"/>
                    <a:pt x="0" y="664846"/>
                  </a:cubicBezTo>
                  <a:lnTo>
                    <a:pt x="16510" y="650241"/>
                  </a:lnTo>
                  <a:cubicBezTo>
                    <a:pt x="24129" y="659766"/>
                    <a:pt x="35560" y="664211"/>
                    <a:pt x="46989" y="664211"/>
                  </a:cubicBezTo>
                  <a:cubicBezTo>
                    <a:pt x="60325" y="664211"/>
                    <a:pt x="68579" y="657861"/>
                    <a:pt x="68579" y="649606"/>
                  </a:cubicBezTo>
                  <a:cubicBezTo>
                    <a:pt x="68579" y="646431"/>
                    <a:pt x="67310" y="642621"/>
                    <a:pt x="61595" y="640081"/>
                  </a:cubicBezTo>
                  <a:cubicBezTo>
                    <a:pt x="57150" y="638176"/>
                    <a:pt x="52069" y="636906"/>
                    <a:pt x="41909" y="634366"/>
                  </a:cubicBezTo>
                  <a:cubicBezTo>
                    <a:pt x="35560" y="633096"/>
                    <a:pt x="22860" y="629921"/>
                    <a:pt x="14605" y="623571"/>
                  </a:cubicBezTo>
                  <a:cubicBezTo>
                    <a:pt x="6349" y="617221"/>
                    <a:pt x="4444" y="607696"/>
                    <a:pt x="4444" y="599441"/>
                  </a:cubicBezTo>
                  <a:cubicBezTo>
                    <a:pt x="4444" y="574041"/>
                    <a:pt x="26034" y="563881"/>
                    <a:pt x="47625" y="563881"/>
                  </a:cubicBezTo>
                  <a:close/>
                  <a:moveTo>
                    <a:pt x="814070" y="560071"/>
                  </a:moveTo>
                  <a:cubicBezTo>
                    <a:pt x="820420" y="560071"/>
                    <a:pt x="824864" y="561341"/>
                    <a:pt x="830579" y="562611"/>
                  </a:cubicBezTo>
                  <a:lnTo>
                    <a:pt x="829945" y="562611"/>
                  </a:lnTo>
                  <a:lnTo>
                    <a:pt x="829945" y="581026"/>
                  </a:lnTo>
                  <a:cubicBezTo>
                    <a:pt x="824864" y="579756"/>
                    <a:pt x="821055" y="579121"/>
                    <a:pt x="818515" y="579121"/>
                  </a:cubicBezTo>
                  <a:cubicBezTo>
                    <a:pt x="810260" y="579121"/>
                    <a:pt x="808989" y="582296"/>
                    <a:pt x="808989" y="586741"/>
                  </a:cubicBezTo>
                  <a:lnTo>
                    <a:pt x="808989" y="594361"/>
                  </a:lnTo>
                  <a:lnTo>
                    <a:pt x="824230" y="594361"/>
                  </a:lnTo>
                  <a:lnTo>
                    <a:pt x="824230" y="615951"/>
                  </a:lnTo>
                  <a:lnTo>
                    <a:pt x="808989" y="615951"/>
                  </a:lnTo>
                  <a:lnTo>
                    <a:pt x="808989" y="684531"/>
                  </a:lnTo>
                  <a:lnTo>
                    <a:pt x="786765" y="684531"/>
                  </a:lnTo>
                  <a:lnTo>
                    <a:pt x="786765" y="615951"/>
                  </a:lnTo>
                  <a:lnTo>
                    <a:pt x="775970" y="615951"/>
                  </a:lnTo>
                  <a:lnTo>
                    <a:pt x="775970" y="594361"/>
                  </a:lnTo>
                  <a:lnTo>
                    <a:pt x="786765" y="594361"/>
                  </a:lnTo>
                  <a:lnTo>
                    <a:pt x="786765" y="583566"/>
                  </a:lnTo>
                  <a:cubicBezTo>
                    <a:pt x="786765" y="567691"/>
                    <a:pt x="795019" y="560071"/>
                    <a:pt x="814070" y="560071"/>
                  </a:cubicBezTo>
                  <a:close/>
                  <a:moveTo>
                    <a:pt x="957579" y="559436"/>
                  </a:moveTo>
                  <a:lnTo>
                    <a:pt x="957579" y="594361"/>
                  </a:lnTo>
                  <a:lnTo>
                    <a:pt x="979170" y="594361"/>
                  </a:lnTo>
                  <a:lnTo>
                    <a:pt x="979170" y="615951"/>
                  </a:lnTo>
                  <a:lnTo>
                    <a:pt x="957579" y="615951"/>
                  </a:lnTo>
                  <a:lnTo>
                    <a:pt x="957579" y="654051"/>
                  </a:lnTo>
                  <a:cubicBezTo>
                    <a:pt x="957579" y="661671"/>
                    <a:pt x="960754" y="664846"/>
                    <a:pt x="966470" y="664846"/>
                  </a:cubicBezTo>
                  <a:cubicBezTo>
                    <a:pt x="972185" y="664846"/>
                    <a:pt x="977900" y="661671"/>
                    <a:pt x="981075" y="658496"/>
                  </a:cubicBezTo>
                  <a:lnTo>
                    <a:pt x="977900" y="681356"/>
                  </a:lnTo>
                  <a:cubicBezTo>
                    <a:pt x="973454" y="685166"/>
                    <a:pt x="965200" y="686436"/>
                    <a:pt x="959485" y="686436"/>
                  </a:cubicBezTo>
                  <a:cubicBezTo>
                    <a:pt x="945515" y="686436"/>
                    <a:pt x="935355" y="676276"/>
                    <a:pt x="935355" y="659766"/>
                  </a:cubicBezTo>
                  <a:lnTo>
                    <a:pt x="935355" y="615951"/>
                  </a:lnTo>
                  <a:lnTo>
                    <a:pt x="922655" y="615951"/>
                  </a:lnTo>
                  <a:lnTo>
                    <a:pt x="922655" y="594361"/>
                  </a:lnTo>
                  <a:lnTo>
                    <a:pt x="935355" y="594361"/>
                  </a:lnTo>
                  <a:lnTo>
                    <a:pt x="935355" y="570866"/>
                  </a:lnTo>
                  <a:close/>
                  <a:moveTo>
                    <a:pt x="586739" y="559436"/>
                  </a:moveTo>
                  <a:lnTo>
                    <a:pt x="586739" y="600711"/>
                  </a:lnTo>
                  <a:cubicBezTo>
                    <a:pt x="591820" y="595631"/>
                    <a:pt x="597534" y="592456"/>
                    <a:pt x="607695" y="592456"/>
                  </a:cubicBezTo>
                  <a:cubicBezTo>
                    <a:pt x="631825" y="592456"/>
                    <a:pt x="639445" y="610871"/>
                    <a:pt x="639445" y="633731"/>
                  </a:cubicBezTo>
                  <a:lnTo>
                    <a:pt x="639445" y="684531"/>
                  </a:lnTo>
                  <a:lnTo>
                    <a:pt x="617220" y="684531"/>
                  </a:lnTo>
                  <a:lnTo>
                    <a:pt x="617220" y="635636"/>
                  </a:lnTo>
                  <a:cubicBezTo>
                    <a:pt x="617220" y="623571"/>
                    <a:pt x="614680" y="614681"/>
                    <a:pt x="601980" y="614681"/>
                  </a:cubicBezTo>
                  <a:cubicBezTo>
                    <a:pt x="589280" y="614681"/>
                    <a:pt x="586739" y="622936"/>
                    <a:pt x="586739" y="635001"/>
                  </a:cubicBezTo>
                  <a:lnTo>
                    <a:pt x="586739" y="684531"/>
                  </a:lnTo>
                  <a:lnTo>
                    <a:pt x="564515" y="684531"/>
                  </a:lnTo>
                  <a:lnTo>
                    <a:pt x="564515" y="570866"/>
                  </a:lnTo>
                  <a:close/>
                  <a:moveTo>
                    <a:pt x="529590" y="559436"/>
                  </a:moveTo>
                  <a:lnTo>
                    <a:pt x="529590" y="594361"/>
                  </a:lnTo>
                  <a:lnTo>
                    <a:pt x="550545" y="594361"/>
                  </a:lnTo>
                  <a:lnTo>
                    <a:pt x="550545" y="615951"/>
                  </a:lnTo>
                  <a:lnTo>
                    <a:pt x="529590" y="615951"/>
                  </a:lnTo>
                  <a:lnTo>
                    <a:pt x="529590" y="654051"/>
                  </a:lnTo>
                  <a:cubicBezTo>
                    <a:pt x="529590" y="661671"/>
                    <a:pt x="532765" y="664846"/>
                    <a:pt x="538480" y="664846"/>
                  </a:cubicBezTo>
                  <a:cubicBezTo>
                    <a:pt x="544195" y="664846"/>
                    <a:pt x="549275" y="661671"/>
                    <a:pt x="553084" y="658496"/>
                  </a:cubicBezTo>
                  <a:lnTo>
                    <a:pt x="549909" y="681356"/>
                  </a:lnTo>
                  <a:cubicBezTo>
                    <a:pt x="545465" y="685166"/>
                    <a:pt x="537209" y="686436"/>
                    <a:pt x="531495" y="686436"/>
                  </a:cubicBezTo>
                  <a:cubicBezTo>
                    <a:pt x="517525" y="686436"/>
                    <a:pt x="507364" y="676276"/>
                    <a:pt x="507364" y="659766"/>
                  </a:cubicBezTo>
                  <a:lnTo>
                    <a:pt x="507364" y="615951"/>
                  </a:lnTo>
                  <a:lnTo>
                    <a:pt x="491489" y="615951"/>
                  </a:lnTo>
                  <a:lnTo>
                    <a:pt x="491489" y="594361"/>
                  </a:lnTo>
                  <a:lnTo>
                    <a:pt x="507364" y="594361"/>
                  </a:lnTo>
                  <a:lnTo>
                    <a:pt x="507364" y="570866"/>
                  </a:lnTo>
                  <a:close/>
                  <a:moveTo>
                    <a:pt x="128269" y="559436"/>
                  </a:moveTo>
                  <a:lnTo>
                    <a:pt x="128269" y="600711"/>
                  </a:lnTo>
                  <a:cubicBezTo>
                    <a:pt x="133349" y="595631"/>
                    <a:pt x="139064" y="592456"/>
                    <a:pt x="149224" y="592456"/>
                  </a:cubicBezTo>
                  <a:cubicBezTo>
                    <a:pt x="173355" y="592456"/>
                    <a:pt x="180974" y="610871"/>
                    <a:pt x="180974" y="633731"/>
                  </a:cubicBezTo>
                  <a:lnTo>
                    <a:pt x="180974" y="684531"/>
                  </a:lnTo>
                  <a:lnTo>
                    <a:pt x="158750" y="684531"/>
                  </a:lnTo>
                  <a:lnTo>
                    <a:pt x="158750" y="635636"/>
                  </a:lnTo>
                  <a:cubicBezTo>
                    <a:pt x="158750" y="623571"/>
                    <a:pt x="156209" y="614681"/>
                    <a:pt x="143510" y="614681"/>
                  </a:cubicBezTo>
                  <a:cubicBezTo>
                    <a:pt x="130810" y="614681"/>
                    <a:pt x="128269" y="622936"/>
                    <a:pt x="128269" y="635001"/>
                  </a:cubicBezTo>
                  <a:lnTo>
                    <a:pt x="128269" y="684531"/>
                  </a:lnTo>
                  <a:lnTo>
                    <a:pt x="106045" y="684531"/>
                  </a:lnTo>
                  <a:lnTo>
                    <a:pt x="106045" y="570866"/>
                  </a:lnTo>
                  <a:close/>
                  <a:moveTo>
                    <a:pt x="269875" y="635"/>
                  </a:moveTo>
                  <a:lnTo>
                    <a:pt x="501015" y="635"/>
                  </a:lnTo>
                  <a:lnTo>
                    <a:pt x="554989" y="94615"/>
                  </a:lnTo>
                  <a:lnTo>
                    <a:pt x="391795" y="94615"/>
                  </a:lnTo>
                  <a:lnTo>
                    <a:pt x="391795" y="161925"/>
                  </a:lnTo>
                  <a:lnTo>
                    <a:pt x="539114" y="161925"/>
                  </a:lnTo>
                  <a:lnTo>
                    <a:pt x="539114" y="247650"/>
                  </a:lnTo>
                  <a:lnTo>
                    <a:pt x="391795" y="247650"/>
                  </a:lnTo>
                  <a:lnTo>
                    <a:pt x="391795" y="314325"/>
                  </a:lnTo>
                  <a:lnTo>
                    <a:pt x="595629" y="314325"/>
                  </a:lnTo>
                  <a:lnTo>
                    <a:pt x="595629" y="408305"/>
                  </a:lnTo>
                  <a:lnTo>
                    <a:pt x="269875" y="408305"/>
                  </a:lnTo>
                  <a:close/>
                  <a:moveTo>
                    <a:pt x="539114" y="0"/>
                  </a:moveTo>
                  <a:lnTo>
                    <a:pt x="674370" y="0"/>
                  </a:lnTo>
                  <a:lnTo>
                    <a:pt x="743584" y="132715"/>
                  </a:lnTo>
                  <a:lnTo>
                    <a:pt x="812799" y="0"/>
                  </a:lnTo>
                  <a:lnTo>
                    <a:pt x="946150" y="0"/>
                  </a:lnTo>
                  <a:lnTo>
                    <a:pt x="803275" y="246380"/>
                  </a:lnTo>
                  <a:lnTo>
                    <a:pt x="803275" y="407670"/>
                  </a:lnTo>
                  <a:lnTo>
                    <a:pt x="681355" y="407670"/>
                  </a:lnTo>
                  <a:lnTo>
                    <a:pt x="681355" y="246380"/>
                  </a:lnTo>
                  <a:close/>
                </a:path>
              </a:pathLst>
            </a:custGeom>
            <a:solidFill>
              <a:srgbClr val="FFFFFF"/>
            </a:solidFill>
            <a:ln w="63500" cap="flat">
              <a:noFill/>
              <a:prstDash val="solid"/>
              <a:miter/>
            </a:ln>
          </p:spPr>
          <p:txBody>
            <a:bodyPr rtlCol="0" anchor="ctr"/>
            <a:lstStyle/>
            <a:p>
              <a:endParaRPr lang="en-US"/>
            </a:p>
          </p:txBody>
        </p:sp>
      </p:grpSp>
    </p:spTree>
    <p:extLst>
      <p:ext uri="{BB962C8B-B14F-4D97-AF65-F5344CB8AC3E}">
        <p14:creationId xmlns:p14="http://schemas.microsoft.com/office/powerpoint/2010/main" val="209171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485523" y="369888"/>
            <a:ext cx="11224347" cy="470898"/>
          </a:xfrm>
          <a:prstGeom prst="rect">
            <a:avLst/>
          </a:prstGeom>
        </p:spPr>
        <p:txBody>
          <a:bodyPr vert="horz" lIns="0" tIns="0" rIns="0" bIns="0" rtlCol="0" anchor="t" anchorCtr="0">
            <a:noAutofit/>
          </a:bodyPr>
          <a:lstStyle/>
          <a:p>
            <a:r>
              <a:rPr lang="en-GB"/>
              <a:t>Click to edit Master title style</a:t>
            </a:r>
          </a:p>
        </p:txBody>
      </p:sp>
      <p:sp>
        <p:nvSpPr>
          <p:cNvPr id="3" name="Text Placeholder"/>
          <p:cNvSpPr>
            <a:spLocks noGrp="1"/>
          </p:cNvSpPr>
          <p:nvPr>
            <p:ph type="body" idx="1"/>
          </p:nvPr>
        </p:nvSpPr>
        <p:spPr>
          <a:xfrm>
            <a:off x="485523" y="1411287"/>
            <a:ext cx="11224347" cy="4638675"/>
          </a:xfrm>
          <a:prstGeom prst="rect">
            <a:avLst/>
          </a:prstGeom>
        </p:spPr>
        <p:txBody>
          <a:bodyPr vert="horz" lIns="0" tIns="0" rIns="0" bIns="0" rtlCol="0" anchor="t" anchorCtr="0">
            <a:noAutofit/>
          </a:bodyPr>
          <a:lstStyle/>
          <a:p>
            <a:r>
              <a:rPr lang="en-US"/>
              <a:t>First level text style </a:t>
            </a:r>
            <a:r>
              <a:rPr lang="en-US" err="1"/>
              <a:t>EYInterstate</a:t>
            </a:r>
            <a:r>
              <a:rPr lang="en-US"/>
              <a:t> Light </a:t>
            </a:r>
            <a:r>
              <a:rPr lang="en-US" err="1"/>
              <a:t>20pt</a:t>
            </a:r>
            <a:endParaRPr lang="en-US"/>
          </a:p>
          <a:p>
            <a:pPr lvl="1"/>
            <a:r>
              <a:rPr lang="en-US"/>
              <a:t>Second level text style </a:t>
            </a:r>
            <a:r>
              <a:rPr lang="en-US" err="1"/>
              <a:t>EYInterstate</a:t>
            </a:r>
            <a:r>
              <a:rPr lang="en-US"/>
              <a:t> Light </a:t>
            </a:r>
            <a:r>
              <a:rPr lang="en-US" err="1"/>
              <a:t>20pt</a:t>
            </a:r>
            <a:endParaRPr lang="en-US"/>
          </a:p>
          <a:p>
            <a:pPr lvl="2"/>
            <a:r>
              <a:rPr lang="en-US"/>
              <a:t>Third level text style </a:t>
            </a:r>
            <a:r>
              <a:rPr lang="en-US" err="1"/>
              <a:t>EYInterstate</a:t>
            </a:r>
            <a:r>
              <a:rPr lang="en-US"/>
              <a:t> Light </a:t>
            </a:r>
            <a:r>
              <a:rPr lang="en-US" err="1"/>
              <a:t>18pt</a:t>
            </a:r>
            <a:endParaRPr lang="en-US"/>
          </a:p>
          <a:p>
            <a:pPr lvl="3"/>
            <a:r>
              <a:rPr lang="en-US"/>
              <a:t>Fourth level text style </a:t>
            </a:r>
            <a:r>
              <a:rPr lang="en-US" err="1"/>
              <a:t>EYInterstate</a:t>
            </a:r>
            <a:r>
              <a:rPr lang="en-US"/>
              <a:t> Light </a:t>
            </a:r>
            <a:r>
              <a:rPr lang="en-US" err="1"/>
              <a:t>16pt</a:t>
            </a:r>
            <a:endParaRPr lang="en-US"/>
          </a:p>
          <a:p>
            <a:pPr lvl="4"/>
            <a:r>
              <a:rPr lang="en-US"/>
              <a:t>Fifth level text style </a:t>
            </a:r>
            <a:r>
              <a:rPr lang="en-US" err="1"/>
              <a:t>EYInterstate</a:t>
            </a:r>
            <a:r>
              <a:rPr lang="en-US"/>
              <a:t> Light </a:t>
            </a:r>
            <a:r>
              <a:rPr lang="en-US" err="1"/>
              <a:t>16pt</a:t>
            </a:r>
            <a:endParaRPr lang="en-US"/>
          </a:p>
          <a:p>
            <a:pPr lvl="5"/>
            <a:r>
              <a:rPr lang="en-US"/>
              <a:t>Sixth level text style </a:t>
            </a:r>
            <a:r>
              <a:rPr lang="en-US" err="1"/>
              <a:t>EYInterstate</a:t>
            </a:r>
            <a:r>
              <a:rPr lang="en-US"/>
              <a:t> Light </a:t>
            </a:r>
            <a:r>
              <a:rPr lang="en-US" err="1"/>
              <a:t>14pt</a:t>
            </a:r>
            <a:endParaRPr lang="en-US"/>
          </a:p>
          <a:p>
            <a:pPr lvl="6"/>
            <a:r>
              <a:rPr lang="en-US"/>
              <a:t>Seventh level text style </a:t>
            </a:r>
            <a:r>
              <a:rPr lang="en-US" err="1"/>
              <a:t>EYInterstate</a:t>
            </a:r>
            <a:r>
              <a:rPr lang="en-US"/>
              <a:t> Light </a:t>
            </a:r>
            <a:r>
              <a:rPr lang="en-US" err="1"/>
              <a:t>14pt</a:t>
            </a:r>
            <a:endParaRPr lang="en-US"/>
          </a:p>
          <a:p>
            <a:pPr lvl="7"/>
            <a:r>
              <a:rPr lang="en-US"/>
              <a:t>Eighth level text style </a:t>
            </a:r>
            <a:r>
              <a:rPr lang="en-US" err="1"/>
              <a:t>EYInterstate</a:t>
            </a:r>
            <a:r>
              <a:rPr lang="en-US"/>
              <a:t> Light </a:t>
            </a:r>
            <a:r>
              <a:rPr lang="en-US" err="1"/>
              <a:t>12pt</a:t>
            </a:r>
            <a:endParaRPr lang="en-US"/>
          </a:p>
          <a:p>
            <a:pPr lvl="8"/>
            <a:r>
              <a:rPr lang="en-US"/>
              <a:t>Nineth level text style </a:t>
            </a:r>
            <a:r>
              <a:rPr lang="en-US" err="1"/>
              <a:t>EYInterstate</a:t>
            </a:r>
            <a:r>
              <a:rPr lang="en-US"/>
              <a:t> Light </a:t>
            </a:r>
            <a:r>
              <a:rPr lang="en-US" err="1"/>
              <a:t>24pt</a:t>
            </a:r>
            <a:r>
              <a:rPr lang="en-US"/>
              <a: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485747" y="6437115"/>
            <a:ext cx="509098"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F1BC30E3-FFE5-4B91-AA19-87A149EBB9EE}" type="slidenum">
              <a:rPr lang="en-GB" smtClean="0"/>
              <a:pPr/>
              <a:t>‹#›</a:t>
            </a:fld>
            <a:endParaRPr lang="en-GB"/>
          </a:p>
        </p:txBody>
      </p:sp>
      <p:sp>
        <p:nvSpPr>
          <p:cNvPr id="19" name="Date Placeholder">
            <a:extLst>
              <a:ext uri="{FF2B5EF4-FFF2-40B4-BE49-F238E27FC236}">
                <a16:creationId xmlns:a16="http://schemas.microsoft.com/office/drawing/2014/main" id="{600772EA-C6B0-4F5D-AA59-01C0858EFADB}"/>
              </a:ext>
            </a:extLst>
          </p:cNvPr>
          <p:cNvSpPr>
            <a:spLocks noGrp="1"/>
          </p:cNvSpPr>
          <p:nvPr>
            <p:ph type="dt" sz="half" idx="2"/>
          </p:nvPr>
        </p:nvSpPr>
        <p:spPr>
          <a:xfrm>
            <a:off x="994845" y="6437115"/>
            <a:ext cx="1275686" cy="123111"/>
          </a:xfrm>
          <a:prstGeom prst="rect">
            <a:avLst/>
          </a:prstGeom>
        </p:spPr>
        <p:txBody>
          <a:bodyPr vert="horz" lIns="0" tIns="0" rIns="0" bIns="0" rtlCol="0" anchor="t">
            <a:noAutofit/>
          </a:bodyPr>
          <a:lstStyle>
            <a:lvl1pPr marL="0" algn="l" defTabSz="914400" rtl="0" eaLnBrk="1" latinLnBrk="0" hangingPunct="1">
              <a:defRPr lang="en-IN" sz="800" kern="1200" smtClean="0">
                <a:solidFill>
                  <a:schemeClr val="bg1"/>
                </a:solidFill>
                <a:latin typeface="+mn-lt"/>
                <a:ea typeface="+mn-ea"/>
                <a:cs typeface="+mn-cs"/>
              </a:defRPr>
            </a:lvl1pPr>
          </a:lstStyle>
          <a:p>
            <a:fld id="{8871E53D-EDC0-4486-915E-BB4E0FAB6099}" type="datetime1">
              <a:rPr lang="en-US" smtClean="0"/>
              <a:t>6/16/2026</a:t>
            </a:fld>
            <a:endParaRPr lang="en-US"/>
          </a:p>
        </p:txBody>
      </p:sp>
      <p:sp>
        <p:nvSpPr>
          <p:cNvPr id="20" name="Footer Placeholder">
            <a:extLst>
              <a:ext uri="{FF2B5EF4-FFF2-40B4-BE49-F238E27FC236}">
                <a16:creationId xmlns:a16="http://schemas.microsoft.com/office/drawing/2014/main" id="{AC28FA70-87E4-49F4-AFDE-345AA28E0BE7}"/>
              </a:ext>
            </a:extLst>
          </p:cNvPr>
          <p:cNvSpPr>
            <a:spLocks noGrp="1"/>
          </p:cNvSpPr>
          <p:nvPr>
            <p:ph type="ftr" sz="quarter" idx="3"/>
          </p:nvPr>
        </p:nvSpPr>
        <p:spPr>
          <a:xfrm>
            <a:off x="2270531" y="6437115"/>
            <a:ext cx="3825470" cy="123111"/>
          </a:xfrm>
          <a:prstGeom prst="rect">
            <a:avLst/>
          </a:prstGeom>
        </p:spPr>
        <p:txBody>
          <a:bodyPr vert="horz" lIns="0" tIns="0" rIns="0" bIns="0" rtlCol="0" anchor="t">
            <a:noAutofit/>
          </a:bodyPr>
          <a:lstStyle>
            <a:lvl1pPr marL="0" algn="l" defTabSz="914400" rtl="0" eaLnBrk="1" latinLnBrk="0" hangingPunct="1">
              <a:defRPr lang="en-IN" sz="800" kern="1200" dirty="0">
                <a:solidFill>
                  <a:schemeClr val="bg1"/>
                </a:solidFill>
                <a:latin typeface="+mn-lt"/>
                <a:ea typeface="+mn-ea"/>
                <a:cs typeface="+mn-cs"/>
              </a:defRPr>
            </a:lvl1pPr>
          </a:lstStyle>
          <a:p>
            <a:r>
              <a:rPr lang="en-US"/>
              <a:t>Insert footer text here</a:t>
            </a:r>
          </a:p>
        </p:txBody>
      </p:sp>
      <p:grpSp>
        <p:nvGrpSpPr>
          <p:cNvPr id="6" name="Logo">
            <a:extLst>
              <a:ext uri="{FF2B5EF4-FFF2-40B4-BE49-F238E27FC236}">
                <a16:creationId xmlns:a16="http://schemas.microsoft.com/office/drawing/2014/main" id="{84D8E7BF-2CB9-F661-3559-99D90AE0A4E5}"/>
              </a:ext>
            </a:extLst>
          </p:cNvPr>
          <p:cNvGrpSpPr>
            <a:grpSpLocks noGrp="1" noUngrp="1" noRot="1" noChangeAspect="1" noMove="1" noResize="1"/>
          </p:cNvGrpSpPr>
          <p:nvPr userDrawn="1"/>
        </p:nvGrpSpPr>
        <p:grpSpPr bwMode="black">
          <a:xfrm>
            <a:off x="11623900" y="6276977"/>
            <a:ext cx="346158" cy="355219"/>
            <a:chOff x="7110" y="4004"/>
            <a:chExt cx="191" cy="196"/>
          </a:xfrm>
        </p:grpSpPr>
        <p:sp>
          <p:nvSpPr>
            <p:cNvPr id="7" name="Freeform 5">
              <a:extLst>
                <a:ext uri="{FF2B5EF4-FFF2-40B4-BE49-F238E27FC236}">
                  <a16:creationId xmlns:a16="http://schemas.microsoft.com/office/drawing/2014/main" id="{B6AA6DF4-2FEA-00BD-9BF9-6CDE40EF389F}"/>
                </a:ext>
              </a:extLst>
            </p:cNvPr>
            <p:cNvSpPr>
              <a:spLocks noGrp="1" noRot="1" noMove="1" noResize="1" noEditPoints="1" noAdjustHandles="1" noChangeArrowheads="1" noChangeShapeType="1"/>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8" name="Freeform 6">
              <a:extLst>
                <a:ext uri="{FF2B5EF4-FFF2-40B4-BE49-F238E27FC236}">
                  <a16:creationId xmlns:a16="http://schemas.microsoft.com/office/drawing/2014/main" id="{9F5D8B0B-D61C-3D77-A3C6-C71B65E66459}"/>
                </a:ext>
              </a:extLst>
            </p:cNvPr>
            <p:cNvSpPr>
              <a:spLocks noGrp="1" noRot="1" noMove="1" noResize="1" noEditPoints="1" noAdjustHandles="1" noChangeArrowheads="1" noChangeShapeType="1"/>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sp>
          <p:nvSpPr>
            <p:cNvPr id="13" name="Freeform 7">
              <a:extLst>
                <a:ext uri="{FF2B5EF4-FFF2-40B4-BE49-F238E27FC236}">
                  <a16:creationId xmlns:a16="http://schemas.microsoft.com/office/drawing/2014/main" id="{66939EE2-541D-2E43-8858-BD44D3A0144C}"/>
                </a:ext>
              </a:extLst>
            </p:cNvPr>
            <p:cNvSpPr>
              <a:spLocks noGrp="1" noRot="1" noMove="1" noResize="1" noEditPoints="1" noAdjustHandles="1" noChangeArrowheads="1" noChangeShapeType="1"/>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800">
                <a:latin typeface="+mn-lt"/>
              </a:endParaRPr>
            </a:p>
          </p:txBody>
        </p:sp>
      </p:grpSp>
    </p:spTree>
    <p:extLst>
      <p:ext uri="{BB962C8B-B14F-4D97-AF65-F5344CB8AC3E}">
        <p14:creationId xmlns:p14="http://schemas.microsoft.com/office/powerpoint/2010/main" val="4101247033"/>
      </p:ext>
    </p:extLst>
  </p:cSld>
  <p:clrMap bg1="lt1" tx1="dk1" bg2="lt2" tx2="dk2" accent1="accent1" accent2="accent2" accent3="accent3" accent4="accent4" accent5="accent5" accent6="accent6" hlink="hlink" folHlink="folHlink"/>
  <p:sldLayoutIdLst>
    <p:sldLayoutId id="2147484120" r:id="rId1"/>
    <p:sldLayoutId id="2147484121" r:id="rId2"/>
    <p:sldLayoutId id="2147484126" r:id="rId3"/>
    <p:sldLayoutId id="2147484255" r:id="rId4"/>
    <p:sldLayoutId id="2147484256" r:id="rId5"/>
    <p:sldLayoutId id="2147484257" r:id="rId6"/>
    <p:sldLayoutId id="2147484258" r:id="rId7"/>
  </p:sldLayoutIdLst>
  <p:hf hdr="0"/>
  <p:txStyles>
    <p:titleStyle>
      <a:lvl1pPr algn="l" defTabSz="914400" rtl="0" eaLnBrk="1" latinLnBrk="0" hangingPunct="1">
        <a:lnSpc>
          <a:spcPct val="85000"/>
        </a:lnSpc>
        <a:spcBef>
          <a:spcPct val="0"/>
        </a:spcBef>
        <a:buNone/>
        <a:defRPr sz="3600" b="1" i="0" kern="1200">
          <a:solidFill>
            <a:schemeClr val="tx2"/>
          </a:solidFill>
          <a:latin typeface="+mj-lt"/>
          <a:ea typeface="+mj-ea"/>
          <a:cs typeface="Arial" pitchFamily="34" charset="0"/>
        </a:defRPr>
      </a:lvl1pPr>
    </p:titleStyle>
    <p:body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302" userDrawn="1">
          <p15:clr>
            <a:srgbClr val="F26B43"/>
          </p15:clr>
        </p15:guide>
        <p15:guide id="52" orient="horz" pos="527" userDrawn="1">
          <p15:clr>
            <a:srgbClr val="F26B43"/>
          </p15:clr>
        </p15:guide>
        <p15:guide id="53" pos="7378" userDrawn="1">
          <p15:clr>
            <a:srgbClr val="F26B43"/>
          </p15:clr>
        </p15:guide>
        <p15:guide id="54" orient="horz" pos="3838" userDrawn="1">
          <p15:clr>
            <a:srgbClr val="F26B43"/>
          </p15:clr>
        </p15:guide>
        <p15:guide id="55" orient="horz" pos="890" userDrawn="1">
          <p15:clr>
            <a:srgbClr val="F26B43"/>
          </p15:clr>
        </p15:guide>
        <p15:guide id="56" orient="horz" pos="21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mailto:Vishaka.Vijaykumar.Seru@gds.ey.com" TargetMode="External"/><Relationship Id="rId7" Type="http://schemas.openxmlformats.org/officeDocument/2006/relationships/hyperlink" Target="https://forms.office.com/e/Xhpuf39SPB" TargetMode="External"/><Relationship Id="rId2" Type="http://schemas.openxmlformats.org/officeDocument/2006/relationships/hyperlink" Target="https://discovercontent.ey.net/home" TargetMode="Externa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hyperlink" Target="http://brandingzone.ey.net/national/tbz3.nsf/SitePage/Principles_SCORE?opendocument&amp;Expand=7"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hyperlink" Target="mailto:abhishek.madhok@ey.com" TargetMode="External"/><Relationship Id="rId13" Type="http://schemas.openxmlformats.org/officeDocument/2006/relationships/slide" Target="slide18.xml"/><Relationship Id="rId18" Type="http://schemas.openxmlformats.org/officeDocument/2006/relationships/hyperlink" Target="mailto:malin.andree@se.ey.com" TargetMode="External"/><Relationship Id="rId26" Type="http://schemas.openxmlformats.org/officeDocument/2006/relationships/slide" Target="slide31.xml"/><Relationship Id="rId3" Type="http://schemas.openxmlformats.org/officeDocument/2006/relationships/slide" Target="slide8.xml"/><Relationship Id="rId21" Type="http://schemas.openxmlformats.org/officeDocument/2006/relationships/slide" Target="slide25.xml"/><Relationship Id="rId7" Type="http://schemas.openxmlformats.org/officeDocument/2006/relationships/slide" Target="slide12.xml"/><Relationship Id="rId12" Type="http://schemas.openxmlformats.org/officeDocument/2006/relationships/hyperlink" Target="mailto:shalin.parikh@in.ey.com" TargetMode="External"/><Relationship Id="rId17" Type="http://schemas.openxmlformats.org/officeDocument/2006/relationships/slide" Target="slide22.xml"/><Relationship Id="rId25" Type="http://schemas.openxmlformats.org/officeDocument/2006/relationships/slide" Target="slide29.xml"/><Relationship Id="rId2" Type="http://schemas.openxmlformats.org/officeDocument/2006/relationships/notesSlide" Target="../notesSlides/notesSlide2.xml"/><Relationship Id="rId16" Type="http://schemas.openxmlformats.org/officeDocument/2006/relationships/hyperlink" Target="mailto:unai.viguri@se.ey.com" TargetMode="External"/><Relationship Id="rId20" Type="http://schemas.openxmlformats.org/officeDocument/2006/relationships/slide" Target="slide24.xml"/><Relationship Id="rId29" Type="http://schemas.openxmlformats.org/officeDocument/2006/relationships/hyperlink" Target="mailto:betty.spetter@ey.com" TargetMode="External"/><Relationship Id="rId1" Type="http://schemas.openxmlformats.org/officeDocument/2006/relationships/slideLayout" Target="../slideLayouts/slideLayout3.xml"/><Relationship Id="rId6" Type="http://schemas.openxmlformats.org/officeDocument/2006/relationships/hyperlink" Target="mailto:pimwadee.phandhumkomol@th.ey.com" TargetMode="External"/><Relationship Id="rId11" Type="http://schemas.openxmlformats.org/officeDocument/2006/relationships/slide" Target="slide16.xml"/><Relationship Id="rId24" Type="http://schemas.openxmlformats.org/officeDocument/2006/relationships/hyperlink" Target="mailto:sandra.dreier@de.ey.com" TargetMode="External"/><Relationship Id="rId5" Type="http://schemas.openxmlformats.org/officeDocument/2006/relationships/slide" Target="slide10.xml"/><Relationship Id="rId15" Type="http://schemas.openxmlformats.org/officeDocument/2006/relationships/slide" Target="slide20.xml"/><Relationship Id="rId23" Type="http://schemas.openxmlformats.org/officeDocument/2006/relationships/slide" Target="slide27.xml"/><Relationship Id="rId28" Type="http://schemas.openxmlformats.org/officeDocument/2006/relationships/slide" Target="slide33.xml"/><Relationship Id="rId10" Type="http://schemas.openxmlformats.org/officeDocument/2006/relationships/hyperlink" Target="mailto:tunde.lawson@ey.com" TargetMode="External"/><Relationship Id="rId19" Type="http://schemas.openxmlformats.org/officeDocument/2006/relationships/hyperlink" Target="mailto:dimitris.mitromaras@dk.ey.com" TargetMode="External"/><Relationship Id="rId4" Type="http://schemas.openxmlformats.org/officeDocument/2006/relationships/slide" Target="slide9.xml"/><Relationship Id="rId9" Type="http://schemas.openxmlformats.org/officeDocument/2006/relationships/slide" Target="slide14.xml"/><Relationship Id="rId14" Type="http://schemas.openxmlformats.org/officeDocument/2006/relationships/hyperlink" Target="mailto:jeff.nichols@ey.com" TargetMode="External"/><Relationship Id="rId22" Type="http://schemas.openxmlformats.org/officeDocument/2006/relationships/hyperlink" Target="mailto:kumar.gaurav5@in.ey.com" TargetMode="External"/><Relationship Id="rId27" Type="http://schemas.openxmlformats.org/officeDocument/2006/relationships/hyperlink" Target="mailto:amit.magan@ey.com" TargetMode="External"/></Relationships>
</file>

<file path=ppt/slides/_rels/slide5.xml.rels><?xml version="1.0" encoding="UTF-8" standalone="yes"?>
<Relationships xmlns="http://schemas.openxmlformats.org/package/2006/relationships"><Relationship Id="rId8" Type="http://schemas.openxmlformats.org/officeDocument/2006/relationships/slide" Target="slide40.xml"/><Relationship Id="rId13" Type="http://schemas.openxmlformats.org/officeDocument/2006/relationships/hyperlink" Target="mailto:micael.carlsson@parthenon.ey.com" TargetMode="External"/><Relationship Id="rId18" Type="http://schemas.openxmlformats.org/officeDocument/2006/relationships/hyperlink" Target="mailto:meghashyam.simha@in.ey.com" TargetMode="External"/><Relationship Id="rId3" Type="http://schemas.openxmlformats.org/officeDocument/2006/relationships/slide" Target="slide36.xml"/><Relationship Id="rId21" Type="http://schemas.openxmlformats.org/officeDocument/2006/relationships/slide" Target="slide51.xml"/><Relationship Id="rId7" Type="http://schemas.openxmlformats.org/officeDocument/2006/relationships/hyperlink" Target="mailto:patrick.caraan@ca.ey.com" TargetMode="External"/><Relationship Id="rId12" Type="http://schemas.openxmlformats.org/officeDocument/2006/relationships/hyperlink" Target="mailto:malin.andree@se.ey.com" TargetMode="External"/><Relationship Id="rId17" Type="http://schemas.openxmlformats.org/officeDocument/2006/relationships/slide" Target="slide47.xml"/><Relationship Id="rId25" Type="http://schemas.openxmlformats.org/officeDocument/2006/relationships/slide" Target="slide55.xml"/><Relationship Id="rId2" Type="http://schemas.openxmlformats.org/officeDocument/2006/relationships/notesSlide" Target="../notesSlides/notesSlide3.xml"/><Relationship Id="rId16" Type="http://schemas.openxmlformats.org/officeDocument/2006/relationships/hyperlink" Target="mailto:eric.chiang@ey.com" TargetMode="External"/><Relationship Id="rId20" Type="http://schemas.openxmlformats.org/officeDocument/2006/relationships/hyperlink" Target="mailto:hannah.barrows@ey.com" TargetMode="External"/><Relationship Id="rId1" Type="http://schemas.openxmlformats.org/officeDocument/2006/relationships/slideLayout" Target="../slideLayouts/slideLayout3.xml"/><Relationship Id="rId6" Type="http://schemas.openxmlformats.org/officeDocument/2006/relationships/slide" Target="slide38.xml"/><Relationship Id="rId11" Type="http://schemas.openxmlformats.org/officeDocument/2006/relationships/slide" Target="slide42.xml"/><Relationship Id="rId24" Type="http://schemas.openxmlformats.org/officeDocument/2006/relationships/hyperlink" Target="mailto:yei.sung.kim@ey.com" TargetMode="External"/><Relationship Id="rId5" Type="http://schemas.openxmlformats.org/officeDocument/2006/relationships/slide" Target="slide37.xml"/><Relationship Id="rId15" Type="http://schemas.openxmlformats.org/officeDocument/2006/relationships/slide" Target="slide45.xml"/><Relationship Id="rId23" Type="http://schemas.openxmlformats.org/officeDocument/2006/relationships/slide" Target="slide53.xml"/><Relationship Id="rId10" Type="http://schemas.openxmlformats.org/officeDocument/2006/relationships/hyperlink" Target="mailto:will.shaw@studio.ey.com" TargetMode="External"/><Relationship Id="rId19" Type="http://schemas.openxmlformats.org/officeDocument/2006/relationships/slide" Target="slide49.xml"/><Relationship Id="rId4" Type="http://schemas.openxmlformats.org/officeDocument/2006/relationships/hyperlink" Target="mailto:eitam.segal@ey.com" TargetMode="External"/><Relationship Id="rId9" Type="http://schemas.openxmlformats.org/officeDocument/2006/relationships/hyperlink" Target="mailto:jonathan.guberman@uk.ey.com" TargetMode="External"/><Relationship Id="rId14" Type="http://schemas.openxmlformats.org/officeDocument/2006/relationships/slide" Target="slide44.xml"/><Relationship Id="rId22" Type="http://schemas.openxmlformats.org/officeDocument/2006/relationships/hyperlink" Target="mailto:michael.green@uk.ey.com" TargetMode="External"/></Relationships>
</file>

<file path=ppt/slides/_rels/slide6.xml.rels><?xml version="1.0" encoding="UTF-8" standalone="yes"?>
<Relationships xmlns="http://schemas.openxmlformats.org/package/2006/relationships"><Relationship Id="rId8" Type="http://schemas.openxmlformats.org/officeDocument/2006/relationships/slide" Target="slide62.xml"/><Relationship Id="rId13" Type="http://schemas.openxmlformats.org/officeDocument/2006/relationships/hyperlink" Target="mailto:felipe.fonseca@br.ey.com" TargetMode="External"/><Relationship Id="rId18" Type="http://schemas.openxmlformats.org/officeDocument/2006/relationships/hyperlink" Target="mailto:benjamin.robinson@uk.ey.com" TargetMode="External"/><Relationship Id="rId26" Type="http://schemas.openxmlformats.org/officeDocument/2006/relationships/hyperlink" Target="mailto:maya.ramchandran@in.ey.com" TargetMode="External"/><Relationship Id="rId3" Type="http://schemas.openxmlformats.org/officeDocument/2006/relationships/slide" Target="slide58.xml"/><Relationship Id="rId21" Type="http://schemas.openxmlformats.org/officeDocument/2006/relationships/slide" Target="slide74.xml"/><Relationship Id="rId7" Type="http://schemas.openxmlformats.org/officeDocument/2006/relationships/hyperlink" Target="mailto:andrea.negrini80@it.ey.com" TargetMode="External"/><Relationship Id="rId12" Type="http://schemas.openxmlformats.org/officeDocument/2006/relationships/slide" Target="slide66.xml"/><Relationship Id="rId17" Type="http://schemas.openxmlformats.org/officeDocument/2006/relationships/hyperlink" Target="mailto:malin.andree@se.ey.com" TargetMode="External"/><Relationship Id="rId25" Type="http://schemas.openxmlformats.org/officeDocument/2006/relationships/slide" Target="slide78.xml"/><Relationship Id="rId2" Type="http://schemas.openxmlformats.org/officeDocument/2006/relationships/notesSlide" Target="../notesSlides/notesSlide4.xml"/><Relationship Id="rId16" Type="http://schemas.openxmlformats.org/officeDocument/2006/relationships/slide" Target="slide70.xml"/><Relationship Id="rId20" Type="http://schemas.openxmlformats.org/officeDocument/2006/relationships/hyperlink" Target="mailto:emma.albertz@se.ey.com" TargetMode="External"/><Relationship Id="rId1" Type="http://schemas.openxmlformats.org/officeDocument/2006/relationships/slideLayout" Target="../slideLayouts/slideLayout3.xml"/><Relationship Id="rId6" Type="http://schemas.openxmlformats.org/officeDocument/2006/relationships/slide" Target="slide59.xml"/><Relationship Id="rId11" Type="http://schemas.openxmlformats.org/officeDocument/2006/relationships/hyperlink" Target="mailto:tarun.mehta@ca.ey.com" TargetMode="External"/><Relationship Id="rId24" Type="http://schemas.openxmlformats.org/officeDocument/2006/relationships/hyperlink" Target="mailto:atul.chandna@sg.ey.com" TargetMode="External"/><Relationship Id="rId5" Type="http://schemas.openxmlformats.org/officeDocument/2006/relationships/hyperlink" Target="mailto:olof.akesson@se.ey.com" TargetMode="External"/><Relationship Id="rId15" Type="http://schemas.openxmlformats.org/officeDocument/2006/relationships/hyperlink" Target="mailto:tarang.jalan@de.ey.com" TargetMode="External"/><Relationship Id="rId23" Type="http://schemas.openxmlformats.org/officeDocument/2006/relationships/slide" Target="slide76.xml"/><Relationship Id="rId10" Type="http://schemas.openxmlformats.org/officeDocument/2006/relationships/slide" Target="slide64.xml"/><Relationship Id="rId19" Type="http://schemas.openxmlformats.org/officeDocument/2006/relationships/slide" Target="slide72.xml"/><Relationship Id="rId4" Type="http://schemas.openxmlformats.org/officeDocument/2006/relationships/slide" Target="slide57.xml"/><Relationship Id="rId9" Type="http://schemas.openxmlformats.org/officeDocument/2006/relationships/hyperlink" Target="mailto:valerie.karmann@de.ey.com" TargetMode="External"/><Relationship Id="rId14" Type="http://schemas.openxmlformats.org/officeDocument/2006/relationships/slide" Target="slide68.xml"/><Relationship Id="rId22" Type="http://schemas.openxmlformats.org/officeDocument/2006/relationships/hyperlink" Target="mailto:audi.rowe@ey.com"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mailto:fredrik.sannergren@se.ey.com" TargetMode="External"/><Relationship Id="rId13" Type="http://schemas.openxmlformats.org/officeDocument/2006/relationships/slide" Target="slide87.xml"/><Relationship Id="rId18" Type="http://schemas.openxmlformats.org/officeDocument/2006/relationships/slide" Target="slide92.xml"/><Relationship Id="rId3" Type="http://schemas.openxmlformats.org/officeDocument/2006/relationships/slide" Target="slide80.xml"/><Relationship Id="rId7" Type="http://schemas.openxmlformats.org/officeDocument/2006/relationships/hyperlink" Target="mailto:marcus.antonsson@se.ey.com" TargetMode="External"/><Relationship Id="rId12" Type="http://schemas.openxmlformats.org/officeDocument/2006/relationships/hyperlink" Target="mailto:per.anders.wendin@se.ey.com" TargetMode="External"/><Relationship Id="rId17" Type="http://schemas.openxmlformats.org/officeDocument/2006/relationships/slide" Target="slide91.xml"/><Relationship Id="rId2" Type="http://schemas.openxmlformats.org/officeDocument/2006/relationships/notesSlide" Target="../notesSlides/notesSlide5.xml"/><Relationship Id="rId16" Type="http://schemas.openxmlformats.org/officeDocument/2006/relationships/slide" Target="slide90.xml"/><Relationship Id="rId1" Type="http://schemas.openxmlformats.org/officeDocument/2006/relationships/slideLayout" Target="../slideLayouts/slideLayout3.xml"/><Relationship Id="rId6" Type="http://schemas.openxmlformats.org/officeDocument/2006/relationships/slide" Target="slide82.xml"/><Relationship Id="rId11" Type="http://schemas.openxmlformats.org/officeDocument/2006/relationships/slide" Target="slide85.xml"/><Relationship Id="rId5" Type="http://schemas.openxmlformats.org/officeDocument/2006/relationships/hyperlink" Target="mailto:deb.sinha.roy@studio.ey.com" TargetMode="External"/><Relationship Id="rId15" Type="http://schemas.openxmlformats.org/officeDocument/2006/relationships/slide" Target="slide89.xml"/><Relationship Id="rId10" Type="http://schemas.openxmlformats.org/officeDocument/2006/relationships/slide" Target="slide84.xml"/><Relationship Id="rId4" Type="http://schemas.openxmlformats.org/officeDocument/2006/relationships/hyperlink" Target="mailto:malin.andree@se.ey.com" TargetMode="External"/><Relationship Id="rId9" Type="http://schemas.openxmlformats.org/officeDocument/2006/relationships/hyperlink" Target="mailto:ilari.moller@se.ey.com" TargetMode="External"/><Relationship Id="rId14" Type="http://schemas.openxmlformats.org/officeDocument/2006/relationships/slide" Target="slide88.xml"/></Relationships>
</file>

<file path=ppt/slides/_rels/slide8.xml.rels><?xml version="1.0" encoding="UTF-8" standalone="yes"?>
<Relationships xmlns="http://schemas.openxmlformats.org/package/2006/relationships"><Relationship Id="rId8" Type="http://schemas.openxmlformats.org/officeDocument/2006/relationships/hyperlink" Target="https://discovercontent.ey.net/knd25073edpa3xpy" TargetMode="External"/><Relationship Id="rId3" Type="http://schemas.openxmlformats.org/officeDocument/2006/relationships/hyperlink" Target="https://people.ey.com/PersonImmersive.aspx?accountname=i%3A0%23.f%7Cmembership%7Csalvatore.iervolino%40it.ey.com" TargetMode="External"/><Relationship Id="rId7" Type="http://schemas.openxmlformats.org/officeDocument/2006/relationships/hyperlink" Target="https://people.ey.com/PersonImmersive.aspx?accountname=i%3A0%23.f%7Cmembership%7Caliya.amanzholova%40parthenon.ey.com" TargetMode="External"/><Relationship Id="rId12" Type="http://schemas.openxmlformats.org/officeDocument/2006/relationships/hyperlink" Target="https://discover.ey.com/#/results?k=*&amp;b=1&amp;v=Documents&amp;s=Newest%20first&amp;pn=1&amp;n=12&amp;r=%5B%7B%22contentAge%22%3A24%7D%5D&amp;st=false&amp;f=%5B%7B%22refiner%22%3A%5B%7B%22ESC_SECTORUFPATH%22%3A%5B%22Industry%5C%5CConsumer%20and%20Health%5C%5CRetail%22%5D%7D%2C%7B%22ESC_CATEGORYUFPATH%22%3A%5B%22Category%5C%5CPursue%5C%5CClient%20Insights%5C%5CWin%20Stories%22%2C%22Category%5C%5CPursue%5C%5CClient%20Insights%5C%5CWin%20Summaries%22%2C%22Category%5C%5CPursue%5C%5CClient%20Insights%5C%5CClient%20Stories%22%5D%7D%5D%7D%5D" TargetMode="External"/><Relationship Id="rId2" Type="http://schemas.openxmlformats.org/officeDocument/2006/relationships/hyperlink" Target="https://discovercontent.ey.net/knd26061uhr94e0e" TargetMode="External"/><Relationship Id="rId1" Type="http://schemas.openxmlformats.org/officeDocument/2006/relationships/slideLayout" Target="../slideLayouts/slideLayout4.xml"/><Relationship Id="rId6" Type="http://schemas.openxmlformats.org/officeDocument/2006/relationships/hyperlink" Target="https://discovercontent.ey.net/knd26053ruu6xdou" TargetMode="External"/><Relationship Id="rId11" Type="http://schemas.openxmlformats.org/officeDocument/2006/relationships/hyperlink" Target="https://people.ey.com/PersonImmersive.aspx?accountname=i%3A0%23.f%7Cmembership%7Cjohn.leo%40ey.com" TargetMode="External"/><Relationship Id="rId5" Type="http://schemas.openxmlformats.org/officeDocument/2006/relationships/hyperlink" Target="https://people.ey.com/PersonImmersive.aspx?accountname=i%3A0%23.f%7Cmembership%7Cgwang-rim.yi%40kr.ey.com" TargetMode="External"/><Relationship Id="rId10" Type="http://schemas.openxmlformats.org/officeDocument/2006/relationships/hyperlink" Target="https://discovercontent.ey.net/knd260317p006j9e" TargetMode="External"/><Relationship Id="rId4" Type="http://schemas.openxmlformats.org/officeDocument/2006/relationships/hyperlink" Target="https://discovercontent.ey.net/knd26053hpbkjyoq" TargetMode="External"/><Relationship Id="rId9" Type="http://schemas.openxmlformats.org/officeDocument/2006/relationships/hyperlink" Target="https://people.ey.com/PersonImmersive.aspx?accountname=i%3A0%23.f%7Cmembership%7Cmartijn.schippers%40nl.ey.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pimwadee.phandhumkomol%40th.ey.com"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6011calonm7c" TargetMode="External"/></Relationships>
</file>

<file path=ppt/slides/_rels/slide1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abhishek.madhok%40ey.com"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83wycaq2q7" TargetMode="External"/></Relationships>
</file>

<file path=ppt/slides/_rels/slide1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5.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tunde.lawson%40ey.com"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41eh2iai0x" TargetMode="External"/></Relationships>
</file>

<file path=ppt/slides/_rels/slide1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7.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shalin.parikh%40in.ey.com"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232x508p1v" TargetMode="External"/></Relationships>
</file>

<file path=ppt/slides/_rels/slide1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9.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jeff.nichols%40ey.com" TargetMode="Externa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22z5x12gkj" TargetMode="External"/></Relationships>
</file>

<file path=ppt/slides/_rels/slide2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1.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unai.viguri%40se.ey.com"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041e06mozcc" TargetMode="External"/></Relationships>
</file>

<file path=ppt/slides/_rels/slide2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3.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malin%2Eandree%40se%2Eey%2Ecom"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people.ey.com/PersonImmersive.aspx?accountname=i%3A0%23%2Ef%7Cmembership%7Cdimitris%2Emitromaras%40dk%2Eey%2Eco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6.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kumar.gaurav5%40in.ey.com"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6032laeko5hf" TargetMode="External"/></Relationships>
</file>

<file path=ppt/slides/_rels/slide2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28.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sandra.dreier%40de.ey.com"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64ldg2z3w9" TargetMode="External"/></Relationships>
</file>

<file path=ppt/slides/_rels/slide2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30.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elizabeth.kaske%40parthenon.ey.com"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112muomgcop" TargetMode="External"/></Relationships>
</file>

<file path=ppt/slides/_rels/slide3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32.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amit.magan%40ey.com" TargetMode="External"/><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104gzuoygnv" TargetMode="External"/></Relationships>
</file>

<file path=ppt/slides/_rels/slide3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34.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betty.spetter%40ey.com"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104148ts4ra" TargetMode="External"/></Relationships>
</file>

<file path=ppt/slides/_rels/slide3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36.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eitam.segal%40ey.com" TargetMode="External"/><Relationship Id="rId2" Type="http://schemas.openxmlformats.org/officeDocument/2006/relationships/notesSlide" Target="../notesSlides/notesSlide31.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0734iaw1zft"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39.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patrick.caraan%40ca.ey.com" TargetMode="External"/><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84vjfbdgys" TargetMode="External"/></Relationships>
</file>

<file path=ppt/slides/_rels/slide4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1.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jonathan%2Eguberman%40uk%2Eey%2Ecom" TargetMode="External"/><Relationship Id="rId2" Type="http://schemas.openxmlformats.org/officeDocument/2006/relationships/notesSlide" Target="../notesSlides/notesSlide3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people.ey.com/PersonImmersive.aspx?accountname=i%3A0%23%2Ef%7Cmembership%7Cwill%2Eshaw%40studio%2Eey%2Ecom" TargetMode="External"/></Relationships>
</file>

<file path=ppt/slides/_rels/slide4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3.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malin%2Eandree%40se%2Eey%2Ecom" TargetMode="External"/><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people.ey.com/PersonImmersive.aspx?accountname=i%3A0%23%2Ef%7Cmembership%7Cmicael%2Ecarlsson%40parthenon%2Eey%2Eco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6.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eric.chiang%40ey.com"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60246ouhrf5s" TargetMode="External"/></Relationships>
</file>

<file path=ppt/slides/_rels/slide4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8.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meghashyam.simha%40in.ey.com" TargetMode="External"/><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923p7o5t67" TargetMode="External"/></Relationships>
</file>

<file path=ppt/slides/_rels/slide4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0.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hannah.barrows%40ey.com" TargetMode="External"/><Relationship Id="rId2" Type="http://schemas.openxmlformats.org/officeDocument/2006/relationships/notesSlide" Target="../notesSlides/notesSlide43.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63tydaxd9n" TargetMode="External"/></Relationships>
</file>

<file path=ppt/slides/_rels/slide5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2.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michael.green%40uk.ey.com" TargetMode="External"/><Relationship Id="rId2" Type="http://schemas.openxmlformats.org/officeDocument/2006/relationships/notesSlide" Target="../notesSlides/notesSlide4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105zy9rseu5" TargetMode="External"/></Relationships>
</file>

<file path=ppt/slides/_rels/slide53.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4.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yei.sung.kim%40ey.com" TargetMode="External"/><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061c2s4t8xf" TargetMode="External"/></Relationships>
</file>

<file path=ppt/slides/_rels/slide5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6.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malin%2Eandree%40se%2Eey%2Ecom" TargetMode="External"/><Relationship Id="rId2" Type="http://schemas.openxmlformats.org/officeDocument/2006/relationships/notesSlide" Target="../notesSlides/notesSlide49.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slide" Target="slide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9.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olof.akesson%40se.ey.com" TargetMode="External"/><Relationship Id="rId2" Type="http://schemas.openxmlformats.org/officeDocument/2006/relationships/notesSlide" Target="../notesSlides/notesSlide51.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114esg1p3k6" TargetMode="External"/></Relationships>
</file>

<file path=ppt/slides/_rels/slide6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61.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andrea.negrini80%40it.ey.com" TargetMode="External"/><Relationship Id="rId2" Type="http://schemas.openxmlformats.org/officeDocument/2006/relationships/notesSlide" Target="../notesSlides/notesSlide53.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73otxbo6ri" TargetMode="External"/></Relationships>
</file>

<file path=ppt/slides/_rels/slide6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63.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valerie.karmann%40de.ey.com" TargetMode="External"/><Relationship Id="rId2" Type="http://schemas.openxmlformats.org/officeDocument/2006/relationships/notesSlide" Target="../notesSlides/notesSlide5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71jk2810mc" TargetMode="External"/></Relationships>
</file>

<file path=ppt/slides/_rels/slide64.xml.rels><?xml version="1.0" encoding="UTF-8" standalone="yes"?>
<Relationships xmlns="http://schemas.openxmlformats.org/package/2006/relationships"><Relationship Id="rId3" Type="http://schemas.openxmlformats.org/officeDocument/2006/relationships/hyperlink" Target="https://genai-mm.ey.com/dashboard"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slide" Target="slide5.xml"/></Relationships>
</file>

<file path=ppt/slides/_rels/slide65.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tarun.mehta%40ca.ey.com" TargetMode="External"/><Relationship Id="rId2" Type="http://schemas.openxmlformats.org/officeDocument/2006/relationships/notesSlide" Target="../notesSlides/notesSlide57.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62sg2mu2u3" TargetMode="External"/></Relationships>
</file>

<file path=ppt/slides/_rels/slide6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67.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felipe.fonseca%40br.ey.com" TargetMode="External"/><Relationship Id="rId2" Type="http://schemas.openxmlformats.org/officeDocument/2006/relationships/notesSlide" Target="../notesSlides/notesSlide59.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61z0gx5l8b" TargetMode="External"/></Relationships>
</file>

<file path=ppt/slides/_rels/slide6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69.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tarang.jalan%40de.ey.com" TargetMode="External"/><Relationship Id="rId2" Type="http://schemas.openxmlformats.org/officeDocument/2006/relationships/notesSlide" Target="../notesSlides/notesSlide61.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5042brb0cexv" TargetMode="External"/></Relationships>
</file>

<file path=ppt/slides/_rels/slide7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1.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malin%2Eandree%40se%2Eey%2Ecom" TargetMode="External"/><Relationship Id="rId2" Type="http://schemas.openxmlformats.org/officeDocument/2006/relationships/notesSlide" Target="../notesSlides/notesSlide63.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people.ey.com/PersonImmersive.aspx?accountname=i%3A0%23%2Ef%7Cmembership%7Cbenjamin%2Erobinson%40uk%2Eey%2Ecom" TargetMode="External"/></Relationships>
</file>

<file path=ppt/slides/_rels/slide7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3.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malin%2Eandree%40se%2Eey%2Ecom" TargetMode="External"/><Relationship Id="rId2" Type="http://schemas.openxmlformats.org/officeDocument/2006/relationships/notesSlide" Target="../notesSlides/notesSlide6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people.ey.com/PersonImmersive.aspx?accountname=i%3A0%23%2Ef%7Cmembership%7Cemma%2Ealbertz%40se%2Eey%2Ecom" TargetMode="External"/></Relationships>
</file>

<file path=ppt/slides/_rels/slide7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5.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audi.rowe%40ey.com" TargetMode="External"/><Relationship Id="rId2" Type="http://schemas.openxmlformats.org/officeDocument/2006/relationships/notesSlide" Target="../notesSlides/notesSlide67.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113ezs1fkft" TargetMode="External"/></Relationships>
</file>

<file path=ppt/slides/_rels/slide76.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7.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atul.chandna%40sg.ey.com" TargetMode="External"/><Relationship Id="rId2" Type="http://schemas.openxmlformats.org/officeDocument/2006/relationships/notesSlide" Target="../notesSlides/notesSlide69.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112wb8riunx" TargetMode="External"/></Relationships>
</file>

<file path=ppt/slides/_rels/slide7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79.xml.rels><?xml version="1.0" encoding="UTF-8" standalone="yes"?>
<Relationships xmlns="http://schemas.openxmlformats.org/package/2006/relationships"><Relationship Id="rId3" Type="http://schemas.openxmlformats.org/officeDocument/2006/relationships/hyperlink" Target="https://people.ey.com/PersonImmersive.aspx?accountname=i%3A0%23.f%7Cmembership%7Cmaya.ramchandran%40in.ey.com" TargetMode="External"/><Relationship Id="rId2" Type="http://schemas.openxmlformats.org/officeDocument/2006/relationships/notesSlide" Target="../notesSlides/notesSlide71.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discovercontent.ey.net/crd24081wasujmjk" TargetMode="External"/></Relationships>
</file>

<file path=ppt/slides/_rels/slide8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81.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malin%2Eandree%40se%2Eey%2Ecom" TargetMode="External"/><Relationship Id="rId2" Type="http://schemas.openxmlformats.org/officeDocument/2006/relationships/notesSlide" Target="../notesSlides/notesSlide73.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slide" Target="slide5.xml"/><Relationship Id="rId4" Type="http://schemas.openxmlformats.org/officeDocument/2006/relationships/hyperlink" Target="https://people.ey.com/PersonImmersive.aspx?accountname=i%3A0%23%2Ef%7Cmembership%7Cdeb%2Esinha%2Eroy%40studio%2Eey%2Ecom" TargetMode="External"/></Relationships>
</file>

<file path=ppt/slides/_rels/slide8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83.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fredrik%2Esannergren%40se%2Eey%2Ecom" TargetMode="External"/><Relationship Id="rId7" Type="http://schemas.openxmlformats.org/officeDocument/2006/relationships/image" Target="../media/image6.svg"/><Relationship Id="rId2" Type="http://schemas.openxmlformats.org/officeDocument/2006/relationships/notesSlide" Target="../notesSlides/notesSlide75.xml"/><Relationship Id="rId1" Type="http://schemas.openxmlformats.org/officeDocument/2006/relationships/slideLayout" Target="../slideLayouts/slideLayout6.xml"/><Relationship Id="rId6" Type="http://schemas.openxmlformats.org/officeDocument/2006/relationships/slide" Target="slide5.xml"/><Relationship Id="rId5" Type="http://schemas.openxmlformats.org/officeDocument/2006/relationships/hyperlink" Target="https://people.ey.com/PersonImmersive.aspx?accountname=i%3A0%23%2Ef%7Cmembership%7Cilari%2Emoller%40se%2Eey%2Ecom" TargetMode="External"/><Relationship Id="rId4" Type="http://schemas.openxmlformats.org/officeDocument/2006/relationships/hyperlink" Target="https://people.ey.com/PersonImmersive.aspx?accountname=i%3A0%23%2Ef%7Cmembership%7Cmarcus%2Eantonsson%40se%2Eey%2Ecom"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86.xml.rels><?xml version="1.0" encoding="UTF-8" standalone="yes"?>
<Relationships xmlns="http://schemas.openxmlformats.org/package/2006/relationships"><Relationship Id="rId3" Type="http://schemas.openxmlformats.org/officeDocument/2006/relationships/hyperlink" Target="https://people.ey.com/PersonImmersive.aspx?accountname=i%3A0%23%2Ef%7Cmembership%7Cper%2Eanders%2Ewendin%40se%2Eey%2Ecom" TargetMode="External"/><Relationship Id="rId2" Type="http://schemas.openxmlformats.org/officeDocument/2006/relationships/notesSlide" Target="../notesSlides/notesSlide77.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slide" Target="slide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89.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90.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9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8" Type="http://schemas.openxmlformats.org/officeDocument/2006/relationships/hyperlink" Target="https://discover.ey.com/#/results?k=sector_trends_retail&amp;v=Documents&amp;s=Relevance&amp;pn=1&amp;n=96&amp;r=%5B%7B%22contentAge%22%3A24%7D%5D&amp;f=%5B%7B%22refiner%22%3A%5B%7B%22ESC_SECTORUFPATH%22%3A%5B%22Industry%5C%5CConsumer%20and%20Health%5C%5CRetail%22%5D%7D%2C%7B%22ESC_CATEGORYUFPATH%22%3A%5B%22Category%5C%5CResearch%5C%5CSector%20Trends%20Analyses%22%5D%7D%5D%7D%5D" TargetMode="External"/><Relationship Id="rId13" Type="http://schemas.openxmlformats.org/officeDocument/2006/relationships/hyperlink" Target="https://sites.ey.com/sites/DS_CH/Pages/future-of-retail.aspx" TargetMode="External"/><Relationship Id="rId18" Type="http://schemas.openxmlformats.org/officeDocument/2006/relationships/hyperlink" Target="mailto:GlobalConsumer.Health@ey.com" TargetMode="External"/><Relationship Id="rId3" Type="http://schemas.openxmlformats.org/officeDocument/2006/relationships/slide" Target="slide5.xml"/><Relationship Id="rId21" Type="http://schemas.openxmlformats.org/officeDocument/2006/relationships/hyperlink" Target="https://engage.cloud.microsoft/main/org/ey.com/groups/eyJfdHlwZSI6Ikdyb3VwIiwiaWQiOiIxMjcyOTAzIn0/all" TargetMode="External"/><Relationship Id="rId7" Type="http://schemas.openxmlformats.org/officeDocument/2006/relationships/hyperlink" Target="https://sites.ey.com/sites/DS_CH/Pages/future-consumer-now.aspx" TargetMode="External"/><Relationship Id="rId12" Type="http://schemas.openxmlformats.org/officeDocument/2006/relationships/hyperlink" Target="https://discover.ey.com/#/results?k=retail&amp;v=Credentials&amp;s=Newest%20first&amp;pn=1&amp;n=96&amp;r=%5B%7B%22contentAge%22%3A12000%7D%5D&amp;f=%5B%7B%22refiner%22%3A%5B%7B%22ESC_SECTORUFPATH%22%3A%5B%22Industry%5C%5CConsumer%20and%20Health%5C%5CRetail%22%5D%7D%5D%7D%5D" TargetMode="External"/><Relationship Id="rId17" Type="http://schemas.openxmlformats.org/officeDocument/2006/relationships/hyperlink" Target="https://discover.ey.com/#/results?k=retail&amp;v=Documents&amp;s=Newest%20first&amp;pn=1&amp;n=96&amp;r=%5B%7B%22contentAge%22%3A12000%7D%5D&amp;f=%5B%7B%22refiner%22%3A%5B%7B%22ESC_SECTORUFPATH%22%3A%5B%22Industry%5C%5CConsumer%20and%20Health%5C%5CRetail%22%5D%7D%2C%7B%22ESC_CATEGORYUFPATH%22%3A%5B%22Category%5C%5CPursue%5C%5CProposals%22%5D%7D%5D%7D%5D" TargetMode="External"/><Relationship Id="rId2" Type="http://schemas.openxmlformats.org/officeDocument/2006/relationships/notesSlide" Target="../notesSlides/notesSlide82.xml"/><Relationship Id="rId16" Type="http://schemas.openxmlformats.org/officeDocument/2006/relationships/hyperlink" Target="https://discover.ey.com/#/results?k=retail&amp;v=Documents&amp;s=Newest%20first&amp;pn=1&amp;n=96&amp;r=%5B%7B%22contentAge%22%3A12000%7D%5D&amp;f=%5B%7B%22refiner%22%3A%5B%7B%22ESC_SECTORUFPATH%22%3A%5B%22Industry%5C%5CConsumer%20and%20Health%5C%5CRetail%22%5D%7D%2C%7B%22ESC_CATEGORYUFPATH%22%3A%5B%22Category%5C%5CPursue%5C%5CClient%20Insights%5C%5CWin%20Stories%22%2C%22Category%5C%5CPursue%5C%5CClient%20Insights%5C%5CWin%20Summaries%22%5D%7D%5D%7D%5D" TargetMode="External"/><Relationship Id="rId20" Type="http://schemas.openxmlformats.org/officeDocument/2006/relationships/hyperlink" Target="https://www.ey.com/en_gl/industries/consumer-products-retail" TargetMode="External"/><Relationship Id="rId1" Type="http://schemas.openxmlformats.org/officeDocument/2006/relationships/slideLayout" Target="../slideLayouts/slideLayout2.xml"/><Relationship Id="rId6" Type="http://schemas.openxmlformats.org/officeDocument/2006/relationships/hyperlink" Target="https://discovercontent.ey.net/dav200532tx7uid6" TargetMode="External"/><Relationship Id="rId11" Type="http://schemas.openxmlformats.org/officeDocument/2006/relationships/hyperlink" Target="https://discovercontent.ey.net/knd221038qjjji21" TargetMode="External"/><Relationship Id="rId5" Type="http://schemas.openxmlformats.org/officeDocument/2006/relationships/hyperlink" Target="https://sites.ey.com/sites/DS_CH/Pages/consumer-products.aspx" TargetMode="External"/><Relationship Id="rId15" Type="http://schemas.openxmlformats.org/officeDocument/2006/relationships/hyperlink" Target="https://discover.ey.com/#/results?k=retail&amp;v=Documents&amp;s=Newest%20first&amp;pn=1&amp;n=96&amp;r=%5B%7B%22contentAge%22%3A12000%7D%5D&amp;f=%5B%7B%22refiner%22%3A%5B%7B%22ESC_SECTORUFPATH%22%3A%5B%22Industry%5C%5CConsumer%20and%20Health%5C%5CRetail%22%5D%7D%2C%7B%22ESC_CATEGORYUFPATH%22%3A%5B%22Category%5C%5CPursue%5C%5CClient%20Insights%5C%5CClient%20Stories%22%5D%7D%5D%7D%5D" TargetMode="External"/><Relationship Id="rId10" Type="http://schemas.openxmlformats.org/officeDocument/2006/relationships/hyperlink" Target="https://discovercontent.ey.net/knd20075k73geiup" TargetMode="External"/><Relationship Id="rId19" Type="http://schemas.openxmlformats.org/officeDocument/2006/relationships/hyperlink" Target="https://sites.ey.com/sites/DS_CH/" TargetMode="External"/><Relationship Id="rId4" Type="http://schemas.openxmlformats.org/officeDocument/2006/relationships/image" Target="../media/image6.svg"/><Relationship Id="rId9" Type="http://schemas.openxmlformats.org/officeDocument/2006/relationships/hyperlink" Target="https://discover.ey.com/#/results?k=%22Spotlight%20on%20Consumer%20Pioneers%20in%20Retail%20Innovation%22&amp;v=Documents&amp;s=Relevance&amp;pn=1&amp;n=96&amp;r=%5B%7B%22contentAge%22%3A24%7D%5D&amp;f=%5B%7B%22refiner%22%3A%5B%7B%22ESC_SECTORUFPATH%22%3A%5B%22Industry%5C%5CConsumer%20and%20Health%5C%5CRetail%22%5D%7D%2C%7B%22ESC_CATEGORYUFPATH%22%3A%5B%22Category%5C%5CResearch%5C%5CSector%20Trends%20Analyses%22%5D%7D%5D%7D%5D" TargetMode="External"/><Relationship Id="rId14" Type="http://schemas.openxmlformats.org/officeDocument/2006/relationships/hyperlink" Target="https://discover.ey.com/#/results?k=retail&amp;v=Documents&amp;s=Newest%20first&amp;pn=1&amp;n=96&amp;r=%5B%7B%22contentAge%22%3A12000%7D%5D&amp;f=%5B%7B%22refiner%22%3A%5B%7B%22ESC_SECTORUFPATH%22%3A%5B%22Industry%5C%5CConsumer%20and%20Health%5C%5CRetail%22%5D%7D%2C%7B%22ESC_CATEGORYUFPATH%22%3A%5B%22Category%5C%5CPromote%5C%5CEY%20Insights%20and%20Thought%20Leadership%22%5D%7D%5D%7D%5D" TargetMode="External"/><Relationship Id="rId22" Type="http://schemas.openxmlformats.org/officeDocument/2006/relationships/hyperlink" Target="https://engage.cloud.microsoft/main/org/ey.com/groups/eyJfdHlwZSI6Ikdyb3VwIiwiaWQiOiI4NzkyMDA5In0/al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D369242-9032-FA49-40E3-3539D4DAF7E0}"/>
              </a:ext>
            </a:extLst>
          </p:cNvPr>
          <p:cNvSpPr>
            <a:spLocks noGrp="1"/>
          </p:cNvSpPr>
          <p:nvPr>
            <p:ph type="title"/>
          </p:nvPr>
        </p:nvSpPr>
        <p:spPr>
          <a:xfrm>
            <a:off x="889762" y="2601978"/>
            <a:ext cx="4906009" cy="1654043"/>
          </a:xfrm>
        </p:spPr>
        <p:txBody>
          <a:bodyPr/>
          <a:lstStyle/>
          <a:p>
            <a:r>
              <a:rPr lang="en-US" sz="3600" dirty="0"/>
              <a:t>Global Retail </a:t>
            </a:r>
            <a:r>
              <a:rPr lang="en-IN" sz="3600" dirty="0"/>
              <a:t>credentials pack</a:t>
            </a:r>
          </a:p>
        </p:txBody>
      </p:sp>
      <p:sp>
        <p:nvSpPr>
          <p:cNvPr id="4" name="Subtitle 3">
            <a:extLst>
              <a:ext uri="{FF2B5EF4-FFF2-40B4-BE49-F238E27FC236}">
                <a16:creationId xmlns:a16="http://schemas.microsoft.com/office/drawing/2014/main" id="{A7B18FEA-A0ED-5198-0078-665003816413}"/>
              </a:ext>
            </a:extLst>
          </p:cNvPr>
          <p:cNvSpPr>
            <a:spLocks noGrp="1"/>
          </p:cNvSpPr>
          <p:nvPr>
            <p:ph type="subTitle" idx="1"/>
          </p:nvPr>
        </p:nvSpPr>
        <p:spPr/>
        <p:txBody>
          <a:bodyPr/>
          <a:lstStyle/>
          <a:p>
            <a:r>
              <a:rPr lang="en-US" dirty="0"/>
              <a:t>Powered by </a:t>
            </a:r>
            <a:r>
              <a:rPr lang="en-GB" dirty="0"/>
              <a:t>Clients &amp; Industries</a:t>
            </a:r>
            <a:endParaRPr lang="en-US" dirty="0">
              <a:solidFill>
                <a:srgbClr val="1A1A24"/>
              </a:solidFill>
            </a:endParaRPr>
          </a:p>
          <a:p>
            <a:r>
              <a:rPr lang="en-US" dirty="0"/>
              <a:t>June 2026</a:t>
            </a:r>
          </a:p>
        </p:txBody>
      </p:sp>
    </p:spTree>
    <p:extLst>
      <p:ext uri="{BB962C8B-B14F-4D97-AF65-F5344CB8AC3E}">
        <p14:creationId xmlns:p14="http://schemas.microsoft.com/office/powerpoint/2010/main" val="3359828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EB333-0588-B615-1A3F-4421BDA1A9F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69E865-397D-AB12-692F-2136F71FD581}"/>
              </a:ext>
            </a:extLst>
          </p:cNvPr>
          <p:cNvSpPr>
            <a:spLocks noGrp="1"/>
          </p:cNvSpPr>
          <p:nvPr>
            <p:ph type="title"/>
          </p:nvPr>
        </p:nvSpPr>
        <p:spPr/>
        <p:txBody>
          <a:bodyPr/>
          <a:lstStyle/>
          <a:p>
            <a:r>
              <a:rPr lang="en-US"/>
              <a:t>About this document</a:t>
            </a:r>
          </a:p>
        </p:txBody>
      </p:sp>
      <p:sp>
        <p:nvSpPr>
          <p:cNvPr id="2" name="Content Placeholder 2">
            <a:extLst>
              <a:ext uri="{FF2B5EF4-FFF2-40B4-BE49-F238E27FC236}">
                <a16:creationId xmlns:a16="http://schemas.microsoft.com/office/drawing/2014/main" id="{FE8CD2B0-ED8A-1B51-38BE-6955A804D4AD}"/>
              </a:ext>
            </a:extLst>
          </p:cNvPr>
          <p:cNvSpPr txBox="1">
            <a:spLocks/>
          </p:cNvSpPr>
          <p:nvPr/>
        </p:nvSpPr>
        <p:spPr>
          <a:xfrm>
            <a:off x="488330" y="1078150"/>
            <a:ext cx="11040524" cy="2646750"/>
          </a:xfrm>
          <a:prstGeom prst="rect">
            <a:avLst/>
          </a:prstGeom>
        </p:spPr>
        <p:txBody>
          <a:bodyPr wrap="square" lIns="0" tIns="0" rIns="0" bIns="0">
            <a:spAutoFit/>
          </a:bodyPr>
          <a:lst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0" indent="0">
              <a:spcBef>
                <a:spcPts val="0"/>
              </a:spcBef>
              <a:spcAft>
                <a:spcPts val="1200"/>
              </a:spcAft>
              <a:buNone/>
            </a:pPr>
            <a:r>
              <a:rPr lang="en-GB" sz="1400" dirty="0"/>
              <a:t>Thank you for downloading the </a:t>
            </a:r>
            <a:r>
              <a:rPr lang="en-GB" sz="1400" dirty="0">
                <a:solidFill>
                  <a:schemeClr val="tx2"/>
                </a:solidFill>
              </a:rPr>
              <a:t>Retail Credentials deck</a:t>
            </a:r>
            <a:r>
              <a:rPr lang="en-GB" sz="1400" dirty="0"/>
              <a:t>. This is a </a:t>
            </a:r>
            <a:r>
              <a:rPr lang="en-US" sz="1400" dirty="0"/>
              <a:t>curated collection of credentials representing strategic engagements across services, solutions and Fields of Play. </a:t>
            </a:r>
            <a:endParaRPr lang="en-GB" sz="1400" dirty="0"/>
          </a:p>
          <a:p>
            <a:pPr marL="0" indent="0">
              <a:spcBef>
                <a:spcPts val="0"/>
              </a:spcBef>
              <a:spcAft>
                <a:spcPts val="1200"/>
              </a:spcAft>
              <a:buNone/>
            </a:pPr>
            <a:r>
              <a:rPr lang="en-IN" sz="1400" dirty="0"/>
              <a:t>This document is not an exhaustive list of Retail credentials. Please go to </a:t>
            </a:r>
            <a:r>
              <a:rPr lang="en-IN" sz="1400" dirty="0">
                <a:solidFill>
                  <a:schemeClr val="tx2"/>
                </a:solidFill>
                <a:hlinkClick r:id="rId2">
                  <a:extLst>
                    <a:ext uri="{A12FA001-AC4F-418D-AE19-62706E023703}">
                      <ahyp:hlinkClr xmlns:ahyp="http://schemas.microsoft.com/office/drawing/2018/hyperlinkcolor" val="tx"/>
                    </a:ext>
                  </a:extLst>
                </a:hlinkClick>
              </a:rPr>
              <a:t>Discover</a:t>
            </a:r>
            <a:r>
              <a:rPr lang="en-IN" sz="1400" dirty="0">
                <a:solidFill>
                  <a:schemeClr val="accent5"/>
                </a:solidFill>
              </a:rPr>
              <a:t> </a:t>
            </a:r>
            <a:r>
              <a:rPr lang="en-IN" sz="1400" dirty="0"/>
              <a:t>to find additional credentials and we also encourage you to submit credentials to improve our overall collection.</a:t>
            </a:r>
            <a:endParaRPr lang="en-GB" sz="1400" dirty="0"/>
          </a:p>
          <a:p>
            <a:pPr marL="0" indent="0">
              <a:spcBef>
                <a:spcPts val="0"/>
              </a:spcBef>
              <a:spcAft>
                <a:spcPts val="1200"/>
              </a:spcAft>
              <a:buNone/>
            </a:pPr>
            <a:r>
              <a:rPr lang="en-IN" sz="1400" dirty="0"/>
              <a:t>Client names are </a:t>
            </a:r>
            <a:r>
              <a:rPr lang="en-IN" sz="1400" b="1" dirty="0">
                <a:solidFill>
                  <a:schemeClr val="tx2"/>
                </a:solidFill>
              </a:rPr>
              <a:t>CONFIDENTIAL</a:t>
            </a:r>
            <a:r>
              <a:rPr lang="en-IN" sz="1400" dirty="0"/>
              <a:t>. Please ensure the client’s identity is removed if you wish to use the credentials for external client or pursuit purposes.  Please follow the confidentiality guidance or seek approval from the Engagement Partner. </a:t>
            </a:r>
            <a:r>
              <a:rPr lang="en-IN" sz="1400" u="sng" dirty="0">
                <a:solidFill>
                  <a:schemeClr val="tx2"/>
                </a:solidFill>
              </a:rPr>
              <a:t>THIS DECK CAN NOT BE SHARED IN ITS ENTIRETY WITH CLIENTS</a:t>
            </a:r>
            <a:r>
              <a:rPr lang="en-IN" sz="1400" dirty="0">
                <a:solidFill>
                  <a:schemeClr val="tx2"/>
                </a:solidFill>
              </a:rPr>
              <a:t>. </a:t>
            </a:r>
            <a:endParaRPr lang="en-GB" sz="1400" dirty="0">
              <a:solidFill>
                <a:schemeClr val="tx2"/>
              </a:solidFill>
            </a:endParaRPr>
          </a:p>
          <a:p>
            <a:pPr marL="0" indent="0">
              <a:spcBef>
                <a:spcPts val="0"/>
              </a:spcBef>
              <a:spcAft>
                <a:spcPts val="1200"/>
              </a:spcAft>
              <a:buNone/>
            </a:pPr>
            <a:r>
              <a:rPr lang="en-GB" sz="1400" dirty="0"/>
              <a:t>If you think your credential is missing or would like to submit a new credential, please email </a:t>
            </a:r>
            <a:r>
              <a:rPr lang="en-GB" sz="1400" i="1" dirty="0">
                <a:solidFill>
                  <a:schemeClr val="accent5"/>
                </a:solidFill>
                <a:hlinkClick r:id="rId3"/>
              </a:rPr>
              <a:t>Vishaka.Vijaykumar.Seru@gds.ey.com</a:t>
            </a:r>
            <a:endParaRPr lang="en-GB" sz="1400" dirty="0">
              <a:solidFill>
                <a:schemeClr val="accent5"/>
              </a:solidFill>
            </a:endParaRPr>
          </a:p>
          <a:p>
            <a:pPr marL="0" indent="0">
              <a:spcBef>
                <a:spcPts val="0"/>
              </a:spcBef>
              <a:spcAft>
                <a:spcPts val="1200"/>
              </a:spcAft>
              <a:buNone/>
            </a:pPr>
            <a:endParaRPr lang="en-GB" sz="1400" dirty="0"/>
          </a:p>
        </p:txBody>
      </p:sp>
      <p:sp>
        <p:nvSpPr>
          <p:cNvPr id="29" name="Rectangle 3">
            <a:extLst>
              <a:ext uri="{FF2B5EF4-FFF2-40B4-BE49-F238E27FC236}">
                <a16:creationId xmlns:a16="http://schemas.microsoft.com/office/drawing/2014/main" id="{2170C750-AB4A-FD83-7A47-D127B4881CBE}"/>
              </a:ext>
            </a:extLst>
          </p:cNvPr>
          <p:cNvSpPr>
            <a:spLocks noChangeArrowheads="1"/>
          </p:cNvSpPr>
          <p:nvPr/>
        </p:nvSpPr>
        <p:spPr bwMode="gray">
          <a:xfrm>
            <a:off x="479426" y="3394194"/>
            <a:ext cx="11123463" cy="1261884"/>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marL="182563" indent="-182563" algn="l" defTabSz="762000">
              <a:buSzPct val="120000"/>
              <a:defRPr kumimoji="1" sz="1200" b="1">
                <a:solidFill>
                  <a:schemeClr val="tx1"/>
                </a:solidFill>
                <a:latin typeface="Arial" panose="020B0604020202020204" pitchFamily="34" charset="0"/>
                <a:ea typeface="DotumChe" panose="020B0609000101010101" pitchFamily="49" charset="-127"/>
              </a:defRPr>
            </a:lvl1pPr>
            <a:lvl2pPr marL="371475" indent="-187325" algn="l" defTabSz="762000">
              <a:buFont typeface="DotumChe" panose="020B0609000101010101" pitchFamily="49" charset="-127"/>
              <a:buChar char="―"/>
              <a:defRPr kumimoji="1" sz="1200">
                <a:solidFill>
                  <a:schemeClr val="tx1"/>
                </a:solidFill>
                <a:latin typeface="Arial" panose="020B0604020202020204" pitchFamily="34" charset="0"/>
                <a:ea typeface="DotumChe" panose="020B0609000101010101" pitchFamily="49" charset="-127"/>
              </a:defRPr>
            </a:lvl2pPr>
            <a:lvl3pPr marL="558800" indent="-185738" algn="l" defTabSz="762000">
              <a:buClr>
                <a:schemeClr val="tx1"/>
              </a:buClr>
              <a:buFont typeface="DotumChe" panose="020B0609000101010101" pitchFamily="49" charset="-127"/>
              <a:buChar char="-"/>
              <a:defRPr kumimoji="1" sz="1200">
                <a:solidFill>
                  <a:schemeClr val="tx1"/>
                </a:solidFill>
                <a:latin typeface="Arial" panose="020B0604020202020204" pitchFamily="34" charset="0"/>
                <a:ea typeface="DotumChe" panose="020B0609000101010101" pitchFamily="49" charset="-127"/>
              </a:defRPr>
            </a:lvl3pPr>
            <a:lvl4pPr marL="744538" indent="-184150" algn="l" defTabSz="762000">
              <a:buSzPct val="80000"/>
              <a:buFont typeface="Wingdings" panose="05000000000000000000" pitchFamily="2" charset="2"/>
              <a:buChar char="§"/>
              <a:defRPr kumimoji="1" sz="1200">
                <a:solidFill>
                  <a:schemeClr val="tx1"/>
                </a:solidFill>
                <a:latin typeface="Arial" panose="020B0604020202020204" pitchFamily="34" charset="0"/>
                <a:ea typeface="DotumChe" panose="020B0609000101010101" pitchFamily="49" charset="-127"/>
              </a:defRPr>
            </a:lvl4pPr>
            <a:lvl5pPr marL="933450" indent="-187325" algn="l" defTabSz="762000">
              <a:buFont typeface="Wingdings" panose="05000000000000000000" pitchFamily="2" charset="2"/>
              <a:buChar char="Ø"/>
              <a:defRPr kumimoji="1" sz="1200">
                <a:solidFill>
                  <a:schemeClr val="tx1"/>
                </a:solidFill>
                <a:latin typeface="Arial" panose="020B0604020202020204" pitchFamily="34" charset="0"/>
                <a:ea typeface="DotumChe" panose="020B0609000101010101" pitchFamily="49" charset="-127"/>
              </a:defRPr>
            </a:lvl5pPr>
            <a:lvl6pPr marL="1390650" indent="-187325" defTabSz="762000" eaLnBrk="0" fontAlgn="base" hangingPunct="0">
              <a:spcBef>
                <a:spcPct val="35000"/>
              </a:spcBef>
              <a:spcAft>
                <a:spcPct val="0"/>
              </a:spcAft>
              <a:buSzPct val="100000"/>
              <a:buFont typeface="Wingdings" panose="05000000000000000000" pitchFamily="2" charset="2"/>
              <a:buChar char="Ø"/>
              <a:defRPr kumimoji="1" sz="1200">
                <a:solidFill>
                  <a:schemeClr val="tx1"/>
                </a:solidFill>
                <a:latin typeface="Arial" panose="020B0604020202020204" pitchFamily="34" charset="0"/>
                <a:ea typeface="DotumChe" panose="020B0609000101010101" pitchFamily="49" charset="-127"/>
              </a:defRPr>
            </a:lvl6pPr>
            <a:lvl7pPr marL="1847850" indent="-187325" defTabSz="762000" eaLnBrk="0" fontAlgn="base" hangingPunct="0">
              <a:spcBef>
                <a:spcPct val="35000"/>
              </a:spcBef>
              <a:spcAft>
                <a:spcPct val="0"/>
              </a:spcAft>
              <a:buSzPct val="100000"/>
              <a:buFont typeface="Wingdings" panose="05000000000000000000" pitchFamily="2" charset="2"/>
              <a:buChar char="Ø"/>
              <a:defRPr kumimoji="1" sz="1200">
                <a:solidFill>
                  <a:schemeClr val="tx1"/>
                </a:solidFill>
                <a:latin typeface="Arial" panose="020B0604020202020204" pitchFamily="34" charset="0"/>
                <a:ea typeface="DotumChe" panose="020B0609000101010101" pitchFamily="49" charset="-127"/>
              </a:defRPr>
            </a:lvl7pPr>
            <a:lvl8pPr marL="2305050" indent="-187325" defTabSz="762000" eaLnBrk="0" fontAlgn="base" hangingPunct="0">
              <a:spcBef>
                <a:spcPct val="35000"/>
              </a:spcBef>
              <a:spcAft>
                <a:spcPct val="0"/>
              </a:spcAft>
              <a:buSzPct val="100000"/>
              <a:buFont typeface="Wingdings" panose="05000000000000000000" pitchFamily="2" charset="2"/>
              <a:buChar char="Ø"/>
              <a:defRPr kumimoji="1" sz="1200">
                <a:solidFill>
                  <a:schemeClr val="tx1"/>
                </a:solidFill>
                <a:latin typeface="Arial" panose="020B0604020202020204" pitchFamily="34" charset="0"/>
                <a:ea typeface="DotumChe" panose="020B0609000101010101" pitchFamily="49" charset="-127"/>
              </a:defRPr>
            </a:lvl8pPr>
            <a:lvl9pPr marL="2762250" indent="-187325" defTabSz="762000" eaLnBrk="0" fontAlgn="base" hangingPunct="0">
              <a:spcBef>
                <a:spcPct val="35000"/>
              </a:spcBef>
              <a:spcAft>
                <a:spcPct val="0"/>
              </a:spcAft>
              <a:buSzPct val="100000"/>
              <a:buFont typeface="Wingdings" panose="05000000000000000000" pitchFamily="2" charset="2"/>
              <a:buChar char="Ø"/>
              <a:defRPr kumimoji="1" sz="1200">
                <a:solidFill>
                  <a:schemeClr val="tx1"/>
                </a:solidFill>
                <a:latin typeface="Arial" panose="020B0604020202020204" pitchFamily="34" charset="0"/>
                <a:ea typeface="DotumChe" panose="020B0609000101010101" pitchFamily="49" charset="-127"/>
              </a:defRPr>
            </a:lvl9pPr>
          </a:lstStyle>
          <a:p>
            <a:pPr marL="0" marR="0" lvl="0" indent="0" algn="l" defTabSz="762000" rtl="0" eaLnBrk="0" fontAlgn="base" latinLnBrk="0" hangingPunct="0">
              <a:lnSpc>
                <a:spcPct val="100000"/>
              </a:lnSpc>
              <a:spcBef>
                <a:spcPts val="600"/>
              </a:spcBef>
              <a:spcAft>
                <a:spcPts val="600"/>
              </a:spcAft>
              <a:buClrTx/>
              <a:buSzPct val="120000"/>
              <a:buFontTx/>
              <a:buNone/>
              <a:tabLst/>
              <a:defRPr/>
            </a:pPr>
            <a:r>
              <a:rPr kumimoji="1" lang="en-IN" sz="1600" b="1" i="0" u="none" strike="noStrike" kern="0" cap="none" spc="0" normalizeH="0" baseline="0" noProof="0">
                <a:ln>
                  <a:noFill/>
                </a:ln>
                <a:solidFill>
                  <a:srgbClr val="FFE600"/>
                </a:solidFill>
                <a:effectLst/>
                <a:uLnTx/>
                <a:uFillTx/>
                <a:latin typeface="+mj-lt"/>
                <a:ea typeface="DotumChe" panose="020B0609000101010101" pitchFamily="49" charset="-127"/>
                <a:cs typeface="+mn-cs"/>
              </a:rPr>
              <a:t>Terms of use</a:t>
            </a:r>
          </a:p>
          <a:p>
            <a:pPr marL="0" marR="0" lvl="0" indent="0" algn="l" defTabSz="762000" rtl="0" eaLnBrk="0" fontAlgn="base" latinLnBrk="0" hangingPunct="0">
              <a:lnSpc>
                <a:spcPct val="100000"/>
              </a:lnSpc>
              <a:spcBef>
                <a:spcPts val="600"/>
              </a:spcBef>
              <a:spcAft>
                <a:spcPts val="600"/>
              </a:spcAft>
              <a:buClrTx/>
              <a:buSzPct val="120000"/>
              <a:buFontTx/>
              <a:buNone/>
              <a:tabLst/>
              <a:defRPr/>
            </a:pPr>
            <a:r>
              <a:rPr kumimoji="1" lang="en-IN" sz="1400" b="0" i="1" u="none" strike="noStrike" kern="0" cap="none" spc="0" normalizeH="0" baseline="0" noProof="0">
                <a:ln>
                  <a:noFill/>
                </a:ln>
                <a:solidFill>
                  <a:schemeClr val="bg1"/>
                </a:solidFill>
                <a:effectLst/>
                <a:uLnTx/>
                <a:uFillTx/>
                <a:latin typeface="EYInterstate Light" panose="02000506000000020004" pitchFamily="2" charset="0"/>
                <a:ea typeface="DotumChe" panose="020B0609000101010101" pitchFamily="49" charset="-127"/>
                <a:cs typeface="+mn-cs"/>
              </a:rPr>
              <a:t>This document is strictly meant for internal use within EY. It contains information and views that are confidential and subject to third party copyrights, and may have become dated. It has not been SCORE-approved for external use with clients or for use in any public forum or social media platform. If you wish to use this document, in whole or in part, either as-is or in a modified format, externally, you should consult and follow the </a:t>
            </a:r>
            <a:r>
              <a:rPr kumimoji="1" lang="en-IN" sz="1400" b="0" i="1" u="none" strike="noStrike" kern="0" cap="none" spc="0" normalizeH="0" baseline="0" noProof="0">
                <a:ln>
                  <a:noFill/>
                </a:ln>
                <a:solidFill>
                  <a:schemeClr val="bg1"/>
                </a:solidFill>
                <a:effectLst/>
                <a:uLnTx/>
                <a:uFillTx/>
                <a:latin typeface="EYInterstate Light" panose="02000506000000020004" pitchFamily="2" charset="0"/>
                <a:ea typeface="DotumChe" panose="020B0609000101010101" pitchFamily="49" charset="-127"/>
                <a:cs typeface="+mn-cs"/>
                <a:hlinkClick r:id="rId4">
                  <a:extLst>
                    <a:ext uri="{A12FA001-AC4F-418D-AE19-62706E023703}">
                      <ahyp:hlinkClr xmlns:ahyp="http://schemas.microsoft.com/office/drawing/2018/hyperlinkcolor" val="tx"/>
                    </a:ext>
                  </a:extLst>
                </a:hlinkClick>
              </a:rPr>
              <a:t>SCORE approval</a:t>
            </a:r>
            <a:r>
              <a:rPr kumimoji="1" lang="en-IN" sz="1400" b="0" i="1" u="none" strike="noStrike" kern="0" cap="none" spc="0" normalizeH="0" baseline="0" noProof="0">
                <a:ln>
                  <a:noFill/>
                </a:ln>
                <a:solidFill>
                  <a:schemeClr val="bg1"/>
                </a:solidFill>
                <a:effectLst/>
                <a:uLnTx/>
                <a:uFillTx/>
                <a:latin typeface="EYInterstate Light" panose="02000506000000020004" pitchFamily="2" charset="0"/>
                <a:ea typeface="DotumChe" panose="020B0609000101010101" pitchFamily="49" charset="-127"/>
                <a:cs typeface="+mn-cs"/>
              </a:rPr>
              <a:t> process. </a:t>
            </a:r>
            <a:r>
              <a:rPr kumimoji="1" lang="en-IN" altLang="ko-KR" sz="1400" b="0" i="1" u="none" strike="noStrike" kern="0" cap="none" spc="0" normalizeH="0" baseline="0" noProof="0">
                <a:ln>
                  <a:noFill/>
                </a:ln>
                <a:solidFill>
                  <a:schemeClr val="bg1"/>
                </a:solidFill>
                <a:effectLst/>
                <a:uLnTx/>
                <a:uFillTx/>
                <a:latin typeface="EYInterstate Light" panose="02000506000000020004" pitchFamily="2" charset="0"/>
                <a:ea typeface="DotumChe" panose="020B0609000101010101" pitchFamily="49" charset="-127"/>
                <a:cs typeface="+mn-cs"/>
              </a:rPr>
              <a:t>By using this document, you are agreeing to abide by these Terms of use</a:t>
            </a:r>
            <a:endParaRPr kumimoji="1" lang="en-IN" sz="1400" b="0" i="1" u="none" strike="noStrike" kern="0" cap="none" spc="0" normalizeH="0" baseline="0" noProof="0">
              <a:ln>
                <a:noFill/>
              </a:ln>
              <a:solidFill>
                <a:schemeClr val="bg1"/>
              </a:solidFill>
              <a:effectLst/>
              <a:uLnTx/>
              <a:uFillTx/>
              <a:latin typeface="EYInterstate Light" panose="02000506000000020004" pitchFamily="2" charset="0"/>
              <a:ea typeface="DotumChe" panose="020B0609000101010101" pitchFamily="49" charset="-127"/>
              <a:cs typeface="+mn-cs"/>
            </a:endParaRPr>
          </a:p>
        </p:txBody>
      </p:sp>
      <p:sp>
        <p:nvSpPr>
          <p:cNvPr id="10" name="Text Placeholder 92">
            <a:extLst>
              <a:ext uri="{FF2B5EF4-FFF2-40B4-BE49-F238E27FC236}">
                <a16:creationId xmlns:a16="http://schemas.microsoft.com/office/drawing/2014/main" id="{B18986DC-50A9-F8ED-B9AF-666C9A5EF5FE}"/>
              </a:ext>
            </a:extLst>
          </p:cNvPr>
          <p:cNvSpPr txBox="1">
            <a:spLocks/>
          </p:cNvSpPr>
          <p:nvPr/>
        </p:nvSpPr>
        <p:spPr>
          <a:xfrm>
            <a:off x="488330" y="5025844"/>
            <a:ext cx="5243584" cy="1187768"/>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2000">
                <a:solidFill>
                  <a:srgbClr val="FFE600"/>
                </a:solidFill>
                <a:latin typeface="+mj-lt"/>
              </a:rPr>
              <a:t>Key contacts for this credentials pack</a:t>
            </a:r>
          </a:p>
        </p:txBody>
      </p:sp>
      <p:grpSp>
        <p:nvGrpSpPr>
          <p:cNvPr id="43" name="Group 42">
            <a:extLst>
              <a:ext uri="{FF2B5EF4-FFF2-40B4-BE49-F238E27FC236}">
                <a16:creationId xmlns:a16="http://schemas.microsoft.com/office/drawing/2014/main" id="{8F7BFE3C-8B70-961C-9177-28B780EC29F8}"/>
              </a:ext>
            </a:extLst>
          </p:cNvPr>
          <p:cNvGrpSpPr>
            <a:grpSpLocks/>
          </p:cNvGrpSpPr>
          <p:nvPr/>
        </p:nvGrpSpPr>
        <p:grpSpPr>
          <a:xfrm>
            <a:off x="1346827" y="5618723"/>
            <a:ext cx="1182514" cy="407986"/>
            <a:chOff x="7463100" y="5453023"/>
            <a:chExt cx="1182514" cy="407986"/>
          </a:xfrm>
        </p:grpSpPr>
        <p:sp>
          <p:nvSpPr>
            <p:cNvPr id="14" name="Text Placeholder 9">
              <a:extLst>
                <a:ext uri="{FF2B5EF4-FFF2-40B4-BE49-F238E27FC236}">
                  <a16:creationId xmlns:a16="http://schemas.microsoft.com/office/drawing/2014/main" id="{3DE1D0F5-83A5-5E7B-79C9-5392CDD7037E}"/>
                </a:ext>
              </a:extLst>
            </p:cNvPr>
            <p:cNvSpPr txBox="1">
              <a:spLocks/>
            </p:cNvSpPr>
            <p:nvPr/>
          </p:nvSpPr>
          <p:spPr>
            <a:xfrm>
              <a:off x="7463100" y="5453023"/>
              <a:ext cx="1139223" cy="184666"/>
            </a:xfrm>
            <a:prstGeom prst="rect">
              <a:avLst/>
            </a:prstGeom>
          </p:spPr>
          <p:txBody>
            <a:bodyPr wrap="none" lIns="0" tIns="0" rIns="0" bIns="0">
              <a:spAutoFit/>
            </a:bodyPr>
            <a:lst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0" indent="0">
                <a:buClr>
                  <a:srgbClr val="FFE600"/>
                </a:buClr>
                <a:buNone/>
                <a:defRPr/>
              </a:pPr>
              <a:r>
                <a:rPr lang="en-IN" sz="1200" b="1" dirty="0">
                  <a:solidFill>
                    <a:srgbClr val="FFE600"/>
                  </a:solidFill>
                </a:rPr>
                <a:t>Erica Mountford</a:t>
              </a:r>
              <a:endParaRPr kumimoji="0" lang="en-IN" sz="1200" b="1" i="0" u="none" strike="noStrike" kern="1200" cap="none" spc="0" normalizeH="0" baseline="0" noProof="0" dirty="0">
                <a:ln>
                  <a:noFill/>
                </a:ln>
                <a:solidFill>
                  <a:srgbClr val="FFE600"/>
                </a:solidFill>
                <a:effectLst/>
                <a:uLnTx/>
                <a:uFillTx/>
                <a:latin typeface="EYInterstate Light" panose="02000506000000020004" pitchFamily="2" charset="0"/>
                <a:ea typeface="+mn-ea"/>
                <a:cs typeface="+mn-cs"/>
              </a:endParaRPr>
            </a:p>
          </p:txBody>
        </p:sp>
        <p:sp>
          <p:nvSpPr>
            <p:cNvPr id="16" name="Text Placeholder 7">
              <a:extLst>
                <a:ext uri="{FF2B5EF4-FFF2-40B4-BE49-F238E27FC236}">
                  <a16:creationId xmlns:a16="http://schemas.microsoft.com/office/drawing/2014/main" id="{BCC62413-4147-A8CF-58F7-AB9F278268BD}"/>
                </a:ext>
              </a:extLst>
            </p:cNvPr>
            <p:cNvSpPr txBox="1">
              <a:spLocks/>
            </p:cNvSpPr>
            <p:nvPr/>
          </p:nvSpPr>
          <p:spPr>
            <a:xfrm>
              <a:off x="7489848" y="5707121"/>
              <a:ext cx="1155766" cy="153888"/>
            </a:xfrm>
            <a:prstGeom prst="rect">
              <a:avLst/>
            </a:prstGeom>
          </p:spPr>
          <p:txBody>
            <a:bodyPr wrap="none" lIns="0" tIns="0" rIns="0" bIns="0">
              <a:spAutoFit/>
            </a:bodyPr>
            <a:lst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0" marR="0" lvl="0" indent="0" algn="l" defTabSz="913943"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000" dirty="0">
                  <a:solidFill>
                    <a:prstClr val="white"/>
                  </a:solidFill>
                </a:rPr>
                <a:t>Demand Generation</a:t>
              </a:r>
              <a:endParaRPr kumimoji="0" lang="en-IN" sz="1000" b="0"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endParaRPr>
            </a:p>
          </p:txBody>
        </p:sp>
      </p:grpSp>
      <p:sp>
        <p:nvSpPr>
          <p:cNvPr id="42" name="Text Placeholder 9">
            <a:extLst>
              <a:ext uri="{FF2B5EF4-FFF2-40B4-BE49-F238E27FC236}">
                <a16:creationId xmlns:a16="http://schemas.microsoft.com/office/drawing/2014/main" id="{6AB646F4-18BA-0780-3C2A-57F51E733BA3}"/>
              </a:ext>
            </a:extLst>
          </p:cNvPr>
          <p:cNvSpPr txBox="1">
            <a:spLocks/>
          </p:cNvSpPr>
          <p:nvPr/>
        </p:nvSpPr>
        <p:spPr>
          <a:xfrm>
            <a:off x="3819146" y="5619728"/>
            <a:ext cx="930448" cy="184666"/>
          </a:xfrm>
          <a:prstGeom prst="rect">
            <a:avLst/>
          </a:prstGeom>
        </p:spPr>
        <p:txBody>
          <a:bodyPr wrap="none" lIns="0" tIns="0" rIns="0" bIns="0">
            <a:spAutoFit/>
          </a:bodyPr>
          <a:lst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0" marR="0" lvl="0" indent="0" algn="l" defTabSz="913943"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200" b="1" dirty="0">
                <a:solidFill>
                  <a:srgbClr val="FFE600"/>
                </a:solidFill>
              </a:rPr>
              <a:t>Vishaka Seru</a:t>
            </a:r>
            <a:endParaRPr kumimoji="0" lang="en-IN" sz="1200" b="1" i="0" u="none" strike="noStrike" kern="1200" cap="none" spc="0" normalizeH="0" baseline="0" noProof="0" dirty="0">
              <a:ln>
                <a:noFill/>
              </a:ln>
              <a:solidFill>
                <a:srgbClr val="FFE600"/>
              </a:solidFill>
              <a:effectLst/>
              <a:uLnTx/>
              <a:uFillTx/>
              <a:latin typeface="EYInterstate Light" panose="02000506000000020004" pitchFamily="2" charset="0"/>
              <a:ea typeface="+mn-ea"/>
              <a:cs typeface="+mn-cs"/>
            </a:endParaRPr>
          </a:p>
        </p:txBody>
      </p:sp>
      <p:sp>
        <p:nvSpPr>
          <p:cNvPr id="38" name="Text Placeholder 7">
            <a:extLst>
              <a:ext uri="{FF2B5EF4-FFF2-40B4-BE49-F238E27FC236}">
                <a16:creationId xmlns:a16="http://schemas.microsoft.com/office/drawing/2014/main" id="{8C926916-7B99-E6B5-73C9-FA1F90476471}"/>
              </a:ext>
            </a:extLst>
          </p:cNvPr>
          <p:cNvSpPr txBox="1">
            <a:spLocks/>
          </p:cNvSpPr>
          <p:nvPr/>
        </p:nvSpPr>
        <p:spPr>
          <a:xfrm>
            <a:off x="3833509" y="5859067"/>
            <a:ext cx="1155766" cy="153888"/>
          </a:xfrm>
          <a:prstGeom prst="rect">
            <a:avLst/>
          </a:prstGeom>
        </p:spPr>
        <p:txBody>
          <a:bodyPr wrap="none" lIns="0" tIns="0" rIns="0" bIns="0">
            <a:spAutoFit/>
          </a:bodyPr>
          <a:lst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bg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bg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bg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bg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bg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pPr marL="0" marR="0" lvl="0" indent="0" algn="l" defTabSz="913943"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000">
                <a:solidFill>
                  <a:prstClr val="white"/>
                </a:solidFill>
              </a:rPr>
              <a:t>Demand Generation</a:t>
            </a:r>
            <a:endParaRPr kumimoji="0" lang="en-IN" sz="1000" b="0"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9" name="Slide Number Placeholder 5">
            <a:extLst>
              <a:ext uri="{FF2B5EF4-FFF2-40B4-BE49-F238E27FC236}">
                <a16:creationId xmlns:a16="http://schemas.microsoft.com/office/drawing/2014/main" id="{FB59DDE0-F7B3-B092-318E-9A19368B6A48}"/>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2</a:t>
            </a:fld>
            <a:endParaRPr/>
          </a:p>
        </p:txBody>
      </p:sp>
      <p:pic>
        <p:nvPicPr>
          <p:cNvPr id="7" name="Picture Placeholder 37">
            <a:extLst>
              <a:ext uri="{FF2B5EF4-FFF2-40B4-BE49-F238E27FC236}">
                <a16:creationId xmlns:a16="http://schemas.microsoft.com/office/drawing/2014/main" id="{D2E4EB97-3468-8B5E-E10D-FF2572E46E4E}"/>
              </a:ext>
            </a:extLst>
          </p:cNvPr>
          <p:cNvPicPr>
            <a:picLocks noChangeAspect="1"/>
          </p:cNvPicPr>
          <p:nvPr/>
        </p:nvPicPr>
        <p:blipFill>
          <a:blip r:embed="rId5">
            <a:extLst>
              <a:ext uri="{28A0092B-C50C-407E-A947-70E740481C1C}">
                <a14:useLocalDpi xmlns:a14="http://schemas.microsoft.com/office/drawing/2010/main" val="0"/>
              </a:ext>
            </a:extLst>
          </a:blip>
          <a:srcRect t="4203" b="4203"/>
          <a:stretch>
            <a:fillRect/>
          </a:stretch>
        </p:blipFill>
        <p:spPr>
          <a:xfrm>
            <a:off x="702279" y="5547056"/>
            <a:ext cx="572443" cy="548640"/>
          </a:xfrm>
          <a:prstGeom prst="ellipse">
            <a:avLst/>
          </a:prstGeom>
        </p:spPr>
      </p:pic>
      <p:pic>
        <p:nvPicPr>
          <p:cNvPr id="8" name="Picture Placeholder 35">
            <a:extLst>
              <a:ext uri="{FF2B5EF4-FFF2-40B4-BE49-F238E27FC236}">
                <a16:creationId xmlns:a16="http://schemas.microsoft.com/office/drawing/2014/main" id="{08D824D1-A708-3E64-944F-493B926B62E6}"/>
              </a:ext>
            </a:extLst>
          </p:cNvPr>
          <p:cNvPicPr>
            <a:picLocks noChangeAspect="1"/>
          </p:cNvPicPr>
          <p:nvPr/>
        </p:nvPicPr>
        <p:blipFill>
          <a:blip r:embed="rId6">
            <a:extLst>
              <a:ext uri="{28A0092B-C50C-407E-A947-70E740481C1C}">
                <a14:useLocalDpi xmlns:a14="http://schemas.microsoft.com/office/drawing/2010/main" val="0"/>
              </a:ext>
            </a:extLst>
          </a:blip>
          <a:srcRect t="2684" b="2684"/>
          <a:stretch>
            <a:fillRect/>
          </a:stretch>
        </p:blipFill>
        <p:spPr>
          <a:xfrm>
            <a:off x="3110122" y="5572215"/>
            <a:ext cx="572443" cy="548640"/>
          </a:xfrm>
          <a:prstGeom prst="ellipse">
            <a:avLst/>
          </a:prstGeom>
        </p:spPr>
      </p:pic>
      <p:sp>
        <p:nvSpPr>
          <p:cNvPr id="3" name="Text Placeholder 16">
            <a:extLst>
              <a:ext uri="{FF2B5EF4-FFF2-40B4-BE49-F238E27FC236}">
                <a16:creationId xmlns:a16="http://schemas.microsoft.com/office/drawing/2014/main" id="{57BF66CC-E201-EAE0-8A34-667E8760BD6E}"/>
              </a:ext>
            </a:extLst>
          </p:cNvPr>
          <p:cNvSpPr txBox="1">
            <a:spLocks/>
          </p:cNvSpPr>
          <p:nvPr/>
        </p:nvSpPr>
        <p:spPr>
          <a:xfrm>
            <a:off x="5945863" y="5110892"/>
            <a:ext cx="5110648" cy="1015663"/>
          </a:xfrm>
          <a:prstGeom prst="rect">
            <a:avLst/>
          </a:prstGeom>
          <a:solidFill>
            <a:srgbClr val="000000"/>
          </a:solidFill>
        </p:spPr>
        <p:txBody>
          <a:bodyPr vert="horz" wrap="square" lIns="0" tIns="0" rIns="0" bIns="0" rtlCol="0" anchor="t" anchorCtr="0">
            <a:spAutoFit/>
          </a:bodyPr>
          <a:lstStyle>
            <a:lvl1pPr marL="252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20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8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4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8pPr>
            <a:lvl9pPr marL="2268000" indent="-252000" algn="l" defTabSz="914400" rtl="0" eaLnBrk="1" latinLnBrk="0" hangingPunct="1">
              <a:spcBef>
                <a:spcPts val="0"/>
              </a:spcBef>
              <a:spcAft>
                <a:spcPts val="400"/>
              </a:spcAft>
              <a:buClr>
                <a:schemeClr val="tx2"/>
              </a:buClr>
              <a:buFont typeface="Wingdings" pitchFamily="2" charset="2"/>
              <a:buChar char="§"/>
              <a:tabLst/>
              <a:defRPr sz="1200" kern="1200">
                <a:solidFill>
                  <a:schemeClr val="bg1"/>
                </a:solidFill>
                <a:latin typeface="+mn-lt"/>
                <a:ea typeface="+mn-ea"/>
                <a:cs typeface="+mn-cs"/>
              </a:defRPr>
            </a:lvl9pPr>
          </a:lstStyle>
          <a:p>
            <a:pPr marL="0" indent="0" defTabSz="994865">
              <a:spcBef>
                <a:spcPts val="600"/>
              </a:spcBef>
              <a:buClr>
                <a:srgbClr val="FFE600"/>
              </a:buClr>
              <a:buNone/>
            </a:pPr>
            <a:r>
              <a:rPr lang="en-US" sz="1100" dirty="0">
                <a:solidFill>
                  <a:schemeClr val="tx2"/>
                </a:solidFill>
              </a:rPr>
              <a:t>INTERNAL USE ONLY: </a:t>
            </a:r>
            <a:r>
              <a:rPr lang="en-US" sz="1100" dirty="0"/>
              <a:t>To ensure that Demand Generation (DG) CoE assets deliver measurable business value, we capture feedback from business users at the point of use of the asset. This approach supports continuous improvement and ensures that content evolves based on real usage and outcomes. We invite you to </a:t>
            </a:r>
            <a:r>
              <a:rPr lang="en-US" sz="1100" b="1" dirty="0">
                <a:solidFill>
                  <a:schemeClr val="tx2"/>
                </a:solidFill>
                <a:hlinkClick r:id="rId7">
                  <a:extLst>
                    <a:ext uri="{A12FA001-AC4F-418D-AE19-62706E023703}">
                      <ahyp:hlinkClr xmlns:ahyp="http://schemas.microsoft.com/office/drawing/2018/hyperlinkcolor" val="tx"/>
                    </a:ext>
                  </a:extLst>
                </a:hlinkClick>
              </a:rPr>
              <a:t>Take the Online Asset Survey</a:t>
            </a:r>
            <a:r>
              <a:rPr lang="en-US" sz="1100" b="1" dirty="0">
                <a:solidFill>
                  <a:schemeClr val="tx2"/>
                </a:solidFill>
              </a:rPr>
              <a:t> </a:t>
            </a:r>
            <a:r>
              <a:rPr lang="en-US" sz="1100" dirty="0"/>
              <a:t>and share your feedback on the value of this asset</a:t>
            </a:r>
            <a:endParaRPr lang="en-US" sz="1100" dirty="0">
              <a:latin typeface="EYInterstate Light"/>
            </a:endParaRPr>
          </a:p>
        </p:txBody>
      </p:sp>
    </p:spTree>
    <p:extLst>
      <p:ext uri="{BB962C8B-B14F-4D97-AF65-F5344CB8AC3E}">
        <p14:creationId xmlns:p14="http://schemas.microsoft.com/office/powerpoint/2010/main" val="3581686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Confidentiality guidelines</a:t>
            </a:r>
          </a:p>
        </p:txBody>
      </p:sp>
      <p:sp>
        <p:nvSpPr>
          <p:cNvPr id="6" name="TextBox 5">
            <a:extLst>
              <a:ext uri="{FF2B5EF4-FFF2-40B4-BE49-F238E27FC236}">
                <a16:creationId xmlns:a16="http://schemas.microsoft.com/office/drawing/2014/main" id="{B802177A-BA5B-F4C2-06AC-68502CEBCB77}"/>
              </a:ext>
            </a:extLst>
          </p:cNvPr>
          <p:cNvSpPr txBox="1"/>
          <p:nvPr/>
        </p:nvSpPr>
        <p:spPr>
          <a:xfrm>
            <a:off x="483827" y="974635"/>
            <a:ext cx="10506332" cy="369332"/>
          </a:xfrm>
          <a:prstGeom prst="rect">
            <a:avLst/>
          </a:prstGeom>
          <a:noFill/>
        </p:spPr>
        <p:txBody>
          <a:bodyPr wrap="square">
            <a:spAutoFit/>
          </a:bodyPr>
          <a:lstStyle/>
          <a:p>
            <a:pPr marL="0" indent="0">
              <a:buNone/>
            </a:pPr>
            <a:r>
              <a:rPr lang="en-US" sz="1800">
                <a:solidFill>
                  <a:schemeClr val="bg1"/>
                </a:solidFill>
                <a:ea typeface="EYInterstate" pitchFamily="34" charset="-122"/>
                <a:cs typeface="EYInterstate" pitchFamily="34" charset="-120"/>
              </a:rPr>
              <a:t>Please review the definitions below prior to reusing credential information in your client material.</a:t>
            </a:r>
            <a:endParaRPr lang="en-US" sz="1800">
              <a:solidFill>
                <a:schemeClr val="bg1"/>
              </a:solidFill>
            </a:endParaRPr>
          </a:p>
        </p:txBody>
      </p:sp>
      <p:sp>
        <p:nvSpPr>
          <p:cNvPr id="22" name="Object 5">
            <a:extLst>
              <a:ext uri="{FF2B5EF4-FFF2-40B4-BE49-F238E27FC236}">
                <a16:creationId xmlns:a16="http://schemas.microsoft.com/office/drawing/2014/main" id="{DF2B8C6F-2E44-2478-B8FD-AE8F947DFFC9}"/>
              </a:ext>
            </a:extLst>
          </p:cNvPr>
          <p:cNvSpPr/>
          <p:nvPr/>
        </p:nvSpPr>
        <p:spPr>
          <a:xfrm>
            <a:off x="360261" y="1561542"/>
            <a:ext cx="11228748" cy="4380686"/>
          </a:xfrm>
          <a:prstGeom prst="rect">
            <a:avLst/>
          </a:prstGeom>
          <a:noFill/>
        </p:spPr>
        <p:txBody>
          <a:bodyPr wrap="square" lIns="182880" tIns="182880" rIns="182880" bIns="182880" rtlCol="0" anchor="t">
            <a:spAutoFit/>
          </a:bodyPr>
          <a:lstStyle/>
          <a:p>
            <a:pPr>
              <a:spcBef>
                <a:spcPts val="400"/>
              </a:spcBef>
              <a:spcAft>
                <a:spcPts val="200"/>
              </a:spcAft>
              <a:buNone/>
            </a:pPr>
            <a:r>
              <a:rPr lang="en-US" b="1">
                <a:solidFill>
                  <a:srgbClr val="00B050"/>
                </a:solidFill>
                <a:ea typeface="EYInterstate Light" pitchFamily="34" charset="-122"/>
                <a:cs typeface="EYInterstate Light" pitchFamily="34" charset="-120"/>
              </a:rPr>
              <a:t>Confidentiality level 1:  </a:t>
            </a:r>
            <a:r>
              <a:rPr lang="en-US" sz="1800">
                <a:solidFill>
                  <a:srgbClr val="FFFFFF"/>
                </a:solidFill>
                <a:ea typeface="EYInterstate Light" pitchFamily="34" charset="-122"/>
                <a:cs typeface="EYInterstate Light" pitchFamily="34" charset="-120"/>
              </a:rPr>
              <a:t>Client identity is not confidential and can be shared both within EY and externally.</a:t>
            </a:r>
          </a:p>
          <a:p>
            <a:pPr marL="0" indent="0">
              <a:spcBef>
                <a:spcPts val="400"/>
              </a:spcBef>
              <a:spcAft>
                <a:spcPts val="200"/>
              </a:spcAft>
              <a:buNone/>
            </a:pPr>
            <a:endParaRPr lang="en-US" sz="1800"/>
          </a:p>
          <a:p>
            <a:pPr marL="0" indent="0">
              <a:spcBef>
                <a:spcPts val="400"/>
              </a:spcBef>
              <a:spcAft>
                <a:spcPts val="200"/>
              </a:spcAft>
              <a:buNone/>
            </a:pPr>
            <a:r>
              <a:rPr lang="en-US" b="1">
                <a:solidFill>
                  <a:srgbClr val="724BC3"/>
                </a:solidFill>
                <a:ea typeface="EYInterstate Light" pitchFamily="34" charset="-122"/>
                <a:cs typeface="EYInterstate Light" pitchFamily="34" charset="-120"/>
              </a:rPr>
              <a:t>Confidentiality level 2: </a:t>
            </a:r>
            <a:r>
              <a:rPr lang="en-US" sz="1800">
                <a:solidFill>
                  <a:srgbClr val="FFFFFF"/>
                </a:solidFill>
                <a:ea typeface="EYInterstate Light" pitchFamily="34" charset="-122"/>
                <a:cs typeface="EYInterstate Light" pitchFamily="34" charset="-120"/>
              </a:rPr>
              <a:t>Client’s identity can be shared within EY but not externally.</a:t>
            </a:r>
            <a:r>
              <a:rPr lang="en-US" sz="1800">
                <a:solidFill>
                  <a:schemeClr val="bg1"/>
                </a:solidFill>
                <a:ea typeface="EYInterstate Light" pitchFamily="34" charset="-122"/>
                <a:cs typeface="EYInterstate Light" pitchFamily="34" charset="-120"/>
              </a:rPr>
              <a:t> Ensure that the client's name and any client identifying information e.g. products / brands, subsidiaries and divisions, proprietary technologies, client personnel / customer personal information, target company information etc. has been removed prior to sharing this information externally.</a:t>
            </a:r>
          </a:p>
          <a:p>
            <a:pPr marL="0" indent="0">
              <a:spcBef>
                <a:spcPts val="400"/>
              </a:spcBef>
              <a:spcAft>
                <a:spcPts val="200"/>
              </a:spcAft>
              <a:buNone/>
            </a:pPr>
            <a:endParaRPr lang="en-US" sz="1800">
              <a:solidFill>
                <a:schemeClr val="accent5"/>
              </a:solidFill>
            </a:endParaRPr>
          </a:p>
          <a:p>
            <a:pPr marL="0" indent="0">
              <a:spcBef>
                <a:spcPts val="400"/>
              </a:spcBef>
              <a:spcAft>
                <a:spcPts val="200"/>
              </a:spcAft>
              <a:buNone/>
            </a:pPr>
            <a:r>
              <a:rPr lang="en-US" b="1">
                <a:solidFill>
                  <a:srgbClr val="B9251C"/>
                </a:solidFill>
                <a:ea typeface="EYInterstate Light" pitchFamily="34" charset="-122"/>
                <a:cs typeface="EYInterstate Light" pitchFamily="34" charset="-120"/>
              </a:rPr>
              <a:t>Confidentiality level 3: </a:t>
            </a:r>
            <a:r>
              <a:rPr lang="en-US" sz="1800">
                <a:solidFill>
                  <a:srgbClr val="FFFFFF"/>
                </a:solidFill>
                <a:ea typeface="EYInterstate Light" pitchFamily="34" charset="-122"/>
                <a:cs typeface="EYInterstate Light" pitchFamily="34" charset="-120"/>
              </a:rPr>
              <a:t>Client’s identity cannot be shared outside of the EY engagement team; neither within EY nor externally. </a:t>
            </a:r>
            <a:r>
              <a:rPr lang="en-US">
                <a:solidFill>
                  <a:schemeClr val="bg1"/>
                </a:solidFill>
                <a:ea typeface="EYInterstate Light" pitchFamily="34" charset="-122"/>
                <a:cs typeface="EYInterstate Light" pitchFamily="34" charset="-120"/>
              </a:rPr>
              <a:t>Ensure that the client name and any client identifying information e.g., products / brands, subsidiaries and divisions, proprietary technologies, client personnel / customer personal information, target company information etc. has been removed prior to sharing this information internally or externally.</a:t>
            </a:r>
            <a:endParaRPr lang="en-US" sz="1800">
              <a:solidFill>
                <a:schemeClr val="bg1"/>
              </a:solidFill>
            </a:endParaRPr>
          </a:p>
        </p:txBody>
      </p:sp>
      <p:sp>
        <p:nvSpPr>
          <p:cNvPr id="4" name="Slide Number Placeholder 5">
            <a:extLst>
              <a:ext uri="{FF2B5EF4-FFF2-40B4-BE49-F238E27FC236}">
                <a16:creationId xmlns:a16="http://schemas.microsoft.com/office/drawing/2014/main" id="{63A232FF-ECBD-D721-7E12-BAA5D7B05BAE}"/>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3</a:t>
            </a:fld>
            <a:endParaRPr/>
          </a:p>
        </p:txBody>
      </p:sp>
    </p:spTree>
    <p:extLst>
      <p:ext uri="{BB962C8B-B14F-4D97-AF65-F5344CB8AC3E}">
        <p14:creationId xmlns:p14="http://schemas.microsoft.com/office/powerpoint/2010/main" val="267011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7F4CC-8B9C-2869-4694-FA3A5D6AD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7A293-5BF2-EB8E-6202-08FBAA9E496B}"/>
              </a:ext>
            </a:extLst>
          </p:cNvPr>
          <p:cNvSpPr>
            <a:spLocks noGrp="1"/>
          </p:cNvSpPr>
          <p:nvPr>
            <p:ph type="title"/>
          </p:nvPr>
        </p:nvSpPr>
        <p:spPr/>
        <p:txBody>
          <a:bodyPr/>
          <a:lstStyle/>
          <a:p>
            <a:r>
              <a:rPr lang="en-US"/>
              <a:t>Index</a:t>
            </a:r>
          </a:p>
        </p:txBody>
      </p:sp>
      <p:graphicFrame>
        <p:nvGraphicFramePr>
          <p:cNvPr id="22" name="Table 21">
            <a:extLst>
              <a:ext uri="{FF2B5EF4-FFF2-40B4-BE49-F238E27FC236}">
                <a16:creationId xmlns:a16="http://schemas.microsoft.com/office/drawing/2014/main" id="{9F1F7F86-7923-FDE1-45C0-76EE781A2A5D}"/>
              </a:ext>
            </a:extLst>
          </p:cNvPr>
          <p:cNvGraphicFramePr>
            <a:graphicFrameLocks noGrp="1"/>
          </p:cNvGraphicFramePr>
          <p:nvPr>
            <p:extLst>
              <p:ext uri="{D42A27DB-BD31-4B8C-83A1-F6EECF244321}">
                <p14:modId xmlns:p14="http://schemas.microsoft.com/office/powerpoint/2010/main" val="1927955463"/>
              </p:ext>
            </p:extLst>
          </p:nvPr>
        </p:nvGraphicFramePr>
        <p:xfrm>
          <a:off x="501218" y="815709"/>
          <a:ext cx="11292685" cy="5328944"/>
        </p:xfrm>
        <a:graphic>
          <a:graphicData uri="http://schemas.openxmlformats.org/drawingml/2006/table">
            <a:tbl>
              <a:tblPr firstRow="1" bandRow="1">
                <a:tableStyleId>{9D7B26C5-4107-4FEC-AEDC-1716B250A1EF}</a:tableStyleId>
              </a:tblPr>
              <a:tblGrid>
                <a:gridCol w="2128080">
                  <a:extLst>
                    <a:ext uri="{9D8B030D-6E8A-4147-A177-3AD203B41FA5}">
                      <a16:colId xmlns:a16="http://schemas.microsoft.com/office/drawing/2014/main" val="4084422897"/>
                    </a:ext>
                  </a:extLst>
                </a:gridCol>
                <a:gridCol w="3364085">
                  <a:extLst>
                    <a:ext uri="{9D8B030D-6E8A-4147-A177-3AD203B41FA5}">
                      <a16:colId xmlns:a16="http://schemas.microsoft.com/office/drawing/2014/main" val="1155433231"/>
                    </a:ext>
                  </a:extLst>
                </a:gridCol>
                <a:gridCol w="1280904">
                  <a:extLst>
                    <a:ext uri="{9D8B030D-6E8A-4147-A177-3AD203B41FA5}">
                      <a16:colId xmlns:a16="http://schemas.microsoft.com/office/drawing/2014/main" val="3803587577"/>
                    </a:ext>
                  </a:extLst>
                </a:gridCol>
                <a:gridCol w="1513014">
                  <a:extLst>
                    <a:ext uri="{9D8B030D-6E8A-4147-A177-3AD203B41FA5}">
                      <a16:colId xmlns:a16="http://schemas.microsoft.com/office/drawing/2014/main" val="2340884248"/>
                    </a:ext>
                  </a:extLst>
                </a:gridCol>
                <a:gridCol w="2240246">
                  <a:extLst>
                    <a:ext uri="{9D8B030D-6E8A-4147-A177-3AD203B41FA5}">
                      <a16:colId xmlns:a16="http://schemas.microsoft.com/office/drawing/2014/main" val="1247412879"/>
                    </a:ext>
                  </a:extLst>
                </a:gridCol>
                <a:gridCol w="766356">
                  <a:extLst>
                    <a:ext uri="{9D8B030D-6E8A-4147-A177-3AD203B41FA5}">
                      <a16:colId xmlns:a16="http://schemas.microsoft.com/office/drawing/2014/main" val="5966275"/>
                    </a:ext>
                  </a:extLst>
                </a:gridCol>
              </a:tblGrid>
              <a:tr h="253814">
                <a:tc>
                  <a:txBody>
                    <a:bodyPr/>
                    <a:lstStyle/>
                    <a:p>
                      <a:pPr marL="0" algn="l" defTabSz="914400" rtl="0" eaLnBrk="1" latinLnBrk="0" hangingPunct="1"/>
                      <a:r>
                        <a:rPr lang="en-GB" sz="1100" i="0" kern="1200">
                          <a:solidFill>
                            <a:schemeClr val="tx1"/>
                          </a:solidFill>
                          <a:latin typeface="+mn-lt"/>
                          <a:ea typeface="+mn-ea"/>
                          <a:cs typeface="+mn-cs"/>
                        </a:rPr>
                        <a:t>CLIENT NAME</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dirty="0">
                          <a:solidFill>
                            <a:schemeClr val="tx1"/>
                          </a:solidFill>
                          <a:latin typeface="+mn-lt"/>
                          <a:ea typeface="+mn-ea"/>
                          <a:cs typeface="+mn-cs"/>
                        </a:rPr>
                        <a:t>ENGAGEMENT TITLE</a:t>
                      </a:r>
                    </a:p>
                  </a:txBody>
                  <a:tcPr marL="91125" marR="91125" marT="45562" marB="45562">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GB" sz="1100" i="0" kern="1200">
                          <a:solidFill>
                            <a:schemeClr val="tx1"/>
                          </a:solidFill>
                          <a:latin typeface="+mn-lt"/>
                          <a:ea typeface="+mn-ea"/>
                          <a:cs typeface="+mn-cs"/>
                        </a:rPr>
                        <a:t>FOP</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dirty="0">
                          <a:solidFill>
                            <a:schemeClr val="tx1"/>
                          </a:solidFill>
                          <a:latin typeface="+mn-lt"/>
                          <a:ea typeface="+mn-ea"/>
                          <a:cs typeface="+mn-cs"/>
                        </a:rPr>
                        <a:t>REGION</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a:solidFill>
                            <a:schemeClr val="tx1"/>
                          </a:solidFill>
                          <a:latin typeface="+mn-lt"/>
                          <a:ea typeface="+mn-ea"/>
                          <a:cs typeface="+mn-cs"/>
                        </a:rPr>
                        <a:t>CONTACT</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r"/>
                      <a:r>
                        <a:rPr lang="en-GB" sz="1100" i="0" kern="1200">
                          <a:solidFill>
                            <a:schemeClr val="tx1"/>
                          </a:solidFill>
                          <a:latin typeface="+mn-lt"/>
                          <a:ea typeface="+mn-ea"/>
                          <a:cs typeface="+mn-cs"/>
                        </a:rPr>
                        <a:t>YEAR</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18782089"/>
                  </a:ext>
                </a:extLst>
              </a:tr>
              <a:tr h="253814">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i="0" kern="1200" dirty="0">
                          <a:solidFill>
                            <a:schemeClr val="bg1"/>
                          </a:solidFill>
                          <a:latin typeface="+mn-lt"/>
                          <a:ea typeface="+mn-ea"/>
                          <a:cs typeface="+mn-cs"/>
                          <a:hlinkClick r:id="rId3" action="ppaction://hlinksldjump"/>
                        </a:rPr>
                        <a:t>Wins and client stories</a:t>
                      </a:r>
                      <a:endParaRPr lang="en-GB" sz="1100" i="0" kern="1200" dirty="0">
                        <a:solidFill>
                          <a:schemeClr val="bg1"/>
                        </a:solidFill>
                        <a:latin typeface="+mn-lt"/>
                        <a:ea typeface="+mn-ea"/>
                        <a:cs typeface="+mn-cs"/>
                      </a:endParaRPr>
                    </a:p>
                  </a:txBody>
                  <a:tcPr marL="91125" marR="91125" marT="45562" marB="45562">
                    <a:lnT w="12700" cmpd="sng">
                      <a:noFill/>
                    </a:lnT>
                    <a:lnB>
                      <a:noFill/>
                    </a:lnB>
                    <a:solidFill>
                      <a:srgbClr val="000000"/>
                    </a:solidFill>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hMerge="1">
                  <a:txBody>
                    <a:bodyPr/>
                    <a:lstStyle/>
                    <a:p>
                      <a:pPr algn="r"/>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lnB>
                      <a:noFill/>
                    </a:lnB>
                  </a:tcPr>
                </a:tc>
                <a:extLst>
                  <a:ext uri="{0D108BD9-81ED-4DB2-BD59-A6C34878D82A}">
                    <a16:rowId xmlns:a16="http://schemas.microsoft.com/office/drawing/2014/main" val="417382453"/>
                  </a:ext>
                </a:extLst>
              </a:tr>
              <a:tr h="253814">
                <a:tc gridSpan="6">
                  <a:txBody>
                    <a:bodyPr/>
                    <a:lstStyle/>
                    <a:p>
                      <a:r>
                        <a:rPr lang="en-GB" sz="1100" b="1" i="0" dirty="0">
                          <a:solidFill>
                            <a:schemeClr val="bg1"/>
                          </a:solidFill>
                          <a:hlinkClick r:id="rId4" action="ppaction://hlinksldjump"/>
                        </a:rPr>
                        <a:t>Risk, Cyber &amp; Governance</a:t>
                      </a:r>
                      <a:endParaRPr lang="en-GB" sz="1100" b="1" i="0" dirty="0">
                        <a:solidFill>
                          <a:schemeClr val="bg1"/>
                        </a:solidFill>
                      </a:endParaRPr>
                    </a:p>
                  </a:txBody>
                  <a:tcPr marL="91125" marR="91125" marT="45562" marB="45562">
                    <a:lnT w="12700" cmpd="sng">
                      <a:noFill/>
                    </a:lnT>
                    <a:solidFill>
                      <a:srgbClr val="39383D"/>
                    </a:solidFill>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39383D"/>
                    </a:solidFill>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solidFill>
                      <a:srgbClr val="39383D"/>
                    </a:solidFill>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solidFill>
                      <a:srgbClr val="39383D"/>
                    </a:solidFill>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solidFill>
                      <a:srgbClr val="39383D"/>
                    </a:solidFill>
                  </a:tcPr>
                </a:tc>
                <a:tc hMerge="1">
                  <a:txBody>
                    <a:bodyPr/>
                    <a:lstStyle/>
                    <a:p>
                      <a:pPr algn="r"/>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tcPr>
                </a:tc>
                <a:extLst>
                  <a:ext uri="{0D108BD9-81ED-4DB2-BD59-A6C34878D82A}">
                    <a16:rowId xmlns:a16="http://schemas.microsoft.com/office/drawing/2014/main" val="2267666782"/>
                  </a:ext>
                </a:extLst>
              </a:tr>
              <a:tr h="388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5" action="ppaction://hlinksldjump"/>
                        </a:rPr>
                        <a:t>Thai President Foods Public Co. Ltd</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dirty="0">
                          <a:solidFill>
                            <a:schemeClr val="bg1"/>
                          </a:solidFill>
                        </a:rPr>
                        <a:t>Performing Quality Assessment Review for Internal Audit</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Risk</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Thailand</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6"/>
                        </a:rPr>
                        <a:t>pimwadee.phandhumkomol@th.ey.com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2026</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689182936"/>
                  </a:ext>
                </a:extLst>
              </a:tr>
              <a:tr h="2388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7" action="ppaction://hlinksldjump"/>
                        </a:rPr>
                        <a:t>Confidential</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PKI Transformation and Stabilization Program</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Cybersecurity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United States</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8"/>
                        </a:rPr>
                        <a:t>abhishek.madhok@ey.com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1965640154"/>
                  </a:ext>
                </a:extLst>
              </a:tr>
              <a:tr h="388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9" action="ppaction://hlinksldjump"/>
                        </a:rPr>
                        <a:t>CVS Health Corporation</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dirty="0">
                          <a:solidFill>
                            <a:schemeClr val="bg1"/>
                          </a:solidFill>
                        </a:rPr>
                        <a:t>Tabletop Methodology and Cyber Incident Response Program</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rPr>
                        <a:t>Cybersecurity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United States</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10"/>
                        </a:rPr>
                        <a:t>tunde.lawson@ey.com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188168443"/>
                  </a:ext>
                </a:extLst>
              </a:tr>
              <a:tr h="388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11" action="ppaction://hlinksldjump"/>
                        </a:rPr>
                        <a:t>Infiniti Retail Limited</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dirty="0">
                          <a:solidFill>
                            <a:schemeClr val="bg1"/>
                          </a:solidFill>
                        </a:rPr>
                        <a:t>Strategic Internal Audit Transformation for Retailer Growth</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Risk</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rPr>
                        <a:t>Africa India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12"/>
                        </a:rPr>
                        <a:t>shalin.parikh@in.ey.com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795392813"/>
                  </a:ext>
                </a:extLst>
              </a:tr>
              <a:tr h="388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13" action="ppaction://hlinksldjump"/>
                        </a:rPr>
                        <a:t>The Home Depot Inc</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bg1"/>
                          </a:solidFill>
                          <a:latin typeface="+mn-lt"/>
                          <a:ea typeface="+mn-ea"/>
                          <a:cs typeface="+mn-cs"/>
                        </a:rPr>
                        <a:t>Enhancing Third-Party Risk Management using a Scalable Solutions</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Risk</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rPr>
                        <a:t>United States</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14"/>
                        </a:rPr>
                        <a:t>jeff.nichols@ey.com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300512951"/>
                  </a:ext>
                </a:extLst>
              </a:tr>
              <a:tr h="2388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15" action="ppaction://hlinksldjump"/>
                        </a:rPr>
                        <a:t>IKEA of Sweden AB</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bg1"/>
                          </a:solidFill>
                          <a:latin typeface="+mn-lt"/>
                          <a:ea typeface="+mn-ea"/>
                          <a:cs typeface="+mn-cs"/>
                        </a:rPr>
                        <a:t>IT Solutions Data Privacy and Cybersecurity Support</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Cybersecurity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IN" sz="1000" dirty="0">
                          <a:solidFill>
                            <a:schemeClr val="bg1"/>
                          </a:solidFill>
                        </a:rPr>
                        <a:t>Africa India</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16"/>
                        </a:rPr>
                        <a:t>unai.viguri@se.ey.com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2024</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825894117"/>
                  </a:ext>
                </a:extLst>
              </a:tr>
              <a:tr h="238865">
                <a:tc>
                  <a:txBody>
                    <a:bodyPr/>
                    <a:lstStyle/>
                    <a:p>
                      <a:r>
                        <a:rPr lang="en-GB" sz="1000" i="0" dirty="0">
                          <a:solidFill>
                            <a:schemeClr val="bg1"/>
                          </a:solidFill>
                          <a:hlinkClick r:id="rId17" action="ppaction://hlinksldjump"/>
                        </a:rPr>
                        <a:t>Confidential</a:t>
                      </a:r>
                      <a:endParaRPr lang="en-GB" sz="1000" i="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bg1"/>
                          </a:solidFill>
                          <a:latin typeface="+mn-lt"/>
                          <a:ea typeface="+mn-ea"/>
                          <a:cs typeface="+mn-cs"/>
                        </a:rPr>
                        <a:t>Cyber awareness and culture enhancement</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Europe Central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18"/>
                        </a:rPr>
                        <a:t>malin.andree@se.ey.com</a:t>
                      </a:r>
                      <a:r>
                        <a:rPr lang="en-GB" sz="1000" i="0" dirty="0">
                          <a:solidFill>
                            <a:schemeClr val="bg1"/>
                          </a:solidFill>
                        </a:rPr>
                        <a:t> &amp; </a:t>
                      </a:r>
                      <a:r>
                        <a:rPr lang="en-GB" sz="1000" i="0" dirty="0">
                          <a:solidFill>
                            <a:schemeClr val="bg1"/>
                          </a:solidFill>
                          <a:hlinkClick r:id="rId19"/>
                        </a:rPr>
                        <a:t>dimitris.mitromaras@dk.ey.com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2024</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490336659"/>
                  </a:ext>
                </a:extLst>
              </a:tr>
              <a:tr h="238865">
                <a:tc>
                  <a:txBody>
                    <a:bodyPr/>
                    <a:lstStyle/>
                    <a:p>
                      <a:r>
                        <a:rPr lang="en-GB" sz="1100" b="1" i="0" dirty="0">
                          <a:solidFill>
                            <a:schemeClr val="bg1"/>
                          </a:solidFill>
                          <a:hlinkClick r:id="rId20" action="ppaction://hlinksldjump"/>
                        </a:rPr>
                        <a:t>Managed Services</a:t>
                      </a:r>
                      <a:endParaRPr lang="en-GB" sz="1100" b="1" i="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solidFill>
                      <a:srgbClr val="39383D"/>
                    </a:solidFill>
                  </a:tcPr>
                </a:tc>
                <a:tc>
                  <a:txBody>
                    <a:bodyPr/>
                    <a:lstStyle/>
                    <a:p>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39383D"/>
                    </a:solidFill>
                  </a:tcPr>
                </a:tc>
                <a:tc>
                  <a:txBody>
                    <a:bodyPr/>
                    <a:lstStyle/>
                    <a:p>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solidFill>
                      <a:srgbClr val="39383D"/>
                    </a:solidFill>
                  </a:tcPr>
                </a:tc>
                <a:tc>
                  <a:txBody>
                    <a:bodyPr/>
                    <a:lstStyle/>
                    <a:p>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solidFill>
                      <a:srgbClr val="39383D"/>
                    </a:solidFill>
                  </a:tcPr>
                </a:tc>
                <a:tc>
                  <a:txBody>
                    <a:bodyPr/>
                    <a:lstStyle/>
                    <a:p>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solidFill>
                      <a:srgbClr val="39383D"/>
                    </a:solidFill>
                  </a:tcPr>
                </a:tc>
                <a:tc>
                  <a:txBody>
                    <a:bodyPr/>
                    <a:lstStyle/>
                    <a:p>
                      <a:pPr algn="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solidFill>
                      <a:srgbClr val="39383D"/>
                    </a:solidFill>
                  </a:tcPr>
                </a:tc>
                <a:extLst>
                  <a:ext uri="{0D108BD9-81ED-4DB2-BD59-A6C34878D82A}">
                    <a16:rowId xmlns:a16="http://schemas.microsoft.com/office/drawing/2014/main" val="940753870"/>
                  </a:ext>
                </a:extLst>
              </a:tr>
              <a:tr h="388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21" action="ppaction://hlinksldjump"/>
                        </a:rPr>
                        <a:t>Confidential</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kern="1200" dirty="0">
                          <a:solidFill>
                            <a:schemeClr val="bg1"/>
                          </a:solidFill>
                          <a:latin typeface="+mn-lt"/>
                          <a:ea typeface="+mn-ea"/>
                          <a:cs typeface="+mn-cs"/>
                        </a:rPr>
                        <a:t>Financial Planning and Analysis Function for a Retail Giant</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kern="1200" dirty="0">
                          <a:solidFill>
                            <a:schemeClr val="bg1"/>
                          </a:solidFill>
                          <a:latin typeface="+mn-lt"/>
                          <a:ea typeface="+mn-ea"/>
                          <a:cs typeface="+mn-cs"/>
                        </a:rPr>
                        <a:t>Finance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India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hlinkClick r:id="rId22"/>
                        </a:rPr>
                        <a:t>kumar.gaurav5@in.ey.com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2026</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776024661"/>
                  </a:ext>
                </a:extLst>
              </a:tr>
              <a:tr h="388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23" action="ppaction://hlinksldjump"/>
                        </a:rPr>
                        <a:t>HUGO Boss AG</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kern="1200" dirty="0">
                          <a:solidFill>
                            <a:schemeClr val="bg1"/>
                          </a:solidFill>
                          <a:latin typeface="+mn-lt"/>
                          <a:ea typeface="+mn-ea"/>
                          <a:cs typeface="+mn-cs"/>
                        </a:rPr>
                        <a:t>Optimizing Finance Function Through Data and Process Insights</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kern="1200" dirty="0">
                          <a:solidFill>
                            <a:schemeClr val="bg1"/>
                          </a:solidFill>
                          <a:latin typeface="+mn-lt"/>
                          <a:ea typeface="+mn-ea"/>
                          <a:cs typeface="+mn-cs"/>
                        </a:rPr>
                        <a:t>Finance</a:t>
                      </a:r>
                      <a:br>
                        <a:rPr lang="en-GB" sz="1000" i="0" kern="1200" dirty="0">
                          <a:solidFill>
                            <a:schemeClr val="bg1"/>
                          </a:solidFill>
                          <a:latin typeface="+mn-lt"/>
                          <a:ea typeface="+mn-ea"/>
                          <a:cs typeface="+mn-cs"/>
                        </a:rPr>
                      </a:br>
                      <a:r>
                        <a:rPr lang="en-GB" sz="1000" i="0" kern="1200" dirty="0">
                          <a:solidFill>
                            <a:schemeClr val="bg1"/>
                          </a:solidFill>
                          <a:latin typeface="+mn-lt"/>
                          <a:ea typeface="+mn-ea"/>
                          <a:cs typeface="+mn-cs"/>
                        </a:rPr>
                        <a:t>Audit and Governance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Germany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hlinkClick r:id="rId24"/>
                        </a:rPr>
                        <a:t>sandra.dreier@de.ey.com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460218683"/>
                  </a:ext>
                </a:extLst>
              </a:tr>
              <a:tr h="2388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prstClr val="white"/>
                          </a:solidFill>
                          <a:latin typeface="EYInterstate Light" panose="02000506000000020004" pitchFamily="2" charset="0"/>
                          <a:hlinkClick r:id="rId25" action="ppaction://hlinksldjump"/>
                        </a:rPr>
                        <a:t>Tapestry, Inc</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Project Sunrise - Integration Management Support</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dirty="0">
                          <a:solidFill>
                            <a:schemeClr val="bg1"/>
                          </a:solidFill>
                        </a:rPr>
                        <a:t>Transactions</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Canada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hlinkClick r:id="rId24"/>
                        </a:rPr>
                        <a:t>sandra.dreier@de.ey.com</a:t>
                      </a:r>
                      <a:r>
                        <a:rPr lang="en-GB" sz="100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dirty="0">
                          <a:solidFill>
                            <a:schemeClr val="bg1"/>
                          </a:solidFill>
                        </a:rPr>
                        <a:t>2024</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764790795"/>
                  </a:ext>
                </a:extLst>
              </a:tr>
              <a:tr h="2388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prstClr val="white"/>
                          </a:solidFill>
                          <a:latin typeface="EYInterstate Light" panose="02000506000000020004" pitchFamily="2" charset="0"/>
                          <a:hlinkClick r:id="rId26" action="ppaction://hlinksldjump"/>
                        </a:rPr>
                        <a:t>Chick-fil-A, Inc.</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i="0" kern="1000" baseline="0" dirty="0">
                          <a:solidFill>
                            <a:schemeClr val="bg1"/>
                          </a:solidFill>
                          <a:latin typeface="+mn-lt"/>
                          <a:ea typeface="+mn-ea"/>
                          <a:cs typeface="+mn-cs"/>
                        </a:rPr>
                        <a:t>Finance Transformation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kern="1000" baseline="0" dirty="0">
                          <a:solidFill>
                            <a:schemeClr val="bg1"/>
                          </a:solidFill>
                        </a:rPr>
                        <a:t>Finance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000" baseline="0" dirty="0">
                          <a:solidFill>
                            <a:schemeClr val="bg1"/>
                          </a:solidFill>
                        </a:rPr>
                        <a:t>USLI</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000" baseline="0" dirty="0">
                          <a:solidFill>
                            <a:schemeClr val="bg1"/>
                          </a:solidFill>
                          <a:hlinkClick r:id="rId27"/>
                        </a:rPr>
                        <a:t>amit.magan@ey.com</a:t>
                      </a:r>
                      <a:r>
                        <a:rPr lang="en-GB" sz="1000" i="0" kern="1000" baseline="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kern="1000" baseline="0" dirty="0">
                          <a:solidFill>
                            <a:schemeClr val="bg1"/>
                          </a:solidFill>
                        </a:rPr>
                        <a:t>2024</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154722613"/>
                  </a:ext>
                </a:extLst>
              </a:tr>
              <a:tr h="3883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prstClr val="white"/>
                          </a:solidFill>
                          <a:latin typeface="EYInterstate Light" panose="02000506000000020004" pitchFamily="2" charset="0"/>
                          <a:hlinkClick r:id="rId28" action="ppaction://hlinksldjump"/>
                        </a:rPr>
                        <a:t>Sephora Usa, Inc.</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dirty="0">
                          <a:solidFill>
                            <a:schemeClr val="bg1"/>
                          </a:solidFill>
                        </a:rPr>
                        <a:t>Successful Eightfold Implementation for Talent Acquisition</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Organization and People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Canada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29"/>
                        </a:rPr>
                        <a:t>betty.spetter@ey.com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rPr>
                        <a:t>2024</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409599071"/>
                  </a:ext>
                </a:extLst>
              </a:tr>
            </a:tbl>
          </a:graphicData>
        </a:graphic>
      </p:graphicFrame>
      <p:sp>
        <p:nvSpPr>
          <p:cNvPr id="4" name="Slide Number Placeholder 5">
            <a:extLst>
              <a:ext uri="{FF2B5EF4-FFF2-40B4-BE49-F238E27FC236}">
                <a16:creationId xmlns:a16="http://schemas.microsoft.com/office/drawing/2014/main" id="{C588F121-BECA-D2D5-7855-BB9E8B959DB7}"/>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4</a:t>
            </a:fld>
            <a:endParaRPr/>
          </a:p>
        </p:txBody>
      </p:sp>
    </p:spTree>
    <p:extLst>
      <p:ext uri="{BB962C8B-B14F-4D97-AF65-F5344CB8AC3E}">
        <p14:creationId xmlns:p14="http://schemas.microsoft.com/office/powerpoint/2010/main" val="3532438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Index</a:t>
            </a:r>
          </a:p>
        </p:txBody>
      </p:sp>
      <p:graphicFrame>
        <p:nvGraphicFramePr>
          <p:cNvPr id="22" name="Table 21">
            <a:extLst>
              <a:ext uri="{FF2B5EF4-FFF2-40B4-BE49-F238E27FC236}">
                <a16:creationId xmlns:a16="http://schemas.microsoft.com/office/drawing/2014/main" id="{8D9FF5B1-4B88-FADD-AD62-D3B9CEEF0F51}"/>
              </a:ext>
            </a:extLst>
          </p:cNvPr>
          <p:cNvGraphicFramePr>
            <a:graphicFrameLocks noGrp="1"/>
          </p:cNvGraphicFramePr>
          <p:nvPr>
            <p:extLst>
              <p:ext uri="{D42A27DB-BD31-4B8C-83A1-F6EECF244321}">
                <p14:modId xmlns:p14="http://schemas.microsoft.com/office/powerpoint/2010/main" val="4207347366"/>
              </p:ext>
            </p:extLst>
          </p:nvPr>
        </p:nvGraphicFramePr>
        <p:xfrm>
          <a:off x="484188" y="792146"/>
          <a:ext cx="11292687" cy="4885816"/>
        </p:xfrm>
        <a:graphic>
          <a:graphicData uri="http://schemas.openxmlformats.org/drawingml/2006/table">
            <a:tbl>
              <a:tblPr firstRow="1" bandRow="1">
                <a:tableStyleId>{9D7B26C5-4107-4FEC-AEDC-1716B250A1EF}</a:tableStyleId>
              </a:tblPr>
              <a:tblGrid>
                <a:gridCol w="2128080">
                  <a:extLst>
                    <a:ext uri="{9D8B030D-6E8A-4147-A177-3AD203B41FA5}">
                      <a16:colId xmlns:a16="http://schemas.microsoft.com/office/drawing/2014/main" val="4084422897"/>
                    </a:ext>
                  </a:extLst>
                </a:gridCol>
                <a:gridCol w="3364085">
                  <a:extLst>
                    <a:ext uri="{9D8B030D-6E8A-4147-A177-3AD203B41FA5}">
                      <a16:colId xmlns:a16="http://schemas.microsoft.com/office/drawing/2014/main" val="1155433231"/>
                    </a:ext>
                  </a:extLst>
                </a:gridCol>
                <a:gridCol w="1280905">
                  <a:extLst>
                    <a:ext uri="{9D8B030D-6E8A-4147-A177-3AD203B41FA5}">
                      <a16:colId xmlns:a16="http://schemas.microsoft.com/office/drawing/2014/main" val="3803587577"/>
                    </a:ext>
                  </a:extLst>
                </a:gridCol>
                <a:gridCol w="1513015">
                  <a:extLst>
                    <a:ext uri="{9D8B030D-6E8A-4147-A177-3AD203B41FA5}">
                      <a16:colId xmlns:a16="http://schemas.microsoft.com/office/drawing/2014/main" val="2340884248"/>
                    </a:ext>
                  </a:extLst>
                </a:gridCol>
                <a:gridCol w="2240246">
                  <a:extLst>
                    <a:ext uri="{9D8B030D-6E8A-4147-A177-3AD203B41FA5}">
                      <a16:colId xmlns:a16="http://schemas.microsoft.com/office/drawing/2014/main" val="1247412879"/>
                    </a:ext>
                  </a:extLst>
                </a:gridCol>
                <a:gridCol w="766356">
                  <a:extLst>
                    <a:ext uri="{9D8B030D-6E8A-4147-A177-3AD203B41FA5}">
                      <a16:colId xmlns:a16="http://schemas.microsoft.com/office/drawing/2014/main" val="5966275"/>
                    </a:ext>
                  </a:extLst>
                </a:gridCol>
              </a:tblGrid>
              <a:tr h="257766">
                <a:tc>
                  <a:txBody>
                    <a:bodyPr/>
                    <a:lstStyle/>
                    <a:p>
                      <a:pPr marL="0" algn="l" defTabSz="914400" rtl="0" eaLnBrk="1" latinLnBrk="0" hangingPunct="1"/>
                      <a:r>
                        <a:rPr lang="en-GB" sz="1100" i="0" kern="1200" dirty="0">
                          <a:solidFill>
                            <a:schemeClr val="tx1"/>
                          </a:solidFill>
                          <a:latin typeface="+mn-lt"/>
                          <a:ea typeface="+mn-ea"/>
                          <a:cs typeface="+mn-cs"/>
                        </a:rPr>
                        <a:t>CLIENT NAME</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dirty="0">
                          <a:solidFill>
                            <a:schemeClr val="tx1"/>
                          </a:solidFill>
                          <a:latin typeface="+mn-lt"/>
                          <a:ea typeface="+mn-ea"/>
                          <a:cs typeface="+mn-cs"/>
                        </a:rPr>
                        <a:t>ENGAGEMENT TITLE</a:t>
                      </a:r>
                    </a:p>
                  </a:txBody>
                  <a:tcPr marL="91125" marR="91125" marT="45562" marB="45562">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GB" sz="1100" i="0" kern="1200">
                          <a:solidFill>
                            <a:schemeClr val="tx1"/>
                          </a:solidFill>
                          <a:latin typeface="+mn-lt"/>
                          <a:ea typeface="+mn-ea"/>
                          <a:cs typeface="+mn-cs"/>
                        </a:rPr>
                        <a:t>FOP</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dirty="0">
                          <a:solidFill>
                            <a:schemeClr val="tx1"/>
                          </a:solidFill>
                          <a:latin typeface="+mn-lt"/>
                          <a:ea typeface="+mn-ea"/>
                          <a:cs typeface="+mn-cs"/>
                        </a:rPr>
                        <a:t>REGION</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a:solidFill>
                            <a:schemeClr val="tx1"/>
                          </a:solidFill>
                          <a:latin typeface="+mn-lt"/>
                          <a:ea typeface="+mn-ea"/>
                          <a:cs typeface="+mn-cs"/>
                        </a:rPr>
                        <a:t>CONTACT</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r"/>
                      <a:r>
                        <a:rPr lang="en-GB" sz="1100" i="0" kern="1200">
                          <a:solidFill>
                            <a:schemeClr val="tx1"/>
                          </a:solidFill>
                          <a:latin typeface="+mn-lt"/>
                          <a:ea typeface="+mn-ea"/>
                          <a:cs typeface="+mn-cs"/>
                        </a:rPr>
                        <a:t>YEAR</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18782089"/>
                  </a:ext>
                </a:extLst>
              </a:tr>
              <a:tr h="546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prstClr val="white"/>
                          </a:solidFill>
                          <a:latin typeface="EYInterstate Light" panose="02000506000000020004" pitchFamily="2" charset="0"/>
                          <a:hlinkClick r:id="rId3" action="ppaction://hlinksldjump"/>
                        </a:rPr>
                        <a:t>Chick-fil-A, Inc.</a:t>
                      </a:r>
                      <a:endParaRPr lang="en-IN" sz="1000" dirty="0">
                        <a:solidFill>
                          <a:schemeClr val="bg1"/>
                        </a:solidFill>
                      </a:endParaRPr>
                    </a:p>
                  </a:txBody>
                  <a:tcPr marL="91125" marR="91125" marT="45562" marB="45562">
                    <a:lnT w="12700" cmpd="sng">
                      <a:noFill/>
                    </a:lnT>
                    <a:lnB>
                      <a:noFill/>
                    </a:lnB>
                  </a:tcPr>
                </a:tc>
                <a:tc>
                  <a:txBody>
                    <a:bodyPr/>
                    <a:lstStyle/>
                    <a:p>
                      <a:r>
                        <a:rPr lang="en-US" sz="1000" i="0" dirty="0">
                          <a:solidFill>
                            <a:schemeClr val="bg1"/>
                          </a:solidFill>
                        </a:rPr>
                        <a:t>Program Management Extension and Enhanced Collaboration</a:t>
                      </a:r>
                      <a:endParaRPr lang="en-GB" sz="1000" i="0" dirty="0">
                        <a:solidFill>
                          <a:schemeClr val="bg1"/>
                        </a:solidFill>
                      </a:endParaRPr>
                    </a:p>
                  </a:txBody>
                  <a:tcPr marL="91125" marR="91125" marT="45562" marB="45562">
                    <a:lnT w="12700" cmpd="sng">
                      <a:noFill/>
                    </a:lnT>
                    <a:lnB>
                      <a:noFill/>
                    </a:lnB>
                  </a:tcPr>
                </a:tc>
                <a:tc>
                  <a:txBody>
                    <a:bodyPr/>
                    <a:lstStyle/>
                    <a:p>
                      <a:r>
                        <a:rPr lang="en-GB" sz="1000" i="0" dirty="0">
                          <a:solidFill>
                            <a:schemeClr val="bg1"/>
                          </a:solidFill>
                        </a:rPr>
                        <a:t>Strategy and Transformation</a:t>
                      </a:r>
                    </a:p>
                  </a:txBody>
                  <a:tcPr marL="91125" marR="91125" marT="45562" marB="45562">
                    <a:lnT w="12700" cmpd="sng">
                      <a:noFill/>
                    </a:lnT>
                    <a:lnB>
                      <a:noFill/>
                    </a:lnB>
                  </a:tcPr>
                </a:tc>
                <a:tc>
                  <a:txBody>
                    <a:bodyPr/>
                    <a:lstStyle/>
                    <a:p>
                      <a:r>
                        <a:rPr lang="en-GB" sz="1000" i="0" dirty="0">
                          <a:solidFill>
                            <a:schemeClr val="bg1"/>
                          </a:solidFill>
                        </a:rPr>
                        <a:t>USLI</a:t>
                      </a:r>
                    </a:p>
                  </a:txBody>
                  <a:tcPr marL="91125" marR="91125" marT="45562" marB="45562">
                    <a:lnT w="12700" cmpd="sng">
                      <a:noFill/>
                    </a:lnT>
                    <a:lnB>
                      <a:noFill/>
                    </a:lnB>
                  </a:tcPr>
                </a:tc>
                <a:tc>
                  <a:txBody>
                    <a:bodyPr/>
                    <a:lstStyle/>
                    <a:p>
                      <a:r>
                        <a:rPr lang="en-GB" sz="1000" i="0" dirty="0">
                          <a:solidFill>
                            <a:schemeClr val="bg1"/>
                          </a:solidFill>
                          <a:hlinkClick r:id="rId4"/>
                        </a:rPr>
                        <a:t>eitam.segal@ey.com</a:t>
                      </a:r>
                      <a:r>
                        <a:rPr lang="en-GB" sz="1000" i="0" dirty="0">
                          <a:solidFill>
                            <a:schemeClr val="bg1"/>
                          </a:solidFill>
                        </a:rPr>
                        <a:t> </a:t>
                      </a:r>
                    </a:p>
                  </a:txBody>
                  <a:tcPr marL="91125" marR="91125" marT="45562" marB="45562">
                    <a:lnT w="12700" cmpd="sng">
                      <a:noFill/>
                    </a:lnT>
                    <a:lnB>
                      <a:noFill/>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rPr>
                        <a:t>2024</a:t>
                      </a:r>
                    </a:p>
                  </a:txBody>
                  <a:tcPr marL="91125" marR="91125" marT="45562" marB="45562">
                    <a:lnT w="12700" cmpd="sng">
                      <a:noFill/>
                    </a:lnT>
                    <a:lnB>
                      <a:noFill/>
                    </a:lnB>
                  </a:tcPr>
                </a:tc>
                <a:extLst>
                  <a:ext uri="{0D108BD9-81ED-4DB2-BD59-A6C34878D82A}">
                    <a16:rowId xmlns:a16="http://schemas.microsoft.com/office/drawing/2014/main" val="2134745591"/>
                  </a:ext>
                </a:extLst>
              </a:tr>
              <a:tr h="257766">
                <a:tc gridSpan="6">
                  <a:txBody>
                    <a:bodyPr/>
                    <a:lstStyle/>
                    <a:p>
                      <a:pPr marL="0" algn="l" defTabSz="914400" rtl="0" eaLnBrk="1" latinLnBrk="0" hangingPunct="1"/>
                      <a:r>
                        <a:rPr lang="en-GB" sz="1100" i="0" kern="1200" dirty="0">
                          <a:solidFill>
                            <a:schemeClr val="bg1"/>
                          </a:solidFill>
                          <a:latin typeface="+mn-lt"/>
                          <a:ea typeface="+mn-ea"/>
                          <a:cs typeface="+mn-cs"/>
                          <a:hlinkClick r:id="rId5" action="ppaction://hlinksldjump"/>
                        </a:rPr>
                        <a:t>Customer &amp; Commercial Excellence</a:t>
                      </a:r>
                      <a:endParaRPr lang="en-GB" sz="1100" i="0" kern="1200" dirty="0">
                        <a:solidFill>
                          <a:schemeClr val="bg1"/>
                        </a:solidFill>
                        <a:latin typeface="+mn-lt"/>
                        <a:ea typeface="+mn-ea"/>
                        <a:cs typeface="+mn-cs"/>
                      </a:endParaRPr>
                    </a:p>
                  </a:txBody>
                  <a:tcPr marL="91125" marR="91125" marT="45562" marB="45562">
                    <a:lnT w="12700" cmpd="sng">
                      <a:noFill/>
                    </a:lnT>
                    <a:solidFill>
                      <a:srgbClr val="39383D"/>
                    </a:solidFill>
                  </a:tcPr>
                </a:tc>
                <a:tc hMerge="1">
                  <a:txBody>
                    <a:bodyPr/>
                    <a:lstStyle/>
                    <a:p>
                      <a:endParaRPr lang="en-GB" sz="1100" i="0" kern="1200" dirty="0">
                        <a:solidFill>
                          <a:schemeClr val="bg1"/>
                        </a:solidFill>
                        <a:latin typeface="+mn-lt"/>
                        <a:ea typeface="+mn-ea"/>
                        <a:cs typeface="+mn-cs"/>
                      </a:endParaRPr>
                    </a:p>
                  </a:txBody>
                  <a:tcPr marL="91125" marR="91125" marT="45562" marB="45562">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GB" sz="1100" i="0" kern="1200" dirty="0">
                        <a:solidFill>
                          <a:schemeClr val="bg1"/>
                        </a:solidFill>
                        <a:latin typeface="+mn-lt"/>
                        <a:ea typeface="+mn-ea"/>
                        <a:cs typeface="+mn-cs"/>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tcPr>
                </a:tc>
                <a:tc hMerge="1">
                  <a:txBody>
                    <a:bodyPr/>
                    <a:lstStyle/>
                    <a:p>
                      <a:endParaRPr lang="en-GB" sz="1100" i="0" kern="1200" dirty="0">
                        <a:solidFill>
                          <a:schemeClr val="bg1"/>
                        </a:solidFill>
                        <a:latin typeface="+mn-lt"/>
                        <a:ea typeface="+mn-ea"/>
                        <a:cs typeface="+mn-cs"/>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tcPr>
                </a:tc>
                <a:tc hMerge="1">
                  <a:txBody>
                    <a:bodyPr/>
                    <a:lstStyle/>
                    <a:p>
                      <a:endParaRPr lang="en-GB" sz="1100" i="0" kern="1200" dirty="0">
                        <a:solidFill>
                          <a:schemeClr val="bg1"/>
                        </a:solidFill>
                        <a:latin typeface="+mn-lt"/>
                        <a:ea typeface="+mn-ea"/>
                        <a:cs typeface="+mn-cs"/>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tcPr>
                </a:tc>
                <a:tc hMerge="1">
                  <a:txBody>
                    <a:bodyPr/>
                    <a:lstStyle/>
                    <a:p>
                      <a:pPr algn="r"/>
                      <a:endParaRPr lang="en-GB" sz="1100" i="0" kern="1200" dirty="0">
                        <a:solidFill>
                          <a:schemeClr val="bg1"/>
                        </a:solidFill>
                        <a:latin typeface="+mn-lt"/>
                        <a:ea typeface="+mn-ea"/>
                        <a:cs typeface="+mn-cs"/>
                      </a:endParaRPr>
                    </a:p>
                  </a:txBody>
                  <a:tcPr marL="91125" marR="91125" marT="45562" marB="45562">
                    <a:lnT w="12700" cmpd="sng">
                      <a:noFill/>
                    </a:lnT>
                  </a:tcPr>
                </a:tc>
                <a:extLst>
                  <a:ext uri="{0D108BD9-81ED-4DB2-BD59-A6C34878D82A}">
                    <a16:rowId xmlns:a16="http://schemas.microsoft.com/office/drawing/2014/main" val="1003182571"/>
                  </a:ext>
                </a:extLst>
              </a:tr>
              <a:tr h="394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6" action="ppaction://hlinksldjump"/>
                        </a:rPr>
                        <a:t>Oak and Fort Corp</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kern="1200" dirty="0">
                          <a:solidFill>
                            <a:schemeClr val="bg1"/>
                          </a:solidFill>
                          <a:latin typeface="+mn-lt"/>
                          <a:ea typeface="+mn-ea"/>
                          <a:cs typeface="+mn-cs"/>
                        </a:rPr>
                        <a:t>E-commerce Transformation through Shopify Partnership</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rPr>
                        <a:t>Strategy and Transformation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Canada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hlinkClick r:id="rId7"/>
                        </a:rPr>
                        <a:t>patrick.caraan@ca.ey.com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4230530797"/>
                  </a:ext>
                </a:extLst>
              </a:tr>
              <a:tr h="394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8" action="ppaction://hlinksldjump"/>
                        </a:rPr>
                        <a:t>Confidential</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CX Case Study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rPr>
                        <a:t>Customer and Growth</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UKI</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hlinkClick r:id="rId9"/>
                        </a:rPr>
                        <a:t>jonathan.guberman@uk.ey.com</a:t>
                      </a:r>
                      <a:r>
                        <a:rPr lang="en-GB" sz="1000" i="0" kern="1200" dirty="0">
                          <a:solidFill>
                            <a:schemeClr val="bg1"/>
                          </a:solidFill>
                          <a:latin typeface="+mn-lt"/>
                          <a:ea typeface="+mn-ea"/>
                          <a:cs typeface="+mn-cs"/>
                        </a:rPr>
                        <a:t> &amp; </a:t>
                      </a:r>
                      <a:r>
                        <a:rPr lang="en-GB" sz="1000" i="0" kern="1200" dirty="0">
                          <a:solidFill>
                            <a:schemeClr val="bg1"/>
                          </a:solidFill>
                          <a:latin typeface="+mn-lt"/>
                          <a:ea typeface="+mn-ea"/>
                          <a:cs typeface="+mn-cs"/>
                          <a:hlinkClick r:id="rId10"/>
                        </a:rPr>
                        <a:t>will.shaw@studio.ey.com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2022</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395129058"/>
                  </a:ext>
                </a:extLst>
              </a:tr>
              <a:tr h="394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11" action="ppaction://hlinksldjump"/>
                        </a:rPr>
                        <a:t>Confidential</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kern="1200" dirty="0">
                          <a:solidFill>
                            <a:schemeClr val="bg1"/>
                          </a:solidFill>
                          <a:latin typeface="+mn-lt"/>
                          <a:ea typeface="+mn-ea"/>
                          <a:cs typeface="+mn-cs"/>
                        </a:rPr>
                        <a:t>Market analysis of potential resellers of excess stock</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rPr>
                        <a:t>Customer and Growth</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Europe Central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12"/>
                        </a:rPr>
                        <a:t>malin.andree@se.ey.com</a:t>
                      </a:r>
                      <a:r>
                        <a:rPr lang="en-GB" sz="1000" i="0" dirty="0">
                          <a:solidFill>
                            <a:schemeClr val="bg1"/>
                          </a:solidFill>
                        </a:rPr>
                        <a:t> &amp; </a:t>
                      </a:r>
                      <a:r>
                        <a:rPr lang="en-GB" sz="1000" i="0" dirty="0">
                          <a:solidFill>
                            <a:schemeClr val="bg1"/>
                          </a:solidFill>
                          <a:hlinkClick r:id="rId13"/>
                        </a:rPr>
                        <a:t>micael.carlsson@parthenon.ey.com</a:t>
                      </a:r>
                      <a:r>
                        <a:rPr lang="en-GB" sz="1000" i="0" dirty="0">
                          <a:solidFill>
                            <a:schemeClr val="bg1"/>
                          </a:solidFill>
                        </a:rPr>
                        <a:t> </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2022*</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876615736"/>
                  </a:ext>
                </a:extLst>
              </a:tr>
              <a:tr h="257766">
                <a:tc gridSpan="6">
                  <a:txBody>
                    <a:bodyPr/>
                    <a:lstStyle/>
                    <a:p>
                      <a:r>
                        <a:rPr lang="en-GB" sz="1100" i="0" dirty="0">
                          <a:solidFill>
                            <a:schemeClr val="bg1"/>
                          </a:solidFill>
                          <a:hlinkClick r:id="rId14" action="ppaction://hlinksldjump"/>
                        </a:rPr>
                        <a:t>Supply Chain &amp; Operations</a:t>
                      </a:r>
                      <a:endParaRPr lang="en-GB" sz="1100" i="0" dirty="0">
                        <a:solidFill>
                          <a:schemeClr val="bg1"/>
                        </a:solidFill>
                      </a:endParaRPr>
                    </a:p>
                  </a:txBody>
                  <a:tcPr marL="91125" marR="91125" marT="45562" marB="45562">
                    <a:solidFill>
                      <a:srgbClr val="39383D"/>
                    </a:solidFill>
                  </a:tcPr>
                </a:tc>
                <a:tc hMerge="1">
                  <a:txBody>
                    <a:bodyPr/>
                    <a:lstStyle/>
                    <a:p>
                      <a:endParaRPr lang="en-GB" sz="11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GB" sz="1100" i="0" kern="1200" dirty="0">
                        <a:solidFill>
                          <a:schemeClr val="bg1"/>
                        </a:solidFill>
                        <a:latin typeface="+mn-lt"/>
                        <a:ea typeface="+mn-ea"/>
                        <a:cs typeface="+mn-cs"/>
                      </a:endParaRPr>
                    </a:p>
                  </a:txBody>
                  <a:tcPr marL="91125" marR="91125" marT="45562" marB="45562">
                    <a:lnR w="12700" cap="flat" cmpd="sng" algn="ctr">
                      <a:solidFill>
                        <a:schemeClr val="bg1">
                          <a:lumMod val="85000"/>
                        </a:schemeClr>
                      </a:solidFill>
                      <a:prstDash val="solid"/>
                      <a:round/>
                      <a:headEnd type="none" w="med" len="med"/>
                      <a:tailEnd type="none" w="med" len="med"/>
                    </a:lnR>
                  </a:tcPr>
                </a:tc>
                <a:tc hMerge="1">
                  <a:txBody>
                    <a:bodyPr/>
                    <a:lstStyle/>
                    <a:p>
                      <a:endParaRPr lang="en-GB" sz="11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endParaRPr lang="en-GB" sz="1100" i="0" kern="1200" dirty="0">
                        <a:solidFill>
                          <a:schemeClr val="bg1"/>
                        </a:solidFill>
                        <a:latin typeface="+mn-lt"/>
                        <a:ea typeface="+mn-ea"/>
                        <a:cs typeface="+mn-cs"/>
                      </a:endParaRPr>
                    </a:p>
                  </a:txBody>
                  <a:tcPr marL="91125" marR="91125" marT="45562" marB="45562">
                    <a:lnR w="12700" cap="flat" cmpd="sng" algn="ctr">
                      <a:solidFill>
                        <a:schemeClr val="bg1">
                          <a:lumMod val="85000"/>
                        </a:schemeClr>
                      </a:solidFill>
                      <a:prstDash val="solid"/>
                      <a:round/>
                      <a:headEnd type="none" w="med" len="med"/>
                      <a:tailEnd type="none" w="med" len="med"/>
                    </a:lnR>
                  </a:tcPr>
                </a:tc>
                <a:tc hMerge="1">
                  <a:txBody>
                    <a:bodyPr/>
                    <a:lstStyle/>
                    <a:p>
                      <a:pPr algn="r"/>
                      <a:endParaRPr lang="en-GB" sz="11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884747922"/>
                  </a:ext>
                </a:extLst>
              </a:tr>
              <a:tr h="394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15" action="ppaction://hlinksldjump"/>
                        </a:rPr>
                        <a:t>Chick-fil-A, Inc.</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kern="1200" dirty="0">
                          <a:solidFill>
                            <a:schemeClr val="bg1"/>
                          </a:solidFill>
                          <a:latin typeface="+mn-lt"/>
                          <a:ea typeface="+mn-ea"/>
                          <a:cs typeface="+mn-cs"/>
                        </a:rPr>
                        <a:t>Warehouse Business Continuity Plan and Playbook for Supply chain</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kern="1200" dirty="0">
                          <a:solidFill>
                            <a:schemeClr val="bg1"/>
                          </a:solidFill>
                          <a:latin typeface="+mn-lt"/>
                          <a:ea typeface="+mn-ea"/>
                          <a:cs typeface="+mn-cs"/>
                        </a:rPr>
                        <a:t>Risk</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USLI</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hlinkClick r:id="rId16"/>
                        </a:rPr>
                        <a:t>eric.chiang@ey.com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2026</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1606429907"/>
                  </a:ext>
                </a:extLst>
              </a:tr>
              <a:tr h="546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17" action="ppaction://hlinksldjump"/>
                        </a:rPr>
                        <a:t>Confidential</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dirty="0">
                          <a:solidFill>
                            <a:schemeClr val="bg1"/>
                          </a:solidFill>
                        </a:rPr>
                        <a:t>RFID Strategy and Implementation Roadmap</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rPr>
                        <a:t>Supply Chain and Operations</a:t>
                      </a:r>
                      <a:r>
                        <a:rPr lang="en-GB" sz="1000" i="0" dirty="0">
                          <a:solidFill>
                            <a:schemeClr val="bg1"/>
                          </a:solidFill>
                        </a:rPr>
                        <a:t> Technology</a:t>
                      </a:r>
                      <a:endParaRPr lang="en-GB" sz="100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India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18"/>
                        </a:rPr>
                        <a:t>meghashyam.simha@in.ey.com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84381990"/>
                  </a:ext>
                </a:extLst>
              </a:tr>
              <a:tr h="394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19" action="ppaction://hlinksldjump"/>
                        </a:rPr>
                        <a:t>Nike Inc.</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fr-FR" sz="1000" dirty="0">
                          <a:solidFill>
                            <a:schemeClr val="bg1"/>
                          </a:solidFill>
                        </a:rPr>
                        <a:t>Transportation Management System Solution Implementation</a:t>
                      </a:r>
                      <a:endParaRPr lang="en-GB" sz="100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dirty="0">
                          <a:solidFill>
                            <a:schemeClr val="bg1"/>
                          </a:solidFill>
                        </a:rPr>
                        <a:t>Supply Chain and Operations</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United States</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hlinkClick r:id="rId20"/>
                        </a:rPr>
                        <a:t>hannah.barrows@ey.com</a:t>
                      </a:r>
                      <a:r>
                        <a:rPr lang="en-GB" sz="100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572805346"/>
                  </a:ext>
                </a:extLst>
              </a:tr>
              <a:tr h="242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21" action="ppaction://hlinksldjump"/>
                        </a:rPr>
                        <a:t>TESCO PLC</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dirty="0">
                          <a:solidFill>
                            <a:schemeClr val="bg1"/>
                          </a:solidFill>
                        </a:rPr>
                        <a:t>Nature Risk Assessment and Financial Impact Analysis</a:t>
                      </a:r>
                      <a:endParaRPr lang="en-GB" sz="100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dirty="0">
                          <a:solidFill>
                            <a:schemeClr val="bg1"/>
                          </a:solidFill>
                        </a:rPr>
                        <a:t>Sustainability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United Kingdom</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hlinkClick r:id="rId22"/>
                        </a:rPr>
                        <a:t>michael.green@uk.ey.com</a:t>
                      </a:r>
                      <a:r>
                        <a:rPr lang="en-GB" sz="100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136117671"/>
                  </a:ext>
                </a:extLst>
              </a:tr>
              <a:tr h="394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prstClr val="white"/>
                          </a:solidFill>
                          <a:latin typeface="EYInterstate Light" panose="02000506000000020004" pitchFamily="2" charset="0"/>
                          <a:hlinkClick r:id="rId23" action="ppaction://hlinksldjump"/>
                        </a:rPr>
                        <a:t>Best Buy Co. Inc.</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Efficient Supply Chain Ecosystem Transformation for Large Product</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dirty="0">
                          <a:solidFill>
                            <a:schemeClr val="bg1"/>
                          </a:solidFill>
                        </a:rPr>
                        <a:t>Supply Chain and Operations</a:t>
                      </a:r>
                      <a:r>
                        <a:rPr lang="en-GB" sz="1000" i="0" dirty="0">
                          <a:solidFill>
                            <a:schemeClr val="bg1"/>
                          </a:solidFill>
                        </a:rPr>
                        <a:t> </a:t>
                      </a:r>
                      <a:endParaRPr lang="en-GB" sz="100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Canada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hlinkClick r:id="rId24"/>
                        </a:rPr>
                        <a:t>yei.sung.kim@ey.com</a:t>
                      </a:r>
                      <a:r>
                        <a:rPr lang="en-GB" sz="100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dirty="0">
                          <a:solidFill>
                            <a:schemeClr val="bg1"/>
                          </a:solidFill>
                        </a:rPr>
                        <a:t>2024</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869342664"/>
                  </a:ext>
                </a:extLst>
              </a:tr>
              <a:tr h="242584">
                <a:tc>
                  <a:txBody>
                    <a:bodyPr/>
                    <a:lstStyle/>
                    <a:p>
                      <a:r>
                        <a:rPr lang="en-GB" sz="1000" dirty="0">
                          <a:solidFill>
                            <a:schemeClr val="bg1"/>
                          </a:solidFill>
                          <a:hlinkClick r:id="rId25" action="ppaction://hlinksldjump"/>
                        </a:rPr>
                        <a:t>Confidential</a:t>
                      </a:r>
                      <a:endParaRPr lang="en-GB"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Stock alignment solution implementation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rPr>
                        <a:t>Supply Chain and Operations</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rPr>
                        <a:t>Europe Central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solidFill>
                      <a:schemeClr val="tx1"/>
                    </a:solidFill>
                  </a:tcPr>
                </a:tc>
                <a:tc>
                  <a:txBody>
                    <a:bodyPr/>
                    <a:lstStyle/>
                    <a:p>
                      <a:r>
                        <a:rPr lang="en-GB" sz="1000" i="0" dirty="0">
                          <a:solidFill>
                            <a:schemeClr val="bg1"/>
                          </a:solidFill>
                          <a:hlinkClick r:id="rId12"/>
                        </a:rPr>
                        <a:t>malin.andree@se.ey.com</a:t>
                      </a:r>
                      <a:r>
                        <a:rPr lang="en-GB" sz="1000" i="0" dirty="0">
                          <a:solidFill>
                            <a:schemeClr val="bg1"/>
                          </a:solidFill>
                        </a:rPr>
                        <a:t> </a:t>
                      </a:r>
                      <a:endParaRPr lang="en-GB" sz="100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solidFill>
                      <a:schemeClr val="tx1"/>
                    </a:solidFill>
                  </a:tcPr>
                </a:tc>
                <a:tc>
                  <a:txBody>
                    <a:bodyPr/>
                    <a:lstStyle/>
                    <a:p>
                      <a:pPr algn="r"/>
                      <a:r>
                        <a:rPr lang="en-GB" sz="1000" i="0" kern="1200" dirty="0">
                          <a:solidFill>
                            <a:schemeClr val="bg1"/>
                          </a:solidFill>
                          <a:latin typeface="+mn-lt"/>
                          <a:ea typeface="+mn-ea"/>
                          <a:cs typeface="+mn-cs"/>
                        </a:rPr>
                        <a:t>2022*</a:t>
                      </a:r>
                      <a:endParaRPr lang="en-GB" sz="100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solidFill>
                      <a:schemeClr val="tx1"/>
                    </a:solidFill>
                  </a:tcPr>
                </a:tc>
                <a:extLst>
                  <a:ext uri="{0D108BD9-81ED-4DB2-BD59-A6C34878D82A}">
                    <a16:rowId xmlns:a16="http://schemas.microsoft.com/office/drawing/2014/main" val="3194381886"/>
                  </a:ext>
                </a:extLst>
              </a:tr>
            </a:tbl>
          </a:graphicData>
        </a:graphic>
      </p:graphicFrame>
      <p:sp>
        <p:nvSpPr>
          <p:cNvPr id="4" name="Slide Number Placeholder 5">
            <a:extLst>
              <a:ext uri="{FF2B5EF4-FFF2-40B4-BE49-F238E27FC236}">
                <a16:creationId xmlns:a16="http://schemas.microsoft.com/office/drawing/2014/main" id="{63A232FF-ECBD-D721-7E12-BAA5D7B05BAE}"/>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5</a:t>
            </a:fld>
            <a:endParaRPr/>
          </a:p>
        </p:txBody>
      </p:sp>
      <p:sp>
        <p:nvSpPr>
          <p:cNvPr id="3" name="TextBox 2">
            <a:extLst>
              <a:ext uri="{FF2B5EF4-FFF2-40B4-BE49-F238E27FC236}">
                <a16:creationId xmlns:a16="http://schemas.microsoft.com/office/drawing/2014/main" id="{6E6D0A66-11C4-32C5-CEE6-26A0429A89E5}"/>
              </a:ext>
            </a:extLst>
          </p:cNvPr>
          <p:cNvSpPr txBox="1"/>
          <p:nvPr/>
        </p:nvSpPr>
        <p:spPr>
          <a:xfrm>
            <a:off x="6566169" y="6649440"/>
            <a:ext cx="5303520" cy="161583"/>
          </a:xfrm>
          <a:prstGeom prst="rect">
            <a:avLst/>
          </a:prstGeom>
          <a:noFill/>
        </p:spPr>
        <p:txBody>
          <a:bodyPr wrap="square" lIns="0" tIns="36576" rIns="0" bIns="0" rtlCol="0" anchor="t">
            <a:spAutoFit/>
          </a:bodyPr>
          <a:lstStyle/>
          <a:p>
            <a:pPr>
              <a:lnSpc>
                <a:spcPct val="90000"/>
              </a:lnSpc>
              <a:spcBef>
                <a:spcPts val="400"/>
              </a:spcBef>
              <a:spcAft>
                <a:spcPts val="400"/>
              </a:spcAft>
              <a:buClr>
                <a:schemeClr val="tx2"/>
              </a:buClr>
              <a:buSzPct val="100000"/>
            </a:pPr>
            <a:r>
              <a:rPr lang="en-US" sz="900" dirty="0">
                <a:solidFill>
                  <a:schemeClr val="bg1"/>
                </a:solidFill>
              </a:rPr>
              <a:t>*Dates marked as 2022 denote pre‑2023 engagements where exact dates were not available.</a:t>
            </a:r>
          </a:p>
        </p:txBody>
      </p:sp>
    </p:spTree>
    <p:extLst>
      <p:ext uri="{BB962C8B-B14F-4D97-AF65-F5344CB8AC3E}">
        <p14:creationId xmlns:p14="http://schemas.microsoft.com/office/powerpoint/2010/main" val="3727440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181D2-5F46-B0C6-897C-8F58E65026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59125-4D30-A94F-70A6-8F75869C16A2}"/>
              </a:ext>
            </a:extLst>
          </p:cNvPr>
          <p:cNvSpPr>
            <a:spLocks noGrp="1"/>
          </p:cNvSpPr>
          <p:nvPr>
            <p:ph type="title"/>
          </p:nvPr>
        </p:nvSpPr>
        <p:spPr/>
        <p:txBody>
          <a:bodyPr/>
          <a:lstStyle/>
          <a:p>
            <a:r>
              <a:rPr lang="en-US"/>
              <a:t>Index</a:t>
            </a:r>
          </a:p>
        </p:txBody>
      </p:sp>
      <p:graphicFrame>
        <p:nvGraphicFramePr>
          <p:cNvPr id="22" name="Table 21">
            <a:extLst>
              <a:ext uri="{FF2B5EF4-FFF2-40B4-BE49-F238E27FC236}">
                <a16:creationId xmlns:a16="http://schemas.microsoft.com/office/drawing/2014/main" id="{3BE06BB6-1986-24D9-F3C4-43308FBD5B44}"/>
              </a:ext>
            </a:extLst>
          </p:cNvPr>
          <p:cNvGraphicFramePr>
            <a:graphicFrameLocks noGrp="1"/>
          </p:cNvGraphicFramePr>
          <p:nvPr>
            <p:extLst>
              <p:ext uri="{D42A27DB-BD31-4B8C-83A1-F6EECF244321}">
                <p14:modId xmlns:p14="http://schemas.microsoft.com/office/powerpoint/2010/main" val="1770988348"/>
              </p:ext>
            </p:extLst>
          </p:nvPr>
        </p:nvGraphicFramePr>
        <p:xfrm>
          <a:off x="501218" y="815709"/>
          <a:ext cx="11292685" cy="5006614"/>
        </p:xfrm>
        <a:graphic>
          <a:graphicData uri="http://schemas.openxmlformats.org/drawingml/2006/table">
            <a:tbl>
              <a:tblPr firstRow="1" bandRow="1">
                <a:tableStyleId>{9D7B26C5-4107-4FEC-AEDC-1716B250A1EF}</a:tableStyleId>
              </a:tblPr>
              <a:tblGrid>
                <a:gridCol w="2128080">
                  <a:extLst>
                    <a:ext uri="{9D8B030D-6E8A-4147-A177-3AD203B41FA5}">
                      <a16:colId xmlns:a16="http://schemas.microsoft.com/office/drawing/2014/main" val="4084422897"/>
                    </a:ext>
                  </a:extLst>
                </a:gridCol>
                <a:gridCol w="3364085">
                  <a:extLst>
                    <a:ext uri="{9D8B030D-6E8A-4147-A177-3AD203B41FA5}">
                      <a16:colId xmlns:a16="http://schemas.microsoft.com/office/drawing/2014/main" val="1155433231"/>
                    </a:ext>
                  </a:extLst>
                </a:gridCol>
                <a:gridCol w="1280904">
                  <a:extLst>
                    <a:ext uri="{9D8B030D-6E8A-4147-A177-3AD203B41FA5}">
                      <a16:colId xmlns:a16="http://schemas.microsoft.com/office/drawing/2014/main" val="3803587577"/>
                    </a:ext>
                  </a:extLst>
                </a:gridCol>
                <a:gridCol w="1513014">
                  <a:extLst>
                    <a:ext uri="{9D8B030D-6E8A-4147-A177-3AD203B41FA5}">
                      <a16:colId xmlns:a16="http://schemas.microsoft.com/office/drawing/2014/main" val="2340884248"/>
                    </a:ext>
                  </a:extLst>
                </a:gridCol>
                <a:gridCol w="2240246">
                  <a:extLst>
                    <a:ext uri="{9D8B030D-6E8A-4147-A177-3AD203B41FA5}">
                      <a16:colId xmlns:a16="http://schemas.microsoft.com/office/drawing/2014/main" val="1247412879"/>
                    </a:ext>
                  </a:extLst>
                </a:gridCol>
                <a:gridCol w="766356">
                  <a:extLst>
                    <a:ext uri="{9D8B030D-6E8A-4147-A177-3AD203B41FA5}">
                      <a16:colId xmlns:a16="http://schemas.microsoft.com/office/drawing/2014/main" val="5966275"/>
                    </a:ext>
                  </a:extLst>
                </a:gridCol>
              </a:tblGrid>
              <a:tr h="257706">
                <a:tc>
                  <a:txBody>
                    <a:bodyPr/>
                    <a:lstStyle/>
                    <a:p>
                      <a:pPr marL="0" algn="l" defTabSz="914400" rtl="0" eaLnBrk="1" latinLnBrk="0" hangingPunct="1"/>
                      <a:r>
                        <a:rPr lang="en-GB" sz="1100" i="0" kern="1200" dirty="0">
                          <a:solidFill>
                            <a:schemeClr val="tx1"/>
                          </a:solidFill>
                          <a:latin typeface="+mn-lt"/>
                          <a:ea typeface="+mn-ea"/>
                          <a:cs typeface="+mn-cs"/>
                        </a:rPr>
                        <a:t>CLIENT NAME</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dirty="0">
                          <a:solidFill>
                            <a:schemeClr val="tx1"/>
                          </a:solidFill>
                          <a:latin typeface="+mn-lt"/>
                          <a:ea typeface="+mn-ea"/>
                          <a:cs typeface="+mn-cs"/>
                        </a:rPr>
                        <a:t>ENGAGEMENT TITLE</a:t>
                      </a:r>
                    </a:p>
                  </a:txBody>
                  <a:tcPr marL="91125" marR="91125" marT="45562" marB="45562">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GB" sz="1100" i="0" kern="1200">
                          <a:solidFill>
                            <a:schemeClr val="tx1"/>
                          </a:solidFill>
                          <a:latin typeface="+mn-lt"/>
                          <a:ea typeface="+mn-ea"/>
                          <a:cs typeface="+mn-cs"/>
                        </a:rPr>
                        <a:t>FOP</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dirty="0">
                          <a:solidFill>
                            <a:schemeClr val="tx1"/>
                          </a:solidFill>
                          <a:latin typeface="+mn-lt"/>
                          <a:ea typeface="+mn-ea"/>
                          <a:cs typeface="+mn-cs"/>
                        </a:rPr>
                        <a:t>REGION</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a:solidFill>
                            <a:schemeClr val="tx1"/>
                          </a:solidFill>
                          <a:latin typeface="+mn-lt"/>
                          <a:ea typeface="+mn-ea"/>
                          <a:cs typeface="+mn-cs"/>
                        </a:rPr>
                        <a:t>CONTACT</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r"/>
                      <a:r>
                        <a:rPr lang="en-GB" sz="1100" i="0" kern="1200">
                          <a:solidFill>
                            <a:schemeClr val="tx1"/>
                          </a:solidFill>
                          <a:latin typeface="+mn-lt"/>
                          <a:ea typeface="+mn-ea"/>
                          <a:cs typeface="+mn-cs"/>
                        </a:rPr>
                        <a:t>YEAR</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18782089"/>
                  </a:ext>
                </a:extLst>
              </a:tr>
              <a:tr h="394305">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hlinkClick r:id="rId3" action="ppaction://hlinksldjump"/>
                        </a:rPr>
                        <a:t>AI &amp; Technology Transformation</a:t>
                      </a:r>
                      <a:endParaRPr lang="en-GB" sz="1000" i="0" dirty="0">
                        <a:solidFill>
                          <a:schemeClr val="bg1"/>
                        </a:solidFill>
                      </a:endParaRPr>
                    </a:p>
                  </a:txBody>
                  <a:tcPr marL="91125" marR="91125" marT="45562" marB="45562">
                    <a:lnT w="12700" cmpd="sng">
                      <a:noFill/>
                    </a:lnT>
                    <a:lnB>
                      <a:noFill/>
                    </a:lnB>
                    <a:solidFill>
                      <a:srgbClr val="39383D"/>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39383D">
                        <a:alpha val="20000"/>
                      </a:srgbClr>
                    </a:solidFill>
                  </a:tcPr>
                </a:tc>
                <a:tc hMerge="1">
                  <a:txBody>
                    <a:bodyPr/>
                    <a:lstStyle/>
                    <a:p>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solidFill>
                      <a:srgbClr val="39383D">
                        <a:alpha val="20000"/>
                      </a:srgbClr>
                    </a:solidFill>
                  </a:tcPr>
                </a:tc>
                <a:tc hMerge="1">
                  <a:txBody>
                    <a:bodyPr/>
                    <a:lstStyle/>
                    <a:p>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solidFill>
                      <a:srgbClr val="39383D">
                        <a:alpha val="20000"/>
                      </a:srgbClr>
                    </a:solidFill>
                  </a:tcPr>
                </a:tc>
                <a:tc hMerge="1">
                  <a:txBody>
                    <a:bodyPr/>
                    <a:lstStyle/>
                    <a:p>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solidFill>
                      <a:srgbClr val="39383D">
                        <a:alpha val="20000"/>
                      </a:srgbClr>
                    </a:solidFill>
                  </a:tcPr>
                </a:tc>
                <a:tc hMerge="1">
                  <a:txBody>
                    <a:bodyPr/>
                    <a:lstStyle/>
                    <a:p>
                      <a:pPr algn="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lnB>
                      <a:noFill/>
                    </a:lnB>
                    <a:solidFill>
                      <a:srgbClr val="39383D">
                        <a:alpha val="20000"/>
                      </a:srgbClr>
                    </a:solidFill>
                  </a:tcPr>
                </a:tc>
                <a:extLst>
                  <a:ext uri="{0D108BD9-81ED-4DB2-BD59-A6C34878D82A}">
                    <a16:rowId xmlns:a16="http://schemas.microsoft.com/office/drawing/2014/main" val="1832583018"/>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4" action="ppaction://hlinksldjump"/>
                        </a:rPr>
                        <a:t>Confidential</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lnB>
                      <a:noFill/>
                    </a:lnB>
                    <a:solidFill>
                      <a:schemeClr val="tx1"/>
                    </a:solidFill>
                  </a:tcPr>
                </a:tc>
                <a:tc>
                  <a:txBody>
                    <a:bodyPr/>
                    <a:lstStyle/>
                    <a:p>
                      <a:r>
                        <a:rPr lang="en-US" sz="1000" i="0" dirty="0">
                          <a:solidFill>
                            <a:schemeClr val="bg1"/>
                          </a:solidFill>
                        </a:rPr>
                        <a:t>Implementation of D365 Finance and Supply Chain Management</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GB" sz="1000" i="0" dirty="0">
                          <a:solidFill>
                            <a:schemeClr val="bg1"/>
                          </a:solidFill>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dirty="0">
                          <a:solidFill>
                            <a:schemeClr val="bg1"/>
                          </a:solidFill>
                        </a:rPr>
                        <a:t>Sweden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dirty="0">
                          <a:solidFill>
                            <a:schemeClr val="bg1"/>
                          </a:solidFill>
                          <a:hlinkClick r:id="rId5"/>
                        </a:rPr>
                        <a:t>olof.akesson@se.ey.com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lnB>
                      <a:noFill/>
                    </a:lnB>
                  </a:tcPr>
                </a:tc>
                <a:extLst>
                  <a:ext uri="{0D108BD9-81ED-4DB2-BD59-A6C34878D82A}">
                    <a16:rowId xmlns:a16="http://schemas.microsoft.com/office/drawing/2014/main" val="787024138"/>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6" action="ppaction://hlinksldjump"/>
                        </a:rPr>
                        <a:t>Finiper Canova Group S.P.A</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US" sz="1000" i="0" dirty="0">
                          <a:solidFill>
                            <a:schemeClr val="bg1"/>
                          </a:solidFill>
                        </a:rPr>
                        <a:t>ESG Reporting Requirement - SAP Sustainability Control Tower</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rPr>
                        <a:t>Sustainability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dirty="0">
                          <a:solidFill>
                            <a:schemeClr val="bg1"/>
                          </a:solidFill>
                        </a:rPr>
                        <a:t>Global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dirty="0">
                          <a:solidFill>
                            <a:schemeClr val="bg1"/>
                          </a:solidFill>
                          <a:hlinkClick r:id="rId7"/>
                        </a:rPr>
                        <a:t>andrea.negrini80@it.ey.com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lnB>
                      <a:noFill/>
                    </a:lnB>
                  </a:tcPr>
                </a:tc>
                <a:extLst>
                  <a:ext uri="{0D108BD9-81ED-4DB2-BD59-A6C34878D82A}">
                    <a16:rowId xmlns:a16="http://schemas.microsoft.com/office/drawing/2014/main" val="2415336682"/>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hlinkClick r:id="rId8" action="ppaction://hlinksldjump"/>
                        </a:rPr>
                        <a:t>Deichmann SE</a:t>
                      </a:r>
                      <a:endParaRPr lang="en-GB"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bg1"/>
                          </a:solidFill>
                          <a:latin typeface="+mn-lt"/>
                          <a:ea typeface="+mn-ea"/>
                          <a:cs typeface="+mn-cs"/>
                        </a:rPr>
                        <a:t>Digital Transformation Roadmap for a Future-Ready Finance</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Finance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dirty="0">
                          <a:solidFill>
                            <a:schemeClr val="bg1"/>
                          </a:solidFill>
                        </a:rPr>
                        <a:t>Germany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dirty="0">
                          <a:solidFill>
                            <a:schemeClr val="bg1"/>
                          </a:solidFill>
                          <a:hlinkClick r:id="rId9"/>
                        </a:rPr>
                        <a:t>valerie.karmann@de.ey.com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lnB>
                      <a:noFill/>
                    </a:lnB>
                  </a:tcPr>
                </a:tc>
                <a:extLst>
                  <a:ext uri="{0D108BD9-81ED-4DB2-BD59-A6C34878D82A}">
                    <a16:rowId xmlns:a16="http://schemas.microsoft.com/office/drawing/2014/main" val="2955195967"/>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hlinkClick r:id="rId10" action="ppaction://hlinksldjump"/>
                        </a:rPr>
                        <a:t>Confidential</a:t>
                      </a:r>
                      <a:endParaRPr lang="en-GB"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Data &amp; AI Assessment</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dirty="0">
                          <a:solidFill>
                            <a:schemeClr val="bg1"/>
                          </a:solidFill>
                        </a:rPr>
                        <a:t>Canada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dirty="0">
                          <a:solidFill>
                            <a:schemeClr val="bg1"/>
                          </a:solidFill>
                          <a:hlinkClick r:id="rId11"/>
                        </a:rPr>
                        <a:t>tarun.mehta@ca.ey.com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pPr algn="r"/>
                      <a:r>
                        <a:rPr lang="en-GB" sz="1000" i="0" dirty="0">
                          <a:solidFill>
                            <a:schemeClr val="bg1"/>
                          </a:solidFill>
                        </a:rPr>
                        <a:t>2025</a:t>
                      </a: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lnB>
                      <a:noFill/>
                    </a:lnB>
                  </a:tcPr>
                </a:tc>
                <a:extLst>
                  <a:ext uri="{0D108BD9-81ED-4DB2-BD59-A6C34878D82A}">
                    <a16:rowId xmlns:a16="http://schemas.microsoft.com/office/drawing/2014/main" val="1532318886"/>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hlinkClick r:id="rId12" action="ppaction://hlinksldjump"/>
                        </a:rPr>
                        <a:t>Lojas Riachuelo S/A</a:t>
                      </a:r>
                      <a:endParaRPr lang="en-GB"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kern="1200" dirty="0">
                          <a:solidFill>
                            <a:schemeClr val="bg1"/>
                          </a:solidFill>
                          <a:latin typeface="+mn-lt"/>
                          <a:ea typeface="+mn-ea"/>
                          <a:cs typeface="+mn-cs"/>
                        </a:rPr>
                        <a:t>ECC to S4 Hana Migration Implementation and Cost-Benefit Analysis</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kern="1200" dirty="0">
                          <a:solidFill>
                            <a:schemeClr val="bg1"/>
                          </a:solidFill>
                          <a:latin typeface="+mn-lt"/>
                          <a:ea typeface="+mn-ea"/>
                          <a:cs typeface="+mn-cs"/>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kern="1200" dirty="0">
                          <a:solidFill>
                            <a:schemeClr val="bg1"/>
                          </a:solidFill>
                          <a:latin typeface="+mn-lt"/>
                          <a:ea typeface="+mn-ea"/>
                          <a:cs typeface="+mn-cs"/>
                        </a:rPr>
                        <a:t>Brazil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r>
                        <a:rPr lang="en-GB" sz="1000" i="0" kern="1200" dirty="0">
                          <a:solidFill>
                            <a:schemeClr val="bg1"/>
                          </a:solidFill>
                          <a:latin typeface="+mn-lt"/>
                          <a:ea typeface="+mn-ea"/>
                          <a:cs typeface="+mn-cs"/>
                          <a:hlinkClick r:id="rId13"/>
                        </a:rPr>
                        <a:t>felipe.fonseca@br.ey.com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lnB>
                      <a:noFill/>
                    </a:lnB>
                  </a:tcPr>
                </a:tc>
                <a:tc>
                  <a:txBody>
                    <a:bodyPr/>
                    <a:lstStyle/>
                    <a:p>
                      <a:pPr algn="r"/>
                      <a:r>
                        <a:rPr lang="en-GB" sz="1000" i="0" kern="1200" dirty="0">
                          <a:solidFill>
                            <a:schemeClr val="bg1"/>
                          </a:solidFill>
                          <a:latin typeface="+mn-lt"/>
                          <a:ea typeface="+mn-ea"/>
                          <a:cs typeface="+mn-cs"/>
                        </a:rPr>
                        <a:t>2025</a:t>
                      </a: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lnB>
                      <a:noFill/>
                    </a:lnB>
                  </a:tcPr>
                </a:tc>
                <a:extLst>
                  <a:ext uri="{0D108BD9-81ED-4DB2-BD59-A6C34878D82A}">
                    <a16:rowId xmlns:a16="http://schemas.microsoft.com/office/drawing/2014/main" val="2447141"/>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solidFill>
                            <a:schemeClr val="bg1"/>
                          </a:solidFill>
                          <a:hlinkClick r:id="rId14" action="ppaction://hlinksldjump"/>
                        </a:rPr>
                        <a:t>ALDI International Services SE &amp; Co. </a:t>
                      </a:r>
                      <a:r>
                        <a:rPr lang="fr-FR" sz="1000" dirty="0" err="1">
                          <a:solidFill>
                            <a:schemeClr val="bg1"/>
                          </a:solidFill>
                          <a:hlinkClick r:id="rId14" action="ppaction://hlinksldjump"/>
                        </a:rPr>
                        <a:t>oHG</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tcPr>
                </a:tc>
                <a:tc>
                  <a:txBody>
                    <a:bodyPr/>
                    <a:lstStyle/>
                    <a:p>
                      <a:r>
                        <a:rPr lang="en-US" sz="1000" i="0" kern="1200" dirty="0">
                          <a:solidFill>
                            <a:schemeClr val="bg1"/>
                          </a:solidFill>
                          <a:latin typeface="+mn-lt"/>
                          <a:ea typeface="+mn-ea"/>
                          <a:cs typeface="+mn-cs"/>
                        </a:rPr>
                        <a:t>Enterprise Release Assessment - Governance, Processes and Technology</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tcPr>
                </a:tc>
                <a:tc>
                  <a:txBody>
                    <a:bodyPr/>
                    <a:lstStyle/>
                    <a:p>
                      <a:r>
                        <a:rPr lang="en-GB" sz="1000" i="0" kern="1200" dirty="0">
                          <a:solidFill>
                            <a:schemeClr val="bg1"/>
                          </a:solidFill>
                          <a:latin typeface="+mn-lt"/>
                          <a:ea typeface="+mn-ea"/>
                          <a:cs typeface="+mn-cs"/>
                        </a:rPr>
                        <a:t>Germany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tcPr>
                </a:tc>
                <a:tc>
                  <a:txBody>
                    <a:bodyPr/>
                    <a:lstStyle/>
                    <a:p>
                      <a:r>
                        <a:rPr lang="en-GB" sz="1000" i="0" kern="1200" dirty="0">
                          <a:solidFill>
                            <a:schemeClr val="bg1"/>
                          </a:solidFill>
                          <a:latin typeface="+mn-lt"/>
                          <a:ea typeface="+mn-ea"/>
                          <a:cs typeface="+mn-cs"/>
                          <a:hlinkClick r:id="rId15"/>
                        </a:rPr>
                        <a:t>tarang.jalan@de.ey.com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tcPr>
                </a:tc>
                <a:tc>
                  <a:txBody>
                    <a:bodyPr/>
                    <a:lstStyle/>
                    <a:p>
                      <a:pPr algn="r"/>
                      <a:r>
                        <a:rPr lang="en-GB" sz="1000" i="0" kern="1200" dirty="0">
                          <a:solidFill>
                            <a:schemeClr val="bg1"/>
                          </a:solidFill>
                          <a:latin typeface="+mn-lt"/>
                          <a:ea typeface="+mn-ea"/>
                          <a:cs typeface="+mn-cs"/>
                        </a:rPr>
                        <a:t>2025</a:t>
                      </a: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tcPr>
                </a:tc>
                <a:extLst>
                  <a:ext uri="{0D108BD9-81ED-4DB2-BD59-A6C34878D82A}">
                    <a16:rowId xmlns:a16="http://schemas.microsoft.com/office/drawing/2014/main" val="3567061763"/>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hlinkClick r:id="rId16" action="ppaction://hlinksldjump"/>
                        </a:rPr>
                        <a:t>Confidential</a:t>
                      </a:r>
                      <a:endParaRPr lang="en-GB"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Core Business Transformation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dirty="0">
                          <a:solidFill>
                            <a:schemeClr val="bg1"/>
                          </a:solidFill>
                        </a:rPr>
                        <a:t>Europe Central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hlinkClick r:id="rId17"/>
                        </a:rPr>
                        <a:t>malin.andree@se.ey.com</a:t>
                      </a:r>
                      <a:r>
                        <a:rPr lang="en-GB" sz="1000" i="0" dirty="0">
                          <a:solidFill>
                            <a:schemeClr val="bg1"/>
                          </a:solidFill>
                        </a:rPr>
                        <a:t> &amp; </a:t>
                      </a:r>
                      <a:r>
                        <a:rPr lang="en-GB" sz="1000" i="0" dirty="0">
                          <a:solidFill>
                            <a:schemeClr val="bg1"/>
                          </a:solidFill>
                          <a:hlinkClick r:id="rId18"/>
                        </a:rPr>
                        <a:t>benjamin.robinson@uk.ey.com</a:t>
                      </a:r>
                      <a:r>
                        <a:rPr lang="en-GB" sz="1000" i="0" dirty="0">
                          <a:solidFill>
                            <a:schemeClr val="bg1"/>
                          </a:solidFill>
                        </a:rPr>
                        <a:t> </a:t>
                      </a:r>
                      <a:endParaRPr lang="en-GB" sz="100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2025</a:t>
                      </a:r>
                      <a:endParaRPr lang="en-GB" sz="100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1868268385"/>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hlinkClick r:id="rId19" action="ppaction://hlinksldjump"/>
                        </a:rPr>
                        <a:t>Confidential</a:t>
                      </a:r>
                      <a:endParaRPr lang="en-GB"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E-commerce Platform Replacement</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rPr>
                        <a:t>Europe Central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hlinkClick r:id="rId17"/>
                        </a:rPr>
                        <a:t>malin.andree@se.ey.com</a:t>
                      </a:r>
                      <a:r>
                        <a:rPr lang="en-GB" sz="1000" i="0" dirty="0">
                          <a:solidFill>
                            <a:schemeClr val="bg1"/>
                          </a:solidFill>
                        </a:rPr>
                        <a:t> &amp; </a:t>
                      </a:r>
                      <a:r>
                        <a:rPr lang="en-GB" sz="1000" i="0" dirty="0">
                          <a:solidFill>
                            <a:schemeClr val="bg1"/>
                          </a:solidFill>
                          <a:hlinkClick r:id="rId20"/>
                        </a:rPr>
                        <a:t>emma.albertz@se.ey.com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2025</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49982553"/>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21" action="ppaction://hlinksldjump"/>
                        </a:rPr>
                        <a:t>Starbucks Corporation</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kern="1200" dirty="0">
                          <a:solidFill>
                            <a:schemeClr val="bg1"/>
                          </a:solidFill>
                          <a:latin typeface="+mn-lt"/>
                          <a:ea typeface="+mn-ea"/>
                          <a:cs typeface="+mn-cs"/>
                        </a:rPr>
                        <a:t>Customer Experience Transformation through Digital Signage</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kern="1200" dirty="0">
                          <a:solidFill>
                            <a:schemeClr val="bg1"/>
                          </a:solidFill>
                          <a:latin typeface="+mn-lt"/>
                          <a:ea typeface="+mn-ea"/>
                          <a:cs typeface="+mn-cs"/>
                        </a:rPr>
                        <a:t>Customer and Growth</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Canada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hlinkClick r:id="rId22"/>
                        </a:rPr>
                        <a:t>audi.rowe@ey.com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2024</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884747922"/>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prstClr val="white"/>
                          </a:solidFill>
                          <a:latin typeface="EYInterstate Light" panose="02000506000000020004" pitchFamily="2" charset="0"/>
                          <a:hlinkClick r:id="rId23" action="ppaction://hlinksldjump"/>
                        </a:rPr>
                        <a:t>CP AXTRA Public Company Limited</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kern="1200" dirty="0">
                          <a:solidFill>
                            <a:schemeClr val="bg1"/>
                          </a:solidFill>
                          <a:latin typeface="+mn-lt"/>
                          <a:ea typeface="+mn-ea"/>
                          <a:cs typeface="+mn-cs"/>
                        </a:rPr>
                        <a:t>Fulfillment Systems with OMS Overhaul and Enhanced CX</a:t>
                      </a: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kern="1200" dirty="0">
                          <a:solidFill>
                            <a:schemeClr val="bg1"/>
                          </a:solidFill>
                          <a:latin typeface="+mn-lt"/>
                          <a:ea typeface="+mn-ea"/>
                          <a:cs typeface="+mn-cs"/>
                        </a:rPr>
                        <a:t>Strategy and Transformation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rPr>
                        <a:t>Asia East</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kern="1200" dirty="0">
                          <a:solidFill>
                            <a:schemeClr val="bg1"/>
                          </a:solidFill>
                          <a:latin typeface="+mn-lt"/>
                          <a:ea typeface="+mn-ea"/>
                          <a:cs typeface="+mn-cs"/>
                          <a:hlinkClick r:id="rId24"/>
                        </a:rPr>
                        <a:t>atul.chandna@sg.ey.com</a:t>
                      </a:r>
                      <a:r>
                        <a:rPr lang="en-GB" sz="1000" i="0" kern="1200" dirty="0">
                          <a:solidFill>
                            <a:schemeClr val="bg1"/>
                          </a:solidFill>
                          <a:latin typeface="+mn-lt"/>
                          <a:ea typeface="+mn-ea"/>
                          <a:cs typeface="+mn-cs"/>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2024</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1606429907"/>
                  </a:ext>
                </a:extLst>
              </a:tr>
              <a:tr h="3943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dirty="0">
                          <a:solidFill>
                            <a:schemeClr val="bg1"/>
                          </a:solidFill>
                          <a:hlinkClick r:id="rId25" action="ppaction://hlinksldjump"/>
                        </a:rPr>
                        <a:t>THE SPAR GROUP LTD</a:t>
                      </a:r>
                      <a:endParaRPr lang="en-IN"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dirty="0">
                          <a:solidFill>
                            <a:schemeClr val="bg1"/>
                          </a:solidFill>
                        </a:rPr>
                        <a:t>Software Asset Management Review Process and Gap Identification</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GB" sz="1000" i="0" dirty="0">
                          <a:solidFill>
                            <a:schemeClr val="bg1"/>
                          </a:solidFill>
                        </a:rPr>
                        <a:t>Risk</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Africa India</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26"/>
                        </a:rPr>
                        <a:t>maya.ramchandran@in.ey.com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2024</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84381990"/>
                  </a:ext>
                </a:extLst>
              </a:tr>
            </a:tbl>
          </a:graphicData>
        </a:graphic>
      </p:graphicFrame>
      <p:sp>
        <p:nvSpPr>
          <p:cNvPr id="4" name="Slide Number Placeholder 5">
            <a:extLst>
              <a:ext uri="{FF2B5EF4-FFF2-40B4-BE49-F238E27FC236}">
                <a16:creationId xmlns:a16="http://schemas.microsoft.com/office/drawing/2014/main" id="{4E39D1E1-24C6-4F74-00C6-A3921B5132FE}"/>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6</a:t>
            </a:fld>
            <a:endParaRPr/>
          </a:p>
        </p:txBody>
      </p:sp>
    </p:spTree>
    <p:extLst>
      <p:ext uri="{BB962C8B-B14F-4D97-AF65-F5344CB8AC3E}">
        <p14:creationId xmlns:p14="http://schemas.microsoft.com/office/powerpoint/2010/main" val="2307371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8C2AA-07CA-579A-26BA-C1091F16E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BECF3-1AFE-A9AE-B14B-FF97DBE8AE1D}"/>
              </a:ext>
            </a:extLst>
          </p:cNvPr>
          <p:cNvSpPr>
            <a:spLocks noGrp="1"/>
          </p:cNvSpPr>
          <p:nvPr>
            <p:ph type="title"/>
          </p:nvPr>
        </p:nvSpPr>
        <p:spPr/>
        <p:txBody>
          <a:bodyPr/>
          <a:lstStyle/>
          <a:p>
            <a:r>
              <a:rPr lang="en-US"/>
              <a:t>Index</a:t>
            </a:r>
          </a:p>
        </p:txBody>
      </p:sp>
      <p:graphicFrame>
        <p:nvGraphicFramePr>
          <p:cNvPr id="22" name="Table 21">
            <a:extLst>
              <a:ext uri="{FF2B5EF4-FFF2-40B4-BE49-F238E27FC236}">
                <a16:creationId xmlns:a16="http://schemas.microsoft.com/office/drawing/2014/main" id="{FA31208F-F7E6-58B4-2F2E-9638F0D01AD5}"/>
              </a:ext>
            </a:extLst>
          </p:cNvPr>
          <p:cNvGraphicFramePr>
            <a:graphicFrameLocks noGrp="1"/>
          </p:cNvGraphicFramePr>
          <p:nvPr>
            <p:extLst>
              <p:ext uri="{D42A27DB-BD31-4B8C-83A1-F6EECF244321}">
                <p14:modId xmlns:p14="http://schemas.microsoft.com/office/powerpoint/2010/main" val="3517661528"/>
              </p:ext>
            </p:extLst>
          </p:nvPr>
        </p:nvGraphicFramePr>
        <p:xfrm>
          <a:off x="501218" y="815709"/>
          <a:ext cx="11292685" cy="3877954"/>
        </p:xfrm>
        <a:graphic>
          <a:graphicData uri="http://schemas.openxmlformats.org/drawingml/2006/table">
            <a:tbl>
              <a:tblPr firstRow="1" bandRow="1">
                <a:tableStyleId>{9D7B26C5-4107-4FEC-AEDC-1716B250A1EF}</a:tableStyleId>
              </a:tblPr>
              <a:tblGrid>
                <a:gridCol w="2128080">
                  <a:extLst>
                    <a:ext uri="{9D8B030D-6E8A-4147-A177-3AD203B41FA5}">
                      <a16:colId xmlns:a16="http://schemas.microsoft.com/office/drawing/2014/main" val="4084422897"/>
                    </a:ext>
                  </a:extLst>
                </a:gridCol>
                <a:gridCol w="3364085">
                  <a:extLst>
                    <a:ext uri="{9D8B030D-6E8A-4147-A177-3AD203B41FA5}">
                      <a16:colId xmlns:a16="http://schemas.microsoft.com/office/drawing/2014/main" val="1155433231"/>
                    </a:ext>
                  </a:extLst>
                </a:gridCol>
                <a:gridCol w="1280904">
                  <a:extLst>
                    <a:ext uri="{9D8B030D-6E8A-4147-A177-3AD203B41FA5}">
                      <a16:colId xmlns:a16="http://schemas.microsoft.com/office/drawing/2014/main" val="3803587577"/>
                    </a:ext>
                  </a:extLst>
                </a:gridCol>
                <a:gridCol w="1513014">
                  <a:extLst>
                    <a:ext uri="{9D8B030D-6E8A-4147-A177-3AD203B41FA5}">
                      <a16:colId xmlns:a16="http://schemas.microsoft.com/office/drawing/2014/main" val="2340884248"/>
                    </a:ext>
                  </a:extLst>
                </a:gridCol>
                <a:gridCol w="2240246">
                  <a:extLst>
                    <a:ext uri="{9D8B030D-6E8A-4147-A177-3AD203B41FA5}">
                      <a16:colId xmlns:a16="http://schemas.microsoft.com/office/drawing/2014/main" val="1247412879"/>
                    </a:ext>
                  </a:extLst>
                </a:gridCol>
                <a:gridCol w="766356">
                  <a:extLst>
                    <a:ext uri="{9D8B030D-6E8A-4147-A177-3AD203B41FA5}">
                      <a16:colId xmlns:a16="http://schemas.microsoft.com/office/drawing/2014/main" val="5966275"/>
                    </a:ext>
                  </a:extLst>
                </a:gridCol>
              </a:tblGrid>
              <a:tr h="257706">
                <a:tc>
                  <a:txBody>
                    <a:bodyPr/>
                    <a:lstStyle/>
                    <a:p>
                      <a:pPr marL="0" algn="l" defTabSz="914400" rtl="0" eaLnBrk="1" latinLnBrk="0" hangingPunct="1"/>
                      <a:r>
                        <a:rPr lang="en-GB" sz="1100" i="0" kern="1200">
                          <a:solidFill>
                            <a:schemeClr val="tx1"/>
                          </a:solidFill>
                          <a:latin typeface="+mn-lt"/>
                          <a:ea typeface="+mn-ea"/>
                          <a:cs typeface="+mn-cs"/>
                        </a:rPr>
                        <a:t>CLIENT NAME</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dirty="0">
                          <a:solidFill>
                            <a:schemeClr val="tx1"/>
                          </a:solidFill>
                          <a:latin typeface="+mn-lt"/>
                          <a:ea typeface="+mn-ea"/>
                          <a:cs typeface="+mn-cs"/>
                        </a:rPr>
                        <a:t>ENGAGEMENT TITLE</a:t>
                      </a:r>
                    </a:p>
                  </a:txBody>
                  <a:tcPr marL="91125" marR="91125" marT="45562" marB="45562">
                    <a:lnL>
                      <a:noFill/>
                    </a:lnL>
                    <a:lnR>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r>
                        <a:rPr lang="en-GB" sz="1100" i="0" kern="1200">
                          <a:solidFill>
                            <a:schemeClr val="tx1"/>
                          </a:solidFill>
                          <a:latin typeface="+mn-lt"/>
                          <a:ea typeface="+mn-ea"/>
                          <a:cs typeface="+mn-cs"/>
                        </a:rPr>
                        <a:t>FOP</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dirty="0">
                          <a:solidFill>
                            <a:schemeClr val="tx1"/>
                          </a:solidFill>
                          <a:latin typeface="+mn-lt"/>
                          <a:ea typeface="+mn-ea"/>
                          <a:cs typeface="+mn-cs"/>
                        </a:rPr>
                        <a:t>REGION</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r>
                        <a:rPr lang="en-GB" sz="1100" i="0" kern="1200">
                          <a:solidFill>
                            <a:schemeClr val="tx1"/>
                          </a:solidFill>
                          <a:latin typeface="+mn-lt"/>
                          <a:ea typeface="+mn-ea"/>
                          <a:cs typeface="+mn-cs"/>
                        </a:rPr>
                        <a:t>CONTACT</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tc>
                  <a:txBody>
                    <a:bodyPr/>
                    <a:lstStyle/>
                    <a:p>
                      <a:pPr algn="r"/>
                      <a:r>
                        <a:rPr lang="en-GB" sz="1100" i="0" kern="1200">
                          <a:solidFill>
                            <a:schemeClr val="tx1"/>
                          </a:solidFill>
                          <a:latin typeface="+mn-lt"/>
                          <a:ea typeface="+mn-ea"/>
                          <a:cs typeface="+mn-cs"/>
                        </a:rPr>
                        <a:t>YEAR</a:t>
                      </a:r>
                    </a:p>
                  </a:txBody>
                  <a:tcPr marL="91125" marR="91125" marT="45562" marB="45562">
                    <a:lnL>
                      <a:noFill/>
                    </a:lnL>
                    <a:lnR>
                      <a:noFill/>
                    </a:lnR>
                    <a:lnT w="127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318782089"/>
                  </a:ext>
                </a:extLst>
              </a:tr>
              <a:tr h="2425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hlinkClick r:id="rId3" action="ppaction://hlinksldjump"/>
                        </a:rPr>
                        <a:t>Confidential</a:t>
                      </a:r>
                      <a:endParaRPr lang="en-GB"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lnT w="12700" cmpd="sng">
                      <a:noFill/>
                    </a:lnT>
                    <a:solidFill>
                      <a:schemeClr val="tx1"/>
                    </a:solidFill>
                  </a:tcPr>
                </a:tc>
                <a:tc>
                  <a:txBody>
                    <a:bodyPr/>
                    <a:lstStyle/>
                    <a:p>
                      <a:r>
                        <a:rPr lang="en-GB" sz="1000" i="0" dirty="0">
                          <a:solidFill>
                            <a:schemeClr val="bg1"/>
                          </a:solidFill>
                        </a:rPr>
                        <a:t>Smart Retail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rPr>
                        <a:t>Europe Central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hlinkClick r:id="rId4"/>
                        </a:rPr>
                        <a:t>malin.andree@se.ey.com</a:t>
                      </a:r>
                      <a:r>
                        <a:rPr lang="en-GB" sz="1000" i="0" dirty="0">
                          <a:solidFill>
                            <a:schemeClr val="bg1"/>
                          </a:solidFill>
                        </a:rPr>
                        <a:t> &amp; </a:t>
                      </a:r>
                      <a:r>
                        <a:rPr lang="en-GB" sz="1000" i="0" dirty="0">
                          <a:solidFill>
                            <a:schemeClr val="bg1"/>
                          </a:solidFill>
                          <a:hlinkClick r:id="rId5"/>
                        </a:rPr>
                        <a:t>deb.sinha.roy@studio.ey.com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mpd="sng">
                      <a:noFill/>
                    </a:lnT>
                  </a:tcPr>
                </a:tc>
                <a:tc>
                  <a:txBody>
                    <a:bodyPr/>
                    <a:lstStyle/>
                    <a:p>
                      <a:pPr algn="r"/>
                      <a:r>
                        <a:rPr lang="en-GB" sz="1000" i="0" kern="1200" dirty="0">
                          <a:solidFill>
                            <a:schemeClr val="bg1"/>
                          </a:solidFill>
                          <a:latin typeface="+mn-lt"/>
                          <a:ea typeface="+mn-ea"/>
                          <a:cs typeface="+mn-cs"/>
                        </a:rPr>
                        <a:t>2024</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T w="12700" cmpd="sng">
                      <a:noFill/>
                    </a:lnT>
                  </a:tcPr>
                </a:tc>
                <a:extLst>
                  <a:ext uri="{0D108BD9-81ED-4DB2-BD59-A6C34878D82A}">
                    <a16:rowId xmlns:a16="http://schemas.microsoft.com/office/drawing/2014/main" val="1642443956"/>
                  </a:ext>
                </a:extLst>
              </a:tr>
              <a:tr h="2425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hlinkClick r:id="rId6" action="ppaction://hlinksldjump"/>
                        </a:rPr>
                        <a:t>Confidential</a:t>
                      </a:r>
                      <a:endParaRPr lang="en-GB" sz="100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solidFill>
                      <a:schemeClr val="tx1"/>
                    </a:solidFill>
                  </a:tcPr>
                </a:tc>
                <a:tc>
                  <a:txBody>
                    <a:bodyPr/>
                    <a:lstStyle/>
                    <a:p>
                      <a:r>
                        <a:rPr lang="en-GB" sz="1000" i="0" dirty="0">
                          <a:solidFill>
                            <a:schemeClr val="bg1"/>
                          </a:solidFill>
                        </a:rPr>
                        <a:t>E-commerce pre-study and procurement</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dirty="0">
                          <a:solidFill>
                            <a:schemeClr val="bg1"/>
                          </a:solidFill>
                        </a:rPr>
                        <a:t>Europe Central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hlinkClick r:id="rId7"/>
                        </a:rPr>
                        <a:t>marcus.antonsson@se.ey.com</a:t>
                      </a:r>
                      <a:r>
                        <a:rPr lang="en-GB" sz="1000" i="0" dirty="0">
                          <a:solidFill>
                            <a:schemeClr val="bg1"/>
                          </a:solidFill>
                        </a:rPr>
                        <a:t>, </a:t>
                      </a:r>
                      <a:r>
                        <a:rPr lang="en-GB" sz="1000" i="0" dirty="0">
                          <a:solidFill>
                            <a:schemeClr val="bg1"/>
                          </a:solidFill>
                          <a:hlinkClick r:id="rId8"/>
                        </a:rPr>
                        <a:t>fredrik.sannergren@se.ey.com</a:t>
                      </a:r>
                      <a:r>
                        <a:rPr lang="en-GB" sz="1000" i="0" dirty="0">
                          <a:solidFill>
                            <a:schemeClr val="bg1"/>
                          </a:solidFill>
                        </a:rPr>
                        <a:t> &amp; </a:t>
                      </a:r>
                      <a:r>
                        <a:rPr lang="en-GB" sz="1000" i="0" dirty="0">
                          <a:solidFill>
                            <a:schemeClr val="bg1"/>
                          </a:solidFill>
                          <a:hlinkClick r:id="rId9"/>
                        </a:rPr>
                        <a:t>ilari.moller@se.ey.com</a:t>
                      </a:r>
                      <a:r>
                        <a:rPr lang="en-GB" sz="1000" i="0" dirty="0">
                          <a:solidFill>
                            <a:schemeClr val="bg1"/>
                          </a:solidFill>
                        </a:rPr>
                        <a:t> </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kern="1200" dirty="0">
                          <a:solidFill>
                            <a:schemeClr val="bg1"/>
                          </a:solidFill>
                          <a:latin typeface="+mn-lt"/>
                          <a:ea typeface="+mn-ea"/>
                          <a:cs typeface="+mn-cs"/>
                        </a:rPr>
                        <a:t>2023</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582598991"/>
                  </a:ext>
                </a:extLst>
              </a:tr>
              <a:tr h="257706">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i="0" dirty="0">
                          <a:solidFill>
                            <a:schemeClr val="bg1"/>
                          </a:solidFill>
                          <a:hlinkClick r:id="rId10" action="ppaction://hlinksldjump"/>
                        </a:rPr>
                        <a:t>Organization &amp; People</a:t>
                      </a:r>
                      <a:endParaRPr lang="en-GB" sz="1100" i="0" dirty="0">
                        <a:solidFill>
                          <a:schemeClr val="bg1"/>
                        </a:solidFill>
                      </a:endParaRPr>
                    </a:p>
                  </a:txBody>
                  <a:tcPr marL="91125" marR="91125" marT="45562" marB="45562">
                    <a:solidFill>
                      <a:srgbClr val="39383D"/>
                    </a:solidFill>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pPr algn="r"/>
                      <a:endParaRPr lang="en-GB" sz="11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267666782"/>
                  </a:ext>
                </a:extLst>
              </a:tr>
              <a:tr h="345434">
                <a:tc>
                  <a:txBody>
                    <a:bodyPr/>
                    <a:lstStyle/>
                    <a:p>
                      <a:r>
                        <a:rPr lang="en-GB" sz="1000" i="0" dirty="0">
                          <a:solidFill>
                            <a:schemeClr val="bg1"/>
                          </a:solidFill>
                          <a:hlinkClick r:id="rId11" action="ppaction://hlinksldjump"/>
                        </a:rPr>
                        <a:t>Confidential</a:t>
                      </a:r>
                      <a:endParaRPr lang="en-GB" sz="1000" i="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0" dirty="0">
                          <a:solidFill>
                            <a:schemeClr val="bg1"/>
                          </a:solidFill>
                        </a:rPr>
                        <a:t>Improve Collaboration and Process Compliance</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GB" sz="1000" i="0" dirty="0">
                          <a:solidFill>
                            <a:schemeClr val="bg1"/>
                          </a:solidFill>
                        </a:rPr>
                        <a:t>Organization and People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Europe Central</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a:solidFill>
                            <a:schemeClr val="bg1"/>
                          </a:solidFill>
                          <a:hlinkClick r:id="rId12"/>
                        </a:rPr>
                        <a:t>per.anders.wendin@se.ey.com</a:t>
                      </a:r>
                      <a:r>
                        <a:rPr lang="en-GB" sz="1000" i="0">
                          <a:solidFill>
                            <a:schemeClr val="bg1"/>
                          </a:solidFill>
                        </a:rPr>
                        <a:t> </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2019</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689182936"/>
                  </a:ext>
                </a:extLst>
              </a:tr>
              <a:tr h="242528">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hlinkClick r:id="rId13" action="ppaction://hlinksldjump"/>
                        </a:rPr>
                        <a:t>Program Delivery</a:t>
                      </a:r>
                      <a:endParaRPr lang="en-GB" sz="1000" i="0" dirty="0">
                        <a:solidFill>
                          <a:schemeClr val="bg1"/>
                        </a:solidFill>
                      </a:endParaRPr>
                    </a:p>
                  </a:txBody>
                  <a:tcPr marL="91125" marR="91125" marT="45562" marB="45562">
                    <a:solidFill>
                      <a:srgbClr val="39383D"/>
                    </a:solidFill>
                  </a:tcPr>
                </a:tc>
                <a:tc hMerge="1">
                  <a:txBody>
                    <a:bodyPr/>
                    <a:lstStyle/>
                    <a:p>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pPr algn="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1965640154"/>
                  </a:ext>
                </a:extLst>
              </a:tr>
              <a:tr h="345434">
                <a:tc>
                  <a:txBody>
                    <a:bodyPr/>
                    <a:lstStyle/>
                    <a:p>
                      <a:r>
                        <a:rPr lang="en-GB" sz="1000" i="0" dirty="0">
                          <a:solidFill>
                            <a:schemeClr val="bg1"/>
                          </a:solidFill>
                          <a:hlinkClick r:id="rId14" action="ppaction://hlinksldjump"/>
                        </a:rPr>
                        <a:t>Confidential</a:t>
                      </a:r>
                      <a:endParaRPr lang="en-GB" sz="1000" i="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H3 Omni PoC</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Strategy and Transformation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Ongoing</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1070680762"/>
                  </a:ext>
                </a:extLst>
              </a:tr>
              <a:tr h="345434">
                <a:tc>
                  <a:txBody>
                    <a:bodyPr/>
                    <a:lstStyle/>
                    <a:p>
                      <a:r>
                        <a:rPr lang="en-GB" sz="1000" i="0" dirty="0">
                          <a:solidFill>
                            <a:schemeClr val="bg1"/>
                          </a:solidFill>
                          <a:hlinkClick r:id="rId15" action="ppaction://hlinksldjump"/>
                        </a:rPr>
                        <a:t>Confidential</a:t>
                      </a:r>
                      <a:endParaRPr lang="en-GB" sz="1000" i="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Cyber: Centralized Cyber PMO</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Strategy and Transformation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Ongoing</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296040651"/>
                  </a:ext>
                </a:extLst>
              </a:tr>
              <a:tr h="345434">
                <a:tc>
                  <a:txBody>
                    <a:bodyPr/>
                    <a:lstStyle/>
                    <a:p>
                      <a:r>
                        <a:rPr lang="en-GB" sz="1000" i="0" dirty="0">
                          <a:solidFill>
                            <a:schemeClr val="bg1"/>
                          </a:solidFill>
                          <a:hlinkClick r:id="rId16" action="ppaction://hlinksldjump"/>
                        </a:rPr>
                        <a:t>Confidential</a:t>
                      </a:r>
                      <a:endParaRPr lang="en-GB" sz="1000" i="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Smart Retail: Program delivery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Strategy and Transformation</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2022*</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188168443"/>
                  </a:ext>
                </a:extLst>
              </a:tr>
              <a:tr h="345434">
                <a:tc>
                  <a:txBody>
                    <a:bodyPr/>
                    <a:lstStyle/>
                    <a:p>
                      <a:r>
                        <a:rPr lang="en-GB" sz="1000" i="0" dirty="0">
                          <a:solidFill>
                            <a:schemeClr val="bg1"/>
                          </a:solidFill>
                          <a:hlinkClick r:id="rId17" action="ppaction://hlinksldjump"/>
                        </a:rPr>
                        <a:t>Confidential</a:t>
                      </a:r>
                      <a:endParaRPr lang="en-GB" sz="1000" i="0" dirty="0">
                        <a:solidFill>
                          <a:schemeClr val="bg1"/>
                        </a:solidFill>
                      </a:endParaRPr>
                    </a:p>
                  </a:txBody>
                  <a:tcPr marL="91125" marR="91125" marT="45562" marB="45562">
                    <a:lnR w="12700" cap="flat" cmpd="sng" algn="ctr">
                      <a:solidFill>
                        <a:schemeClr val="bg1">
                          <a:lumMod val="85000"/>
                        </a:schemeClr>
                      </a:solidFill>
                      <a:prstDash val="solid"/>
                      <a:round/>
                      <a:headEnd type="none" w="med" len="med"/>
                      <a:tailEnd type="none" w="med" len="med"/>
                    </a:lnR>
                  </a:tcPr>
                </a:tc>
                <a:tc>
                  <a:txBody>
                    <a:bodyPr/>
                    <a:lstStyle/>
                    <a:p>
                      <a:r>
                        <a:rPr lang="en-US" sz="1000" i="0" dirty="0">
                          <a:solidFill>
                            <a:schemeClr val="bg1"/>
                          </a:solidFill>
                        </a:rPr>
                        <a:t>Jira Rollout: Digital platform build and integration</a:t>
                      </a: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kern="1200" dirty="0">
                          <a:solidFill>
                            <a:schemeClr val="bg1"/>
                          </a:solidFill>
                          <a:latin typeface="+mn-lt"/>
                          <a:ea typeface="+mn-ea"/>
                          <a:cs typeface="+mn-cs"/>
                        </a:rPr>
                        <a:t>Technology</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r>
                        <a:rPr lang="en-GB" sz="1000" i="0" dirty="0">
                          <a:solidFill>
                            <a:schemeClr val="bg1"/>
                          </a:solidFill>
                        </a:rPr>
                        <a:t>Not available</a:t>
                      </a: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a:txBody>
                    <a:bodyPr/>
                    <a:lstStyle/>
                    <a:p>
                      <a:pPr algn="r"/>
                      <a:r>
                        <a:rPr lang="en-GB" sz="1000" i="0" dirty="0">
                          <a:solidFill>
                            <a:schemeClr val="bg1"/>
                          </a:solidFill>
                        </a:rPr>
                        <a:t>2022*</a:t>
                      </a: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3795392813"/>
                  </a:ext>
                </a:extLst>
              </a:tr>
              <a:tr h="242528">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i="0" dirty="0">
                          <a:solidFill>
                            <a:schemeClr val="bg1"/>
                          </a:solidFill>
                          <a:hlinkClick r:id="rId18" action="ppaction://hlinksldjump"/>
                        </a:rPr>
                        <a:t>Retail resources and related contents</a:t>
                      </a:r>
                      <a:endParaRPr lang="en-GB" sz="1000" i="0" dirty="0">
                        <a:solidFill>
                          <a:schemeClr val="bg1"/>
                        </a:solidFill>
                      </a:endParaRPr>
                    </a:p>
                  </a:txBody>
                  <a:tcPr marL="91125" marR="91125" marT="45562" marB="45562">
                    <a:solidFill>
                      <a:srgbClr val="39383D"/>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1000" i="0" kern="1200" dirty="0">
                        <a:solidFill>
                          <a:schemeClr val="bg1"/>
                        </a:solidFill>
                        <a:latin typeface="+mn-lt"/>
                        <a:ea typeface="+mn-ea"/>
                        <a:cs typeface="+mn-cs"/>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tcPr>
                </a:tc>
                <a:tc hMerge="1">
                  <a:txBody>
                    <a:bodyPr/>
                    <a:lstStyle/>
                    <a:p>
                      <a:pPr algn="r"/>
                      <a:endParaRPr lang="en-GB" sz="1000" i="0" dirty="0">
                        <a:solidFill>
                          <a:schemeClr val="bg1"/>
                        </a:solidFill>
                      </a:endParaRPr>
                    </a:p>
                  </a:txBody>
                  <a:tcPr marL="91125" marR="91125" marT="45562" marB="45562">
                    <a:lnL w="12700" cap="flat" cmpd="sng" algn="ctr">
                      <a:solidFill>
                        <a:schemeClr val="bg1">
                          <a:lumMod val="85000"/>
                        </a:schemeClr>
                      </a:solidFill>
                      <a:prstDash val="solid"/>
                      <a:round/>
                      <a:headEnd type="none" w="med" len="med"/>
                      <a:tailEnd type="none" w="med" len="med"/>
                    </a:lnL>
                  </a:tcPr>
                </a:tc>
                <a:extLst>
                  <a:ext uri="{0D108BD9-81ED-4DB2-BD59-A6C34878D82A}">
                    <a16:rowId xmlns:a16="http://schemas.microsoft.com/office/drawing/2014/main" val="2490336659"/>
                  </a:ext>
                </a:extLst>
              </a:tr>
            </a:tbl>
          </a:graphicData>
        </a:graphic>
      </p:graphicFrame>
      <p:sp>
        <p:nvSpPr>
          <p:cNvPr id="4" name="Slide Number Placeholder 5">
            <a:extLst>
              <a:ext uri="{FF2B5EF4-FFF2-40B4-BE49-F238E27FC236}">
                <a16:creationId xmlns:a16="http://schemas.microsoft.com/office/drawing/2014/main" id="{FAF48E7A-0FBF-FED5-D77A-82857D51FD10}"/>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7</a:t>
            </a:fld>
            <a:endParaRPr/>
          </a:p>
        </p:txBody>
      </p:sp>
      <p:sp>
        <p:nvSpPr>
          <p:cNvPr id="3" name="TextBox 2">
            <a:extLst>
              <a:ext uri="{FF2B5EF4-FFF2-40B4-BE49-F238E27FC236}">
                <a16:creationId xmlns:a16="http://schemas.microsoft.com/office/drawing/2014/main" id="{9D797C02-3BCE-594E-D489-E305C0F7C81E}"/>
              </a:ext>
            </a:extLst>
          </p:cNvPr>
          <p:cNvSpPr txBox="1"/>
          <p:nvPr/>
        </p:nvSpPr>
        <p:spPr>
          <a:xfrm>
            <a:off x="6634263" y="6568648"/>
            <a:ext cx="5303520" cy="161583"/>
          </a:xfrm>
          <a:prstGeom prst="rect">
            <a:avLst/>
          </a:prstGeom>
          <a:noFill/>
        </p:spPr>
        <p:txBody>
          <a:bodyPr wrap="square" lIns="0" tIns="36576" rIns="0" bIns="0" rtlCol="0" anchor="t">
            <a:spAutoFit/>
          </a:bodyPr>
          <a:lstStyle/>
          <a:p>
            <a:pPr>
              <a:lnSpc>
                <a:spcPct val="90000"/>
              </a:lnSpc>
              <a:spcBef>
                <a:spcPts val="400"/>
              </a:spcBef>
              <a:spcAft>
                <a:spcPts val="400"/>
              </a:spcAft>
              <a:buClr>
                <a:schemeClr val="tx2"/>
              </a:buClr>
              <a:buSzPct val="100000"/>
            </a:pPr>
            <a:r>
              <a:rPr lang="en-US" sz="900" dirty="0">
                <a:solidFill>
                  <a:schemeClr val="bg1"/>
                </a:solidFill>
              </a:rPr>
              <a:t>*Dates marked as 2022 denote pre‑2023 engagements where exact dates were not available.</a:t>
            </a:r>
          </a:p>
        </p:txBody>
      </p:sp>
    </p:spTree>
    <p:extLst>
      <p:ext uri="{BB962C8B-B14F-4D97-AF65-F5344CB8AC3E}">
        <p14:creationId xmlns:p14="http://schemas.microsoft.com/office/powerpoint/2010/main" val="914544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58122-8427-05D9-54E8-17C5ED9DE9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A26506-23B2-A932-DC3A-C3F61FD94A8A}"/>
              </a:ext>
            </a:extLst>
          </p:cNvPr>
          <p:cNvSpPr>
            <a:spLocks noGrp="1"/>
          </p:cNvSpPr>
          <p:nvPr>
            <p:ph type="title"/>
          </p:nvPr>
        </p:nvSpPr>
        <p:spPr>
          <a:xfrm>
            <a:off x="609602" y="243778"/>
            <a:ext cx="10972800" cy="590400"/>
          </a:xfrm>
        </p:spPr>
        <p:txBody>
          <a:bodyPr/>
          <a:lstStyle/>
          <a:p>
            <a:r>
              <a:rPr lang="en-US" sz="2000" dirty="0">
                <a:solidFill>
                  <a:schemeClr val="bg1"/>
                </a:solidFill>
              </a:rPr>
              <a:t>Win and Client Stories</a:t>
            </a:r>
            <a:br>
              <a:rPr lang="en-US" sz="2000" dirty="0">
                <a:solidFill>
                  <a:schemeClr val="bg1"/>
                </a:solidFill>
              </a:rPr>
            </a:br>
            <a:br>
              <a:rPr lang="en-US" sz="2000" dirty="0">
                <a:solidFill>
                  <a:schemeClr val="bg1"/>
                </a:solidFill>
              </a:rPr>
            </a:br>
            <a:r>
              <a:rPr lang="en-US" sz="1400" b="0" dirty="0">
                <a:solidFill>
                  <a:schemeClr val="bg1"/>
                </a:solidFill>
              </a:rPr>
              <a:t>The following Retail wins and client stories not only profile our successes but also demonstrate how we’re solving client problems and helping you identify opportunities on your accounts.</a:t>
            </a:r>
            <a:br>
              <a:rPr lang="en-US" sz="1800" dirty="0">
                <a:solidFill>
                  <a:schemeClr val="bg1"/>
                </a:solidFill>
              </a:rPr>
            </a:br>
            <a:endParaRPr lang="en-US" sz="2000" dirty="0">
              <a:solidFill>
                <a:schemeClr val="bg1"/>
              </a:solidFill>
            </a:endParaRPr>
          </a:p>
        </p:txBody>
      </p:sp>
      <p:cxnSp>
        <p:nvCxnSpPr>
          <p:cNvPr id="13" name="Straight Connector 12">
            <a:extLst>
              <a:ext uri="{FF2B5EF4-FFF2-40B4-BE49-F238E27FC236}">
                <a16:creationId xmlns:a16="http://schemas.microsoft.com/office/drawing/2014/main" id="{8F1C39E5-DDF0-8132-802F-997E552907FB}"/>
              </a:ext>
              <a:ext uri="{C183D7F6-B498-43B3-948B-1728B52AA6E4}">
                <adec:decorative xmlns:adec="http://schemas.microsoft.com/office/drawing/2017/decorative" val="1"/>
              </a:ext>
            </a:extLst>
          </p:cNvPr>
          <p:cNvCxnSpPr>
            <a:cxnSpLocks/>
          </p:cNvCxnSpPr>
          <p:nvPr/>
        </p:nvCxnSpPr>
        <p:spPr>
          <a:xfrm>
            <a:off x="609602" y="1150043"/>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EB9E416-786C-04CB-F8F8-02BF82D1DCEC}"/>
              </a:ext>
            </a:extLst>
          </p:cNvPr>
          <p:cNvSpPr txBox="1"/>
          <p:nvPr/>
        </p:nvSpPr>
        <p:spPr>
          <a:xfrm>
            <a:off x="535462" y="1210961"/>
            <a:ext cx="11228172" cy="5170646"/>
          </a:xfrm>
          <a:prstGeom prst="rect">
            <a:avLst/>
          </a:prstGeom>
          <a:noFill/>
        </p:spPr>
        <p:txBody>
          <a:bodyPr wrap="square">
            <a:spAutoFit/>
          </a:bodyPr>
          <a:lstStyle/>
          <a:p>
            <a:pPr>
              <a:defRPr/>
            </a:pPr>
            <a:r>
              <a:rPr lang="en-US" sz="1100" dirty="0">
                <a:solidFill>
                  <a:schemeClr val="tx2"/>
                </a:solidFill>
                <a:hlinkClick r:id="rId2"/>
              </a:rPr>
              <a:t>EY-ServiceNow Win – Second-Hand Retail Transformation for </a:t>
            </a:r>
            <a:r>
              <a:rPr lang="en-US" sz="1100" dirty="0" err="1">
                <a:solidFill>
                  <a:schemeClr val="tx2"/>
                </a:solidFill>
                <a:hlinkClick r:id="rId2"/>
              </a:rPr>
              <a:t>Unieuro</a:t>
            </a:r>
            <a:r>
              <a:rPr lang="en-US" sz="1100" dirty="0">
                <a:solidFill>
                  <a:schemeClr val="bg1"/>
                </a:solidFill>
              </a:rPr>
              <a:t>: </a:t>
            </a:r>
            <a:r>
              <a:rPr lang="en-US" sz="1100" dirty="0" err="1">
                <a:solidFill>
                  <a:schemeClr val="bg1"/>
                </a:solidFill>
              </a:rPr>
              <a:t>Unieuro</a:t>
            </a:r>
            <a:r>
              <a:rPr lang="en-US" sz="1100" dirty="0">
                <a:solidFill>
                  <a:schemeClr val="bg1"/>
                </a:solidFill>
              </a:rPr>
              <a:t> aimed to integrate </a:t>
            </a:r>
            <a:r>
              <a:rPr lang="en-US" sz="1100" dirty="0" err="1">
                <a:solidFill>
                  <a:schemeClr val="bg1"/>
                </a:solidFill>
              </a:rPr>
              <a:t>Covercare's</a:t>
            </a:r>
            <a:r>
              <a:rPr lang="en-US" sz="1100" dirty="0">
                <a:solidFill>
                  <a:schemeClr val="bg1"/>
                </a:solidFill>
              </a:rPr>
              <a:t> operations into its physical stores and digitize the end-to-end second-hand smartphone lifecycle, from evaluation and acquisition through reconditioning and inventory management. EY won due to its deep understanding of </a:t>
            </a:r>
            <a:r>
              <a:rPr lang="en-US" sz="1100" dirty="0" err="1">
                <a:solidFill>
                  <a:schemeClr val="bg1"/>
                </a:solidFill>
              </a:rPr>
              <a:t>Unieuro's</a:t>
            </a:r>
            <a:r>
              <a:rPr lang="en-US" sz="1100" dirty="0">
                <a:solidFill>
                  <a:schemeClr val="bg1"/>
                </a:solidFill>
              </a:rPr>
              <a:t> operational goals, proven ServiceNow expertise, and the design of tailored workflows and a dedicated store portal leveraging ServiceNow Customer Service Management. This win is important for EY as it strengthens the firm's footprint in the Italian retail sector, demonstrates end-to-end ServiceNow delivery capabilities, and creates opportunities for future rollouts and additional use cases.</a:t>
            </a:r>
          </a:p>
          <a:p>
            <a:pPr>
              <a:defRPr/>
            </a:pPr>
            <a:r>
              <a:rPr lang="en-US" sz="1100" dirty="0">
                <a:solidFill>
                  <a:schemeClr val="tx2"/>
                </a:solidFill>
              </a:rPr>
              <a:t>Contact: </a:t>
            </a:r>
            <a:r>
              <a:rPr lang="en-US" sz="1100" dirty="0">
                <a:solidFill>
                  <a:schemeClr val="tx2"/>
                </a:solidFill>
                <a:hlinkClick r:id="rId3"/>
              </a:rPr>
              <a:t>Salvatore Iervolino</a:t>
            </a:r>
            <a:endParaRPr lang="en-US" sz="1100" dirty="0">
              <a:solidFill>
                <a:schemeClr val="tx2"/>
              </a:solidFill>
            </a:endParaRPr>
          </a:p>
          <a:p>
            <a:pPr>
              <a:defRPr/>
            </a:pPr>
            <a:endParaRPr kumimoji="0" lang="en-US" sz="1100" b="0" i="0" u="none" strike="noStrike" kern="1200" cap="none" spc="0" normalizeH="0" baseline="0" noProof="0" dirty="0">
              <a:ln>
                <a:noFill/>
              </a:ln>
              <a:solidFill>
                <a:schemeClr val="tx2"/>
              </a:solidFill>
              <a:effectLst/>
              <a:uLnTx/>
              <a:uFillTx/>
              <a:latin typeface="EYInterstate Light"/>
              <a:ea typeface="+mn-ea"/>
              <a:cs typeface="+mn-cs"/>
              <a:hlinkClick r:id="rId4"/>
            </a:endParaRPr>
          </a:p>
          <a:p>
            <a:pPr>
              <a:defRPr/>
            </a:pPr>
            <a:r>
              <a:rPr kumimoji="0" lang="en-US" sz="1100" b="0" i="0" u="none" strike="noStrike" kern="1200" cap="none" spc="0" normalizeH="0" baseline="0" noProof="0" dirty="0">
                <a:ln>
                  <a:noFill/>
                </a:ln>
                <a:solidFill>
                  <a:schemeClr val="tx2"/>
                </a:solidFill>
                <a:effectLst/>
                <a:uLnTx/>
                <a:uFillTx/>
                <a:latin typeface="EYInterstate Light"/>
                <a:ea typeface="+mn-ea"/>
                <a:cs typeface="+mn-cs"/>
                <a:hlinkClick r:id="rId4"/>
              </a:rPr>
              <a:t>BKR Win Summary - Driving CRM Renewal Through Transformation</a:t>
            </a:r>
            <a:r>
              <a:rPr lang="en-US" sz="1100" dirty="0">
                <a:solidFill>
                  <a:schemeClr val="bg1"/>
                </a:solidFill>
              </a:rPr>
              <a:t>: EY supported BKR Co., Ltd. in addressing structural limitations of its legacy CRM landscape by leading a governance-first transformation focused on BK-CRM improvements and TH-CRM renewal, enabling a shift toward a standardized, scalable and more resilient architecture; leveraging its proven ability to deliver end-to-end CRM transformation.</a:t>
            </a:r>
            <a:br>
              <a:rPr lang="en-US" sz="1100" dirty="0">
                <a:solidFill>
                  <a:schemeClr val="bg1"/>
                </a:solidFill>
              </a:rPr>
            </a:br>
            <a:r>
              <a:rPr lang="en-US" sz="1100" dirty="0">
                <a:solidFill>
                  <a:schemeClr val="tx2"/>
                </a:solidFill>
              </a:rPr>
              <a:t>Contact: </a:t>
            </a:r>
            <a:r>
              <a:rPr lang="en-US" sz="1100" dirty="0">
                <a:solidFill>
                  <a:schemeClr val="tx2"/>
                </a:solidFill>
                <a:hlinkClick r:id="rId5"/>
              </a:rPr>
              <a:t>Gwang Rim Yi</a:t>
            </a:r>
            <a:endParaRPr lang="en-US" sz="1100" dirty="0">
              <a:solidFill>
                <a:schemeClr val="tx2"/>
              </a:solidFill>
            </a:endParaRPr>
          </a:p>
          <a:p>
            <a:pPr>
              <a:defRPr/>
            </a:pPr>
            <a:endParaRPr lang="en-US" sz="1100" dirty="0">
              <a:solidFill>
                <a:schemeClr val="tx2"/>
              </a:solidFill>
            </a:endParaRPr>
          </a:p>
          <a:p>
            <a:pPr>
              <a:defRPr/>
            </a:pPr>
            <a:r>
              <a:rPr kumimoji="0" lang="en-US" sz="1100" b="0" i="0" u="none" strike="noStrike" kern="1200" cap="none" spc="0" normalizeH="0" baseline="0" noProof="0" dirty="0">
                <a:ln>
                  <a:noFill/>
                </a:ln>
                <a:solidFill>
                  <a:schemeClr val="tx2"/>
                </a:solidFill>
                <a:effectLst/>
                <a:uLnTx/>
                <a:uFillTx/>
                <a:latin typeface="EYInterstate Light"/>
                <a:ea typeface="+mn-ea"/>
                <a:cs typeface="+mn-cs"/>
                <a:hlinkClick r:id="rId6"/>
              </a:rPr>
              <a:t>Starbucks Win Summary - Project Sunday</a:t>
            </a:r>
            <a:r>
              <a:rPr lang="en-US" sz="1100" dirty="0">
                <a:solidFill>
                  <a:schemeClr val="bg1"/>
                </a:solidFill>
              </a:rPr>
              <a:t>: EY supported BKR Co., Ltd. in addressing structural limitations of its legacy CRM landscape by leading a governance-first transformation focused on BK-CRM improvements and TH-CRM renewal, enabling a shift toward a standardized, scalable and more resilient architecture; leveraging its proven ability to deliver end-to-end CRM transformation, EY is enhancing system performance, stability and security while reducing operational risk, ultimately improving customer experience and responsiveness and creating a strong foundation for sustainable growth, increased consumption and future expansion. </a:t>
            </a:r>
          </a:p>
          <a:p>
            <a:pPr>
              <a:defRPr/>
            </a:pPr>
            <a:r>
              <a:rPr lang="en-US" sz="1100" dirty="0">
                <a:solidFill>
                  <a:schemeClr val="tx2"/>
                </a:solidFill>
              </a:rPr>
              <a:t>Contact: </a:t>
            </a:r>
            <a:r>
              <a:rPr lang="en-US" sz="1100" dirty="0">
                <a:solidFill>
                  <a:schemeClr val="tx2"/>
                </a:solidFill>
                <a:hlinkClick r:id="rId7"/>
              </a:rPr>
              <a:t>Aliya M </a:t>
            </a:r>
            <a:r>
              <a:rPr lang="en-US" sz="1100" dirty="0" err="1">
                <a:solidFill>
                  <a:schemeClr val="tx2"/>
                </a:solidFill>
                <a:hlinkClick r:id="rId7"/>
              </a:rPr>
              <a:t>Amanzholova</a:t>
            </a:r>
            <a:endParaRPr lang="en-US" sz="1100" dirty="0">
              <a:solidFill>
                <a:schemeClr val="tx2"/>
              </a:solidFill>
            </a:endParaRPr>
          </a:p>
          <a:p>
            <a:pPr>
              <a:defRPr/>
            </a:pPr>
            <a:endParaRPr lang="en-US" sz="1100" dirty="0">
              <a:solidFill>
                <a:schemeClr val="tx2"/>
              </a:solidFill>
            </a:endParaRPr>
          </a:p>
          <a:p>
            <a:pPr>
              <a:defRPr/>
            </a:pPr>
            <a:r>
              <a:rPr kumimoji="0" lang="en-US" sz="1100" b="0" i="0" u="none" strike="noStrike" kern="1200" cap="none" spc="0" normalizeH="0" baseline="0" noProof="0" dirty="0">
                <a:ln>
                  <a:noFill/>
                </a:ln>
                <a:solidFill>
                  <a:schemeClr val="tx2"/>
                </a:solidFill>
                <a:effectLst/>
                <a:uLnTx/>
                <a:uFillTx/>
                <a:latin typeface="EYInterstate Light"/>
                <a:ea typeface="+mn-ea"/>
                <a:cs typeface="+mn-cs"/>
                <a:hlinkClick r:id="rId8"/>
              </a:rPr>
              <a:t>Cefetra Client Story - Indirect Tax Compliance</a:t>
            </a:r>
            <a:r>
              <a:rPr lang="en-US" sz="1100" dirty="0">
                <a:solidFill>
                  <a:schemeClr val="bg1"/>
                </a:solidFill>
              </a:rPr>
              <a:t>: This client story details how Indirect Tax used the Global VAT Compliance &amp; Reporting solution to provide the client with visibility and clarity on the groups global VAT compliance status. It shows how EY built a strong relationship with the client via smaller ad hoc projects even though PwC were the preferred service provider and how we leveraged this into a larger Global VAT Compliance and Reporting engagement.</a:t>
            </a:r>
          </a:p>
          <a:p>
            <a:pPr>
              <a:defRPr/>
            </a:pPr>
            <a:r>
              <a:rPr lang="en-US" sz="1100" dirty="0">
                <a:solidFill>
                  <a:schemeClr val="tx2"/>
                </a:solidFill>
              </a:rPr>
              <a:t>Contact: </a:t>
            </a:r>
            <a:r>
              <a:rPr lang="en-US" sz="1100" dirty="0">
                <a:solidFill>
                  <a:schemeClr val="tx2"/>
                </a:solidFill>
                <a:hlinkClick r:id="rId9"/>
              </a:rPr>
              <a:t>Martijn Schippers</a:t>
            </a:r>
            <a:endParaRPr lang="es-AR" sz="1100" dirty="0">
              <a:solidFill>
                <a:schemeClr val="bg1"/>
              </a:solidFill>
            </a:endParaRPr>
          </a:p>
          <a:p>
            <a:pPr>
              <a:defRPr/>
            </a:pPr>
            <a:endParaRPr lang="en-US" sz="1100" dirty="0">
              <a:solidFill>
                <a:schemeClr val="tx2"/>
              </a:solidFill>
            </a:endParaRPr>
          </a:p>
          <a:p>
            <a:pPr>
              <a:defRPr/>
            </a:pPr>
            <a:r>
              <a:rPr kumimoji="0" lang="en-US" sz="1100" b="0" i="0" u="none" strike="noStrike" kern="1200" cap="none" spc="0" normalizeH="0" baseline="0" noProof="0" dirty="0">
                <a:ln>
                  <a:noFill/>
                </a:ln>
                <a:solidFill>
                  <a:schemeClr val="tx2"/>
                </a:solidFill>
                <a:effectLst/>
                <a:uLnTx/>
                <a:uFillTx/>
                <a:latin typeface="EYInterstate Light"/>
                <a:ea typeface="+mn-ea"/>
                <a:cs typeface="+mn-cs"/>
                <a:hlinkClick r:id="rId10"/>
              </a:rPr>
              <a:t>Nike Win Story - Cyber Defense Center Renewal</a:t>
            </a:r>
            <a:r>
              <a:rPr lang="en-US" sz="1100" dirty="0">
                <a:solidFill>
                  <a:schemeClr val="bg1"/>
                </a:solidFill>
              </a:rPr>
              <a:t>: EY secured a sole‑sourced cyber renewal with Nike by consistently delivering as a trusted extension of Nike's Cyber Defense Center. What began as a competitive win three years ago evolved into a long‑term partnership built on reliability, flexibility, and deep integration with Nike’s security operations. This win story highlights how sustained delivery excellence, strong communication, and a partnership mindset can turn a complex cyber operations project into a renewal driven by confidence and credibility.</a:t>
            </a:r>
          </a:p>
          <a:p>
            <a:pPr>
              <a:defRPr/>
            </a:pPr>
            <a:r>
              <a:rPr lang="en-US" sz="1100" dirty="0">
                <a:solidFill>
                  <a:schemeClr val="tx2"/>
                </a:solidFill>
              </a:rPr>
              <a:t>Contact: </a:t>
            </a:r>
            <a:r>
              <a:rPr lang="en-US" sz="1100" dirty="0">
                <a:solidFill>
                  <a:schemeClr val="tx2"/>
                </a:solidFill>
                <a:hlinkClick r:id="rId11"/>
              </a:rPr>
              <a:t>John Leo Jr</a:t>
            </a:r>
            <a:endParaRPr lang="es-AR" sz="11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AR" sz="1100" b="0" i="0" u="none" strike="noStrike" kern="1200" cap="none" spc="0" normalizeH="0" baseline="0" noProof="0" dirty="0">
              <a:ln>
                <a:noFill/>
              </a:ln>
              <a:solidFill>
                <a:srgbClr val="1A1A24"/>
              </a:solidFill>
              <a:effectLst/>
              <a:uLnTx/>
              <a:uFillTx/>
              <a:latin typeface="EYInterstate Light"/>
              <a:ea typeface="+mn-ea"/>
              <a:cs typeface="+mn-cs"/>
            </a:endParaRPr>
          </a:p>
        </p:txBody>
      </p:sp>
      <p:cxnSp>
        <p:nvCxnSpPr>
          <p:cNvPr id="6" name="Straight Connector 5">
            <a:extLst>
              <a:ext uri="{FF2B5EF4-FFF2-40B4-BE49-F238E27FC236}">
                <a16:creationId xmlns:a16="http://schemas.microsoft.com/office/drawing/2014/main" id="{87AAA4C4-D0E8-9534-76A2-641080419F79}"/>
              </a:ext>
              <a:ext uri="{C183D7F6-B498-43B3-948B-1728B52AA6E4}">
                <adec:decorative xmlns:adec="http://schemas.microsoft.com/office/drawing/2017/decorative" val="1"/>
              </a:ext>
            </a:extLst>
          </p:cNvPr>
          <p:cNvCxnSpPr>
            <a:cxnSpLocks/>
          </p:cNvCxnSpPr>
          <p:nvPr/>
        </p:nvCxnSpPr>
        <p:spPr>
          <a:xfrm>
            <a:off x="609602" y="6271485"/>
            <a:ext cx="2103120" cy="0"/>
          </a:xfrm>
          <a:prstGeom prst="line">
            <a:avLst/>
          </a:prstGeom>
          <a:ln w="9525">
            <a:solidFill>
              <a:srgbClr val="FFE600"/>
            </a:solidFill>
            <a:tailEnd type="non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449CDE6D-554A-D8AE-7966-2A888E5F09C3}"/>
              </a:ext>
            </a:extLst>
          </p:cNvPr>
          <p:cNvSpPr/>
          <p:nvPr/>
        </p:nvSpPr>
        <p:spPr>
          <a:xfrm>
            <a:off x="427928" y="6013929"/>
            <a:ext cx="2560320" cy="261610"/>
          </a:xfrm>
          <a:prstGeom prst="rect">
            <a:avLst/>
          </a:prstGeom>
        </p:spPr>
        <p:txBody>
          <a:bodyPr wrap="square">
            <a:spAutoFit/>
          </a:bodyPr>
          <a:lstStyle/>
          <a:p>
            <a:pPr algn="ctr"/>
            <a:r>
              <a:rPr lang="en-IN" sz="1100" i="1" dirty="0">
                <a:solidFill>
                  <a:schemeClr val="bg1"/>
                </a:solidFill>
              </a:rPr>
              <a:t>View Retail </a:t>
            </a:r>
            <a:r>
              <a:rPr lang="en-IN" sz="1100" i="1" dirty="0">
                <a:solidFill>
                  <a:schemeClr val="tx2"/>
                </a:solidFill>
                <a:hlinkClick r:id="rId12">
                  <a:extLst>
                    <a:ext uri="{A12FA001-AC4F-418D-AE19-62706E023703}">
                      <ahyp:hlinkClr xmlns:ahyp="http://schemas.microsoft.com/office/drawing/2018/hyperlinkcolor" val="tx"/>
                    </a:ext>
                  </a:extLst>
                </a:hlinkClick>
              </a:rPr>
              <a:t>wins and client stories</a:t>
            </a:r>
            <a:endParaRPr lang="en-IN" sz="1100" i="1" dirty="0">
              <a:solidFill>
                <a:schemeClr val="bg1"/>
              </a:solidFill>
            </a:endParaRPr>
          </a:p>
        </p:txBody>
      </p:sp>
      <p:sp>
        <p:nvSpPr>
          <p:cNvPr id="2" name="Slide Number Placeholder 1">
            <a:extLst>
              <a:ext uri="{FF2B5EF4-FFF2-40B4-BE49-F238E27FC236}">
                <a16:creationId xmlns:a16="http://schemas.microsoft.com/office/drawing/2014/main" id="{2BF1020A-D6BE-0444-A302-1DACAA1F691B}"/>
              </a:ext>
            </a:extLst>
          </p:cNvPr>
          <p:cNvSpPr>
            <a:spLocks noGrp="1"/>
          </p:cNvSpPr>
          <p:nvPr>
            <p:ph type="sldNum" sz="quarter" idx="12"/>
          </p:nvPr>
        </p:nvSpPr>
        <p:spPr>
          <a:xfrm>
            <a:off x="609602" y="6336456"/>
            <a:ext cx="884088" cy="180000"/>
          </a:xfrm>
        </p:spPr>
        <p:txBody>
          <a:bodyPr/>
          <a:lstStyle/>
          <a:p>
            <a:r>
              <a:rPr lang="en-GB" dirty="0"/>
              <a:t>Page </a:t>
            </a:r>
            <a:fld id="{F1BC30E3-FFE5-4B91-AA19-87A149EBB9EE}" type="slidenum">
              <a:rPr smtClean="0"/>
              <a:pPr/>
              <a:t>8</a:t>
            </a:fld>
            <a:endParaRPr dirty="0"/>
          </a:p>
        </p:txBody>
      </p:sp>
    </p:spTree>
    <p:extLst>
      <p:ext uri="{BB962C8B-B14F-4D97-AF65-F5344CB8AC3E}">
        <p14:creationId xmlns:p14="http://schemas.microsoft.com/office/powerpoint/2010/main" val="2139246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E628F-6B01-221B-88D1-E8A4FDD26F1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47F61B2-87F1-98BB-2577-9FCC4BCD25C0}"/>
              </a:ext>
            </a:extLst>
          </p:cNvPr>
          <p:cNvSpPr>
            <a:spLocks noGrp="1"/>
          </p:cNvSpPr>
          <p:nvPr>
            <p:ph type="title"/>
          </p:nvPr>
        </p:nvSpPr>
        <p:spPr/>
        <p:txBody>
          <a:bodyPr/>
          <a:lstStyle/>
          <a:p>
            <a:r>
              <a:rPr lang="en-US" dirty="0"/>
              <a:t>Risk, Cyber &amp; Governance</a:t>
            </a:r>
          </a:p>
        </p:txBody>
      </p:sp>
      <p:sp>
        <p:nvSpPr>
          <p:cNvPr id="3" name="Slide Number Placeholder 5">
            <a:extLst>
              <a:ext uri="{FF2B5EF4-FFF2-40B4-BE49-F238E27FC236}">
                <a16:creationId xmlns:a16="http://schemas.microsoft.com/office/drawing/2014/main" id="{37290687-617F-9582-884F-02D3F84C50B9}"/>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smtClean="0"/>
              <a:pPr/>
              <a:t>9</a:t>
            </a:fld>
            <a:endParaRPr/>
          </a:p>
        </p:txBody>
      </p:sp>
    </p:spTree>
    <p:extLst>
      <p:ext uri="{BB962C8B-B14F-4D97-AF65-F5344CB8AC3E}">
        <p14:creationId xmlns:p14="http://schemas.microsoft.com/office/powerpoint/2010/main" val="2724225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9FAF2-EC9F-7C71-1A46-607B5F6025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76DAF-698F-4FE8-E955-5F56CFBF927C}"/>
              </a:ext>
            </a:extLst>
          </p:cNvPr>
          <p:cNvSpPr>
            <a:spLocks noGrp="1"/>
          </p:cNvSpPr>
          <p:nvPr>
            <p:ph type="title"/>
          </p:nvPr>
        </p:nvSpPr>
        <p:spPr/>
        <p:txBody>
          <a:bodyPr/>
          <a:lstStyle/>
          <a:p>
            <a:r>
              <a:rPr lang="en-US" sz="3200" dirty="0">
                <a:solidFill>
                  <a:schemeClr val="bg1"/>
                </a:solidFill>
              </a:rPr>
              <a:t>Performing Quality Assessment Review for Internal Audit</a:t>
            </a:r>
            <a:endParaRPr lang="en-IN" sz="3200" dirty="0">
              <a:solidFill>
                <a:schemeClr val="bg1"/>
              </a:solidFill>
            </a:endParaRPr>
          </a:p>
        </p:txBody>
      </p:sp>
      <p:sp>
        <p:nvSpPr>
          <p:cNvPr id="6" name="Text Placeholder 92">
            <a:extLst>
              <a:ext uri="{FF2B5EF4-FFF2-40B4-BE49-F238E27FC236}">
                <a16:creationId xmlns:a16="http://schemas.microsoft.com/office/drawing/2014/main" id="{47A9C22E-B99B-4FA2-27C6-E0AD51FA10DB}"/>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8609851B-8E35-20B4-C49B-229751653C5D}"/>
              </a:ext>
            </a:extLst>
          </p:cNvPr>
          <p:cNvSpPr txBox="1">
            <a:spLocks/>
          </p:cNvSpPr>
          <p:nvPr/>
        </p:nvSpPr>
        <p:spPr>
          <a:xfrm>
            <a:off x="485523" y="1373733"/>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need for IA diagnostic may be driven by several factors, including evolving demands of stakeholders such as the audit committee, CEO and business unit sponsors.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 addition, it is required by the Global Internal Audit Standards to have external consultant to assess its internal audit function at least every 5 years.</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53F8A913-CE26-C5EC-42C6-9F31315153A3}"/>
              </a:ext>
            </a:extLst>
          </p:cNvPr>
          <p:cNvSpPr txBox="1">
            <a:spLocks/>
          </p:cNvSpPr>
          <p:nvPr/>
        </p:nvSpPr>
        <p:spPr>
          <a:xfrm>
            <a:off x="483827" y="295792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0A7E789B-AAFB-1B80-536B-1C8FC834770E}"/>
              </a:ext>
            </a:extLst>
          </p:cNvPr>
          <p:cNvSpPr txBox="1">
            <a:spLocks/>
          </p:cNvSpPr>
          <p:nvPr/>
        </p:nvSpPr>
        <p:spPr>
          <a:xfrm>
            <a:off x="483827" y="3286275"/>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Perform Quality Assessment Review (QAR) of internal audit function referring to the Global Internal Audit Standards. Understand the client’s current practices by evaluating client’s documentation and interviewing with the internal audit team.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Provide the QAR report which consists of executive summary, summary of findings, details of finding (finding, impact, recommendation), and remediation action plan (action, responsible person, target completion date) in order to improve internal audit process. Present the QAR results with action plan to the Internal Audit Management and the Audit Committee.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Perform training sessions to internal auditors.</a:t>
            </a:r>
          </a:p>
        </p:txBody>
      </p:sp>
      <p:sp>
        <p:nvSpPr>
          <p:cNvPr id="12" name="Text Placeholder 92">
            <a:extLst>
              <a:ext uri="{FF2B5EF4-FFF2-40B4-BE49-F238E27FC236}">
                <a16:creationId xmlns:a16="http://schemas.microsoft.com/office/drawing/2014/main" id="{89EA2D96-8DE9-AF09-BD8B-437820BFED0A}"/>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26BEBC19-89F7-5EBB-41C8-24B025B66FC5}"/>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EY helped client to understand what misalignments, challenges and improvement opportunities their internal audit function may have and aid them in identifying leading practices for implementation.</a:t>
            </a:r>
            <a:endParaRPr kumimoji="0" lang="en-IN" sz="1100" b="0" i="0" u="none" strike="noStrike" kern="1200" cap="none" spc="0" normalizeH="0" baseline="0" noProof="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B4456754-867D-9E45-EBB5-BC6B691F08E2}"/>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10</a:t>
            </a:fld>
            <a:endParaRPr/>
          </a:p>
        </p:txBody>
      </p:sp>
      <p:cxnSp>
        <p:nvCxnSpPr>
          <p:cNvPr id="15" name="Straight Connector 14">
            <a:extLst>
              <a:ext uri="{FF2B5EF4-FFF2-40B4-BE49-F238E27FC236}">
                <a16:creationId xmlns:a16="http://schemas.microsoft.com/office/drawing/2014/main" id="{CE860F96-F000-E79B-3490-BAFD88B1C579}"/>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9133C641-2B69-7240-9C19-E7B1DE27084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55502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26CCBC4-3B81-FC92-459F-B748E3B70B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4470438-38FA-8BB0-1521-89BDBC93A6C2}"/>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DB915D52-635B-EEBF-AD71-023CF0175B1D}"/>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3DAF0C0E-7227-C605-8186-AAB3FB83B572}"/>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Thai President Foods Public Co. Ltd</a:t>
            </a:r>
          </a:p>
        </p:txBody>
      </p:sp>
      <p:sp>
        <p:nvSpPr>
          <p:cNvPr id="37" name="Content Placeholder 2">
            <a:extLst>
              <a:ext uri="{FF2B5EF4-FFF2-40B4-BE49-F238E27FC236}">
                <a16:creationId xmlns:a16="http://schemas.microsoft.com/office/drawing/2014/main" id="{CEE6D526-FD6C-0BE5-5518-DE7BAA0F3B1A}"/>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22653A37-31E8-92E7-A13E-5426E0436080}"/>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5 August 2025</a:t>
            </a:r>
          </a:p>
        </p:txBody>
      </p:sp>
      <p:sp>
        <p:nvSpPr>
          <p:cNvPr id="42" name="Content Placeholder 2">
            <a:extLst>
              <a:ext uri="{FF2B5EF4-FFF2-40B4-BE49-F238E27FC236}">
                <a16:creationId xmlns:a16="http://schemas.microsoft.com/office/drawing/2014/main" id="{AEE7525F-2DE0-BD13-5B51-5B7FCD1112A1}"/>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FBAF5AAE-7E6D-3F4F-EA10-8103C7DA280E}"/>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err="1">
                <a:solidFill>
                  <a:schemeClr val="bg1"/>
                </a:solidFill>
                <a:hlinkClick r:id="rId3"/>
              </a:rPr>
              <a:t>Pimwadee</a:t>
            </a:r>
            <a:r>
              <a:rPr lang="en-IN" sz="1400" dirty="0">
                <a:solidFill>
                  <a:schemeClr val="bg1"/>
                </a:solidFill>
                <a:hlinkClick r:id="rId3"/>
              </a:rPr>
              <a:t> </a:t>
            </a:r>
            <a:r>
              <a:rPr lang="en-IN" sz="1400" dirty="0" err="1">
                <a:solidFill>
                  <a:schemeClr val="bg1"/>
                </a:solidFill>
                <a:hlinkClick r:id="rId3"/>
              </a:rPr>
              <a:t>Phandhumkomol</a:t>
            </a:r>
            <a:endParaRPr lang="en-IN" sz="1400" dirty="0">
              <a:solidFill>
                <a:schemeClr val="bg1"/>
              </a:solidFill>
            </a:endParaRPr>
          </a:p>
        </p:txBody>
      </p:sp>
      <p:sp>
        <p:nvSpPr>
          <p:cNvPr id="49" name="Content Placeholder 2">
            <a:extLst>
              <a:ext uri="{FF2B5EF4-FFF2-40B4-BE49-F238E27FC236}">
                <a16:creationId xmlns:a16="http://schemas.microsoft.com/office/drawing/2014/main" id="{B2BDFCE1-5CB4-09F5-F232-599C09F44AF9}"/>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264C59C9-B290-82AB-F294-9E18ACCD3E17}"/>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https://discovercontent.ey.net/crd26011calonm7c</a:t>
            </a:r>
            <a:r>
              <a:rPr lang="en-US" sz="1400" dirty="0">
                <a:solidFill>
                  <a:schemeClr val="bg1"/>
                </a:solidFill>
              </a:rPr>
              <a:t> </a:t>
            </a:r>
          </a:p>
        </p:txBody>
      </p:sp>
      <p:sp>
        <p:nvSpPr>
          <p:cNvPr id="55" name="Content Placeholder 2">
            <a:extLst>
              <a:ext uri="{FF2B5EF4-FFF2-40B4-BE49-F238E27FC236}">
                <a16:creationId xmlns:a16="http://schemas.microsoft.com/office/drawing/2014/main" id="{1697778B-774C-C233-ACD6-58E33B685AD9}"/>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F893597F-EDC8-64BB-B070-B3588574FCEA}"/>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4A377FA9-C201-2E85-3712-7A55C186F8E9}"/>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D3EBBDCB-7DBB-739A-E89D-EAA31AC6BF65}"/>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Thailand</a:t>
            </a:r>
          </a:p>
        </p:txBody>
      </p:sp>
      <p:cxnSp>
        <p:nvCxnSpPr>
          <p:cNvPr id="5" name="Straight Connector 4">
            <a:extLst>
              <a:ext uri="{FF2B5EF4-FFF2-40B4-BE49-F238E27FC236}">
                <a16:creationId xmlns:a16="http://schemas.microsoft.com/office/drawing/2014/main" id="{27A4E05F-1BBF-4470-3774-0E0DEDC3055B}"/>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8B248C1C-33E3-021B-D2F6-14C863DCF434}"/>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50C6C2A-B534-AE9A-6877-6C496503D03E}"/>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3C1115F4-A4CD-8B3E-1D4D-E5D70A7A7F09}"/>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92987E30-E80E-2C81-7941-2939104521D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9404D385-C867-69BC-823C-D70B1DD126A4}"/>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11</a:t>
            </a:fld>
            <a:endParaRPr lang="en-US"/>
          </a:p>
        </p:txBody>
      </p:sp>
      <p:sp>
        <p:nvSpPr>
          <p:cNvPr id="7" name="TextBox 6">
            <a:extLst>
              <a:ext uri="{FF2B5EF4-FFF2-40B4-BE49-F238E27FC236}">
                <a16:creationId xmlns:a16="http://schemas.microsoft.com/office/drawing/2014/main" id="{A869D523-6D91-6ACB-7D7E-879D91893E02}"/>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3465391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8AB8D-85CD-8B8B-D1A7-5E445E54C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BFBF5-121A-1078-F2FC-ABAA242A86F4}"/>
              </a:ext>
            </a:extLst>
          </p:cNvPr>
          <p:cNvSpPr>
            <a:spLocks noGrp="1"/>
          </p:cNvSpPr>
          <p:nvPr>
            <p:ph type="title"/>
          </p:nvPr>
        </p:nvSpPr>
        <p:spPr/>
        <p:txBody>
          <a:bodyPr/>
          <a:lstStyle/>
          <a:p>
            <a:r>
              <a:rPr lang="en-IN" sz="3200" dirty="0">
                <a:solidFill>
                  <a:schemeClr val="bg1"/>
                </a:solidFill>
              </a:rPr>
              <a:t>PKI Transformation and Stabilization Program</a:t>
            </a:r>
          </a:p>
        </p:txBody>
      </p:sp>
      <p:sp>
        <p:nvSpPr>
          <p:cNvPr id="6" name="Text Placeholder 92">
            <a:extLst>
              <a:ext uri="{FF2B5EF4-FFF2-40B4-BE49-F238E27FC236}">
                <a16:creationId xmlns:a16="http://schemas.microsoft.com/office/drawing/2014/main" id="{B90E7BB7-D5A5-14A4-1223-72B7678340A4}"/>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AE486A3F-9D64-662C-C34F-1A7EBE3A2699}"/>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Cyber Resiliency: The need for enhanced cyber resiliency to protect against evolving threats and vulnerabilities in the digital landscape.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Lack of PKI Expertise: Insufficient PKI expertise within the organization has hindered effective management and optimization of digital certificate policies.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Outages: Previous outages in the PKI infrastructure have highlighted the need for a more robust and flexible system to support new business models, particularly in cloud and SaaS environments.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Integration Challenges: Difficulty in integrating the existing PKI with new technologies and platforms can impede the organization's ability to leverage digital certificates effectively.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Compliance Risks: The lack of a comprehensive PKI strategy and the risk of non-compliance with industry regulations and standards.</a:t>
            </a:r>
          </a:p>
        </p:txBody>
      </p:sp>
      <p:sp>
        <p:nvSpPr>
          <p:cNvPr id="9" name="Text Placeholder 92">
            <a:extLst>
              <a:ext uri="{FF2B5EF4-FFF2-40B4-BE49-F238E27FC236}">
                <a16:creationId xmlns:a16="http://schemas.microsoft.com/office/drawing/2014/main" id="{85A7488B-4E57-3564-D727-0A5216754FB0}"/>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E3820A38-5C08-CBA7-82B9-482B24B59AA8}"/>
              </a:ext>
            </a:extLst>
          </p:cNvPr>
          <p:cNvSpPr txBox="1">
            <a:spLocks/>
          </p:cNvSpPr>
          <p:nvPr/>
        </p:nvSpPr>
        <p:spPr>
          <a:xfrm>
            <a:off x="483827" y="3487236"/>
            <a:ext cx="10500519" cy="1230103"/>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PKI transformation unfolded in three strategic phases: Stabilize, Transform, and Sustain.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Stabilize: EY enhanced operational stability by implementing robust governance, process improvements, and monitoring, addressing the skills gap through targeted training.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Transform: EY team designed and deployed a future-state PKI and Certificate Lifecycle Management (CLM) environment, facilitating the transition of applications from legacy systems. EY also rolled out organizational change management and training initiatives to upskill the workforce.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Sustain: EY bolstered operational efficiency through the development of a comprehensive monitoring strategy, standard operating procedures, integration guides, and runbooks, ensuring a seamless migration of external certificates to a new public Certificate Authority (CA) vendor.</a:t>
            </a:r>
          </a:p>
        </p:txBody>
      </p:sp>
      <p:sp>
        <p:nvSpPr>
          <p:cNvPr id="12" name="Text Placeholder 92">
            <a:extLst>
              <a:ext uri="{FF2B5EF4-FFF2-40B4-BE49-F238E27FC236}">
                <a16:creationId xmlns:a16="http://schemas.microsoft.com/office/drawing/2014/main" id="{2567F628-2609-EA73-524B-E4C8D8E79B12}"/>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4C82F8F5-07B7-9A7A-7054-1ACBCD28E5D5}"/>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Risk Mitigation: Mitigated 100% of high-risk, high-value public certificates and established documented procedures to strengthen audit practices.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Seamless Cloud Adoption : Onboarded 60+ mission-critical applications to the cloud platform, reducing outage risks and streamlining operations for enhanced reliability.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Public CA Migration: Migrated over 800 external certificates to a new public CA vendor, achieving zero downtime throughout the process.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Cost Savings: Achieved significant cost reductions while improving service reliability, transforming the client's business operations.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Strengthened Operational Capabilities: Provided greater visibility and control, fostering a reliable, resilient, and robust PKI environment.</a:t>
            </a:r>
            <a:endParaRPr kumimoji="0" lang="en-IN" sz="105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6FC333D7-88FE-E6E1-C6EB-688189111DFF}"/>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12</a:t>
            </a:fld>
            <a:endParaRPr/>
          </a:p>
        </p:txBody>
      </p:sp>
      <p:cxnSp>
        <p:nvCxnSpPr>
          <p:cNvPr id="15" name="Straight Connector 14">
            <a:extLst>
              <a:ext uri="{FF2B5EF4-FFF2-40B4-BE49-F238E27FC236}">
                <a16:creationId xmlns:a16="http://schemas.microsoft.com/office/drawing/2014/main" id="{632A0351-D1A3-F030-B4BC-D413FD354856}"/>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A5368021-8D07-FFFA-F3F0-4C4D52A5918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4171307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A07FAA4-F7C6-2A9C-6E1B-A9DE508525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B0A5B2-1191-B80D-A5B8-0E4F2D93C75B}"/>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996DF7E0-415B-CB0D-7295-F90C30BFE35A}"/>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F87C803C-DE29-94A5-0BFA-DDB0A2AF85E2}"/>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1D25632D-4364-4142-7779-4DC7DAF63D98}"/>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D0996E65-309D-619D-128C-043F9F88CFFA}"/>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22 July 2024</a:t>
            </a:r>
          </a:p>
        </p:txBody>
      </p:sp>
      <p:sp>
        <p:nvSpPr>
          <p:cNvPr id="42" name="Content Placeholder 2">
            <a:extLst>
              <a:ext uri="{FF2B5EF4-FFF2-40B4-BE49-F238E27FC236}">
                <a16:creationId xmlns:a16="http://schemas.microsoft.com/office/drawing/2014/main" id="{3E831268-177E-0CA4-F654-542FDDDBFEAB}"/>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00ED55CE-4CD9-5CBD-8568-CEB7FE939A0A}"/>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Abhishek V Madhok</a:t>
            </a:r>
            <a:endParaRPr lang="en-IN" sz="1400" dirty="0">
              <a:solidFill>
                <a:schemeClr val="bg1"/>
              </a:solidFill>
            </a:endParaRPr>
          </a:p>
        </p:txBody>
      </p:sp>
      <p:sp>
        <p:nvSpPr>
          <p:cNvPr id="49" name="Content Placeholder 2">
            <a:extLst>
              <a:ext uri="{FF2B5EF4-FFF2-40B4-BE49-F238E27FC236}">
                <a16:creationId xmlns:a16="http://schemas.microsoft.com/office/drawing/2014/main" id="{0B456979-03A4-A3B3-89A5-CE77CE6D2E31}"/>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F1DC9253-7F04-3EF9-2BF3-7233A9F66C91}"/>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https://discovercontent.ey.net/crd25083wycaq2q7</a:t>
            </a:r>
            <a:r>
              <a:rPr lang="en-US" sz="1400" dirty="0">
                <a:solidFill>
                  <a:schemeClr val="bg1"/>
                </a:solidFill>
              </a:rPr>
              <a:t> </a:t>
            </a:r>
          </a:p>
        </p:txBody>
      </p:sp>
      <p:sp>
        <p:nvSpPr>
          <p:cNvPr id="55" name="Content Placeholder 2">
            <a:extLst>
              <a:ext uri="{FF2B5EF4-FFF2-40B4-BE49-F238E27FC236}">
                <a16:creationId xmlns:a16="http://schemas.microsoft.com/office/drawing/2014/main" id="{37C84F9A-DE8E-39B6-E45D-3915532AE1D3}"/>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F9E30F25-2461-A5E8-B519-54DC35E49244}"/>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13B1B180-F507-4298-749A-1C9A16A341D8}"/>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372BBC93-8708-E5C0-8012-2A1D82204914}"/>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United States, Global</a:t>
            </a:r>
          </a:p>
        </p:txBody>
      </p:sp>
      <p:cxnSp>
        <p:nvCxnSpPr>
          <p:cNvPr id="5" name="Straight Connector 4">
            <a:extLst>
              <a:ext uri="{FF2B5EF4-FFF2-40B4-BE49-F238E27FC236}">
                <a16:creationId xmlns:a16="http://schemas.microsoft.com/office/drawing/2014/main" id="{AC46D8C3-6092-91F6-BAA7-D6B76D53AE55}"/>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B36118D-0BF7-2E5F-1742-60562612F749}"/>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A59466A-341D-2CFB-CF21-A3CD358A6995}"/>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00515A37-A902-034B-1AAA-E60C6CA84F23}"/>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D83CB8A8-6398-1C19-EDD8-C0670012F1B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8B35D7BC-8582-4690-AA34-4A69A69BB094}"/>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13</a:t>
            </a:fld>
            <a:endParaRPr lang="en-US"/>
          </a:p>
        </p:txBody>
      </p:sp>
      <p:sp>
        <p:nvSpPr>
          <p:cNvPr id="7" name="TextBox 6">
            <a:extLst>
              <a:ext uri="{FF2B5EF4-FFF2-40B4-BE49-F238E27FC236}">
                <a16:creationId xmlns:a16="http://schemas.microsoft.com/office/drawing/2014/main" id="{2A740D3E-0940-12A8-107D-8D8835EC10BC}"/>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35126059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F1FBD-4335-59EE-3836-1D39C8E9A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13803C-5FFF-BC9D-62E1-3FA105ACC048}"/>
              </a:ext>
            </a:extLst>
          </p:cNvPr>
          <p:cNvSpPr>
            <a:spLocks noGrp="1"/>
          </p:cNvSpPr>
          <p:nvPr>
            <p:ph type="title"/>
          </p:nvPr>
        </p:nvSpPr>
        <p:spPr>
          <a:xfrm>
            <a:off x="485523" y="68327"/>
            <a:ext cx="11224347" cy="470898"/>
          </a:xfrm>
        </p:spPr>
        <p:txBody>
          <a:bodyPr/>
          <a:lstStyle/>
          <a:p>
            <a:r>
              <a:rPr lang="en-US" sz="3200" dirty="0">
                <a:solidFill>
                  <a:schemeClr val="bg1"/>
                </a:solidFill>
              </a:rPr>
              <a:t>Tabletop Methodology and Cyber Incident Response Program</a:t>
            </a:r>
            <a:endParaRPr lang="en-IN" sz="3200" dirty="0">
              <a:solidFill>
                <a:schemeClr val="bg1"/>
              </a:solidFill>
            </a:endParaRPr>
          </a:p>
        </p:txBody>
      </p:sp>
      <p:sp>
        <p:nvSpPr>
          <p:cNvPr id="6" name="Text Placeholder 92">
            <a:extLst>
              <a:ext uri="{FF2B5EF4-FFF2-40B4-BE49-F238E27FC236}">
                <a16:creationId xmlns:a16="http://schemas.microsoft.com/office/drawing/2014/main" id="{8D997743-77B8-825A-9D18-B99359B75766}"/>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96859310-C024-8AE4-61E1-55108EE5F03E}"/>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a:ln>
                  <a:noFill/>
                </a:ln>
                <a:solidFill>
                  <a:prstClr val="white"/>
                </a:solidFill>
                <a:effectLst/>
                <a:uLnTx/>
                <a:uFillTx/>
                <a:latin typeface="EYInterstate Light"/>
                <a:ea typeface="+mj-ea"/>
                <a:cs typeface="+mj-cs"/>
              </a:rPr>
              <a:t>The business issue faced by the client is the increasing threat of cyber incidents, which poses risks to critical service organizations. The organization needs to ensure that it has robust processes and procedures in place to effectively monitor, detect, and respond to such cyber incidents.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a:ln>
                  <a:noFill/>
                </a:ln>
                <a:solidFill>
                  <a:prstClr val="white"/>
                </a:solidFill>
                <a:effectLst/>
                <a:uLnTx/>
                <a:uFillTx/>
                <a:latin typeface="EYInterstate Light"/>
                <a:ea typeface="+mj-ea"/>
                <a:cs typeface="+mj-cs"/>
              </a:rPr>
              <a:t>Before engaging EY, cybersecurity was at the top of the incoming Audit Committee chair’s agenda in 2024. When contacted, the GCSP connected the A/C chair with EY’s Center for Board Matters, who in turn pulled in Technology Risk Cyber Assurance to support. On short notice, and with little preparation, EY collectively met with the A/C chair to discuss cyber risk management and incident response readiness. The A/C chair was impressed by conversation and coupled with his prior participation in a tabletop exercise through his involvement in the Tapestry Network, he asked for EY’s help organizing and facilitating multiple tabletop simulations, including the full Board of Directors as well as with executive management to evaluate the client’s cyber resiliency capabilities.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a:ln>
                  <a:noFill/>
                </a:ln>
                <a:solidFill>
                  <a:prstClr val="white"/>
                </a:solidFill>
                <a:effectLst/>
                <a:uLnTx/>
                <a:uFillTx/>
                <a:latin typeface="EYInterstate Light"/>
                <a:ea typeface="+mj-ea"/>
                <a:cs typeface="+mj-cs"/>
              </a:rPr>
              <a:t>A C-suite executive would describe the function that engaged EY as a proactive measure to enhance the organization’s cybersecurity posture. They would emphasize the importance of validating incident response capabilities through tabletop exercises, ensuring that all relevant stakeholders are prepared to collaborate effectively during a cyber incident.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a:ln>
                  <a:noFill/>
                </a:ln>
                <a:solidFill>
                  <a:prstClr val="white"/>
                </a:solidFill>
                <a:effectLst/>
                <a:uLnTx/>
                <a:uFillTx/>
                <a:latin typeface="EYInterstate Light"/>
                <a:ea typeface="+mj-ea"/>
                <a:cs typeface="+mj-cs"/>
              </a:rPr>
              <a:t>Complications included the potential for significant disruptions to critical services due to cyber incidents, which could impact customer healthcare, data privacy, and regulatory compliance. These challenges could lead to reputational damage, financial losses, and legal ramifications, affecting stakeholders such as customers, employees, shareholders, and regulatory bodies.</a:t>
            </a:r>
            <a:endParaRPr kumimoji="0" lang="en-IN" b="0" i="0" u="none" strike="noStrike" kern="1200" cap="none" spc="0" normalizeH="0" baseline="0" noProof="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4A2B18D8-CC8F-8616-89C2-5252A20B16A6}"/>
              </a:ext>
            </a:extLst>
          </p:cNvPr>
          <p:cNvSpPr txBox="1">
            <a:spLocks/>
          </p:cNvSpPr>
          <p:nvPr/>
        </p:nvSpPr>
        <p:spPr>
          <a:xfrm>
            <a:off x="483827" y="3119972"/>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D36F8007-E0E7-DDC6-C2BF-5DA57AA776BE}"/>
              </a:ext>
            </a:extLst>
          </p:cNvPr>
          <p:cNvSpPr txBox="1">
            <a:spLocks/>
          </p:cNvSpPr>
          <p:nvPr/>
        </p:nvSpPr>
        <p:spPr>
          <a:xfrm>
            <a:off x="483827" y="3448325"/>
            <a:ext cx="10500519" cy="127588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EY provided three bespoke, immersive tabletop simulations (Operational, Executive, and Board-Level) to enhance the client's cyber incident response program, focusing on crisis management, response capabilities, and incident readiness.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Key activities included developing the tabletop scenarios and facilitating the exercises, engaging leadership in discussions about crisis management, and evaluating response processes. The exercises also involved identifying gaps in incident readiness and providing high-level areas for opportunity based on feedback.</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EY utilized its tabletop methodology and expertise to conduct the exercises. The tabletop exercises were discussion-based, allowing participants to collaboratively explore scenarios and responses.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A key differentiator in this engagement was the involvement of EY's Creative Services Team, which generated videos simulating news coverage of a cyber incident as it would appear in the real world. This immersive approach helped participants understand the public relations implications of a crisis and prepared them for real-world scenarios.</a:t>
            </a:r>
            <a:endParaRPr kumimoji="0" lang="en-IN"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3767CE31-EA2D-F283-B585-7099D6B721A3}"/>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CCBE05D3-1DCA-155B-3617-41DB5D167269}"/>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value delivered to the client included enhanced preparedness for managing cyber incidents, improved understanding of response capabilities, and actionable insights to strengthen their incident response plans. The bespoke tabletop simulations provided a safe environment for leadership to practice crisis management and decision-making.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client would articulate the value as a significant improvement in their ability to respond to cyber threats. By engaging in the simulations, the client was able to identify gaps in their incident response processes and gain clarity on the roles of leadership during a crisis.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Key impacts included increased confidence among leadership in managing cyber incidents, leading to a more resilient organization. Employees gained a clearer understanding of their roles during a crisis, fostering a culture of preparedness.</a:t>
            </a:r>
          </a:p>
        </p:txBody>
      </p:sp>
      <p:sp>
        <p:nvSpPr>
          <p:cNvPr id="7" name="Slide Number Placeholder 5">
            <a:extLst>
              <a:ext uri="{FF2B5EF4-FFF2-40B4-BE49-F238E27FC236}">
                <a16:creationId xmlns:a16="http://schemas.microsoft.com/office/drawing/2014/main" id="{84717FD2-B3F0-4468-CB21-8DC628924D07}"/>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14</a:t>
            </a:fld>
            <a:endParaRPr/>
          </a:p>
        </p:txBody>
      </p:sp>
      <p:cxnSp>
        <p:nvCxnSpPr>
          <p:cNvPr id="15" name="Straight Connector 14">
            <a:extLst>
              <a:ext uri="{FF2B5EF4-FFF2-40B4-BE49-F238E27FC236}">
                <a16:creationId xmlns:a16="http://schemas.microsoft.com/office/drawing/2014/main" id="{593FD9D8-4C14-4CF8-FCDD-1224A10D6664}"/>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2BD7C38F-1C92-4491-C65C-9DB09BB800A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051258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884A399-E49C-8BF2-701C-10DB6B576A9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E85EF0-E4C1-C7FD-7033-BAA0C0666A82}"/>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3D475F7B-3FCC-570A-AEA7-A738B4B85220}"/>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4ED0502B-1A1B-337E-61AF-EB054534307F}"/>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CVS Health Corporation</a:t>
            </a:r>
          </a:p>
        </p:txBody>
      </p:sp>
      <p:sp>
        <p:nvSpPr>
          <p:cNvPr id="37" name="Content Placeholder 2">
            <a:extLst>
              <a:ext uri="{FF2B5EF4-FFF2-40B4-BE49-F238E27FC236}">
                <a16:creationId xmlns:a16="http://schemas.microsoft.com/office/drawing/2014/main" id="{9A61986A-FD0F-8988-E9EC-5D1F0E58A075}"/>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8EC5F12F-94FA-8FF2-8B1A-9C25FE04C9E3}"/>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21 November 2024</a:t>
            </a:r>
          </a:p>
        </p:txBody>
      </p:sp>
      <p:sp>
        <p:nvSpPr>
          <p:cNvPr id="42" name="Content Placeholder 2">
            <a:extLst>
              <a:ext uri="{FF2B5EF4-FFF2-40B4-BE49-F238E27FC236}">
                <a16:creationId xmlns:a16="http://schemas.microsoft.com/office/drawing/2014/main" id="{9D6B3A54-890C-83B3-A007-088AB483DBB6}"/>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83518CA3-08A4-4378-F2CE-BE5F6F95D4B6}"/>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Tunde Lawson</a:t>
            </a:r>
            <a:endParaRPr lang="en-IN" sz="1400" dirty="0">
              <a:solidFill>
                <a:schemeClr val="bg1"/>
              </a:solidFill>
            </a:endParaRPr>
          </a:p>
        </p:txBody>
      </p:sp>
      <p:sp>
        <p:nvSpPr>
          <p:cNvPr id="49" name="Content Placeholder 2">
            <a:extLst>
              <a:ext uri="{FF2B5EF4-FFF2-40B4-BE49-F238E27FC236}">
                <a16:creationId xmlns:a16="http://schemas.microsoft.com/office/drawing/2014/main" id="{0F39969D-C5E6-6145-11CC-C16E9531D55A}"/>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6E94C6C7-D0DC-1DAB-8395-45C5364C603D}"/>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https://discovercontent.ey.net/crd25041eh2iai0x</a:t>
            </a:r>
            <a:r>
              <a:rPr lang="en-US" sz="1400" dirty="0">
                <a:solidFill>
                  <a:schemeClr val="bg1"/>
                </a:solidFill>
              </a:rPr>
              <a:t> </a:t>
            </a:r>
          </a:p>
        </p:txBody>
      </p:sp>
      <p:sp>
        <p:nvSpPr>
          <p:cNvPr id="55" name="Content Placeholder 2">
            <a:extLst>
              <a:ext uri="{FF2B5EF4-FFF2-40B4-BE49-F238E27FC236}">
                <a16:creationId xmlns:a16="http://schemas.microsoft.com/office/drawing/2014/main" id="{DCED0C43-DF60-D77B-FE03-C5BBCC078B65}"/>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A0495E80-793F-0471-403F-8039320D9BF8}"/>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Assurance, Consulting</a:t>
            </a:r>
          </a:p>
        </p:txBody>
      </p:sp>
      <p:sp>
        <p:nvSpPr>
          <p:cNvPr id="57" name="Content Placeholder 2">
            <a:extLst>
              <a:ext uri="{FF2B5EF4-FFF2-40B4-BE49-F238E27FC236}">
                <a16:creationId xmlns:a16="http://schemas.microsoft.com/office/drawing/2014/main" id="{41854D6A-39F8-2C18-8A6C-BC73FEC7B4B4}"/>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C64E6607-8E46-668C-D3F7-32090BBACF7A}"/>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United States</a:t>
            </a:r>
          </a:p>
        </p:txBody>
      </p:sp>
      <p:cxnSp>
        <p:nvCxnSpPr>
          <p:cNvPr id="5" name="Straight Connector 4">
            <a:extLst>
              <a:ext uri="{FF2B5EF4-FFF2-40B4-BE49-F238E27FC236}">
                <a16:creationId xmlns:a16="http://schemas.microsoft.com/office/drawing/2014/main" id="{5775BADD-75BC-C6A5-B912-2D2C7A9727BD}"/>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8E0E4C1A-5D73-F4BC-8E39-244E1F811720}"/>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A9F069F-11A7-CE06-A5F8-EB706019FBDC}"/>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4F47BA65-AE6A-41F1-8317-2B6F41A86C2E}"/>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469DEC2C-A4E6-3B52-21A8-C25FF8807F0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EE19D802-89D8-FE09-E53C-125915A75728}"/>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15</a:t>
            </a:fld>
            <a:endParaRPr lang="en-US"/>
          </a:p>
        </p:txBody>
      </p:sp>
      <p:sp>
        <p:nvSpPr>
          <p:cNvPr id="7" name="TextBox 6">
            <a:extLst>
              <a:ext uri="{FF2B5EF4-FFF2-40B4-BE49-F238E27FC236}">
                <a16:creationId xmlns:a16="http://schemas.microsoft.com/office/drawing/2014/main" id="{1F6BDCE1-CF83-6A94-90BE-6C88BF35EBE5}"/>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2470876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3ADE6-45CA-05CD-A1D1-6E01EB9B0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66EEB-7A41-BD6C-C370-060A9DBD2396}"/>
              </a:ext>
            </a:extLst>
          </p:cNvPr>
          <p:cNvSpPr>
            <a:spLocks noGrp="1"/>
          </p:cNvSpPr>
          <p:nvPr>
            <p:ph type="title"/>
          </p:nvPr>
        </p:nvSpPr>
        <p:spPr/>
        <p:txBody>
          <a:bodyPr/>
          <a:lstStyle/>
          <a:p>
            <a:r>
              <a:rPr lang="en-US" sz="3200" dirty="0">
                <a:solidFill>
                  <a:schemeClr val="bg1"/>
                </a:solidFill>
              </a:rPr>
              <a:t>Strategic Internal Audit Transformation for Retailer Growth</a:t>
            </a:r>
            <a:endParaRPr lang="en-IN" sz="3200" dirty="0">
              <a:solidFill>
                <a:schemeClr val="bg1"/>
              </a:solidFill>
            </a:endParaRPr>
          </a:p>
        </p:txBody>
      </p:sp>
      <p:sp>
        <p:nvSpPr>
          <p:cNvPr id="6" name="Text Placeholder 92">
            <a:extLst>
              <a:ext uri="{FF2B5EF4-FFF2-40B4-BE49-F238E27FC236}">
                <a16:creationId xmlns:a16="http://schemas.microsoft.com/office/drawing/2014/main" id="{350D9D9C-B258-9D55-AC10-622400E83F3E}"/>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1C9B9B5F-4B8F-1478-F5AE-170E4C81C8E4}"/>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Client is a leading Consumer Durables and Electronics (CDE) retailer and one of the most trusted large format specialist retail store chain. It caters to multi-brand digital gadgets and home electronics.</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With the expansion plans and fast pace of opening new stores, client wanted to transform the IA function towards an increasingly strategic and value-adding function, which covers material governance, risk and compliance while also aligning with business objectives.</a:t>
            </a:r>
          </a:p>
        </p:txBody>
      </p:sp>
      <p:sp>
        <p:nvSpPr>
          <p:cNvPr id="9" name="Text Placeholder 92">
            <a:extLst>
              <a:ext uri="{FF2B5EF4-FFF2-40B4-BE49-F238E27FC236}">
                <a16:creationId xmlns:a16="http://schemas.microsoft.com/office/drawing/2014/main" id="{1C0FC0BB-DA91-F63F-6D49-A909912B858F}"/>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489A7F2F-51F9-15DA-61BE-08185E8D36EA}"/>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Developed robust IA plan with below focus areas basis the risk assessment, strategic initiatives and existing controls. Revenue assurance, loss prevention, store operations, segment expenses, IT initiatives, cyber etc.</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Deployed subject-matter competencies on process reviews to identify actions that would help meet the business objectives and unlock value together with building a robust control environment. Leveraged Retail data analytics platform for 100% transactions testing for anomaly detection. Deployed continuous monitoring of KRIs in areas to rebates &amp; margins, new store capex, space on hire, gift cards etc.</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Established regular touchpoints with the </a:t>
            </a:r>
            <a:r>
              <a:rPr kumimoji="0" lang="en-US" sz="1000" b="0" i="0" u="none" strike="noStrike" kern="1200" cap="none" spc="0" normalizeH="0" baseline="0" noProof="0" dirty="0" err="1">
                <a:ln>
                  <a:noFill/>
                </a:ln>
                <a:solidFill>
                  <a:prstClr val="white"/>
                </a:solidFill>
                <a:effectLst/>
                <a:uLnTx/>
                <a:uFillTx/>
                <a:latin typeface="EYInterstate Light"/>
                <a:ea typeface="+mj-ea"/>
                <a:cs typeface="+mj-cs"/>
              </a:rPr>
              <a:t>CxOs</a:t>
            </a: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 to discuss the IA actionable and understand the business direction to continue to sharpen the IA focus.</a:t>
            </a:r>
          </a:p>
        </p:txBody>
      </p:sp>
      <p:sp>
        <p:nvSpPr>
          <p:cNvPr id="12" name="Text Placeholder 92">
            <a:extLst>
              <a:ext uri="{FF2B5EF4-FFF2-40B4-BE49-F238E27FC236}">
                <a16:creationId xmlns:a16="http://schemas.microsoft.com/office/drawing/2014/main" id="{85D21D36-7C92-C61B-D96E-D2DA50A0A035}"/>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47960EC9-CD6E-76B3-30E5-69FFE0ABB16F}"/>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Successfully assisted the company in streamlining processes, controls and identified automation opportunities. Conducted workshops for process standardization, better systems usage and increase risk awareness in business teams.</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Various recovery/ cost optimization opportunities identified in areas of Rebates, Sales Return, Own label, Logistics.</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Delivered 10X value on IA spend with recoveries identified, 200+ action plans sign-off and monthly governance workshops for action taken update.</a:t>
            </a:r>
          </a:p>
        </p:txBody>
      </p:sp>
      <p:sp>
        <p:nvSpPr>
          <p:cNvPr id="7" name="Slide Number Placeholder 5">
            <a:extLst>
              <a:ext uri="{FF2B5EF4-FFF2-40B4-BE49-F238E27FC236}">
                <a16:creationId xmlns:a16="http://schemas.microsoft.com/office/drawing/2014/main" id="{480ACB16-24EC-8E06-F55D-2B5672DD35E4}"/>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16</a:t>
            </a:fld>
            <a:endParaRPr/>
          </a:p>
        </p:txBody>
      </p:sp>
      <p:cxnSp>
        <p:nvCxnSpPr>
          <p:cNvPr id="15" name="Straight Connector 14">
            <a:extLst>
              <a:ext uri="{FF2B5EF4-FFF2-40B4-BE49-F238E27FC236}">
                <a16:creationId xmlns:a16="http://schemas.microsoft.com/office/drawing/2014/main" id="{66AAE0C5-6AA1-1C73-6124-12D29A869FAC}"/>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7C7A7962-EFF5-B5FD-8769-3E6D3ABB88E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877155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188D5E1-A855-E2C7-B6BF-ABDD2FE8DE1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E8250B-210B-39C8-A1FD-DC408808081F}"/>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92933A68-340F-5FD0-07FE-F1950F1673C5}"/>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78AD048C-1547-FF98-DCEB-EB8CAB1167DA}"/>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Infiniti Retail Limited</a:t>
            </a:r>
          </a:p>
        </p:txBody>
      </p:sp>
      <p:sp>
        <p:nvSpPr>
          <p:cNvPr id="37" name="Content Placeholder 2">
            <a:extLst>
              <a:ext uri="{FF2B5EF4-FFF2-40B4-BE49-F238E27FC236}">
                <a16:creationId xmlns:a16="http://schemas.microsoft.com/office/drawing/2014/main" id="{E2962D71-AEF9-A49B-4578-3D16F7A769E4}"/>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7DD1E814-F662-871A-ECD6-2E89B3F42507}"/>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21 May 2024</a:t>
            </a:r>
          </a:p>
        </p:txBody>
      </p:sp>
      <p:sp>
        <p:nvSpPr>
          <p:cNvPr id="42" name="Content Placeholder 2">
            <a:extLst>
              <a:ext uri="{FF2B5EF4-FFF2-40B4-BE49-F238E27FC236}">
                <a16:creationId xmlns:a16="http://schemas.microsoft.com/office/drawing/2014/main" id="{A1F76694-DB20-C705-CBD4-8486D7D0B0A7}"/>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48AAA7D6-2F7A-DC93-12A8-52B2216B2D97}"/>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Shalin Parikh</a:t>
            </a:r>
            <a:endParaRPr lang="en-IN" sz="1400" dirty="0">
              <a:solidFill>
                <a:schemeClr val="bg1"/>
              </a:solidFill>
            </a:endParaRPr>
          </a:p>
        </p:txBody>
      </p:sp>
      <p:sp>
        <p:nvSpPr>
          <p:cNvPr id="49" name="Content Placeholder 2">
            <a:extLst>
              <a:ext uri="{FF2B5EF4-FFF2-40B4-BE49-F238E27FC236}">
                <a16:creationId xmlns:a16="http://schemas.microsoft.com/office/drawing/2014/main" id="{7C0E98B3-69A3-DEE2-F190-658A351D01D4}"/>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9CEFB088-6833-F955-0E3B-F8E3E1B8AD1B}"/>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https://discovercontent.ey.net/crd250232x508p1v</a:t>
            </a:r>
            <a:r>
              <a:rPr lang="en-US" sz="1400" dirty="0">
                <a:solidFill>
                  <a:schemeClr val="bg1"/>
                </a:solidFill>
              </a:rPr>
              <a:t>  </a:t>
            </a:r>
          </a:p>
        </p:txBody>
      </p:sp>
      <p:sp>
        <p:nvSpPr>
          <p:cNvPr id="55" name="Content Placeholder 2">
            <a:extLst>
              <a:ext uri="{FF2B5EF4-FFF2-40B4-BE49-F238E27FC236}">
                <a16:creationId xmlns:a16="http://schemas.microsoft.com/office/drawing/2014/main" id="{6C3AFDED-4B9E-F40C-177D-050B0FBEE62C}"/>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E9A6A3A3-2906-FAA0-A421-08EB3F3C2634}"/>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 CBS</a:t>
            </a:r>
          </a:p>
        </p:txBody>
      </p:sp>
      <p:sp>
        <p:nvSpPr>
          <p:cNvPr id="57" name="Content Placeholder 2">
            <a:extLst>
              <a:ext uri="{FF2B5EF4-FFF2-40B4-BE49-F238E27FC236}">
                <a16:creationId xmlns:a16="http://schemas.microsoft.com/office/drawing/2014/main" id="{CA915709-25F8-C85E-B278-7F6857F17F23}"/>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4A2FFAFC-2188-AA8E-F956-81872A66F437}"/>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Africa India, Europe Central &amp; West, MENA, UK&amp;I</a:t>
            </a:r>
          </a:p>
        </p:txBody>
      </p:sp>
      <p:cxnSp>
        <p:nvCxnSpPr>
          <p:cNvPr id="5" name="Straight Connector 4">
            <a:extLst>
              <a:ext uri="{FF2B5EF4-FFF2-40B4-BE49-F238E27FC236}">
                <a16:creationId xmlns:a16="http://schemas.microsoft.com/office/drawing/2014/main" id="{AE541311-B14D-3708-C10F-706E16E09ED9}"/>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059C25A-F569-A50A-00F0-02DF831E241D}"/>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CE2E91E-D348-ED8E-508B-3CC1C013FB81}"/>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2CF1F66F-D30E-B7CC-F434-870BE308552D}"/>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74F3A28E-F6BE-2D23-8FC2-1B00A45B4BC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141D1F52-C80F-6492-D749-0FB0357517CE}"/>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17</a:t>
            </a:fld>
            <a:endParaRPr lang="en-US"/>
          </a:p>
        </p:txBody>
      </p:sp>
      <p:sp>
        <p:nvSpPr>
          <p:cNvPr id="7" name="TextBox 6">
            <a:extLst>
              <a:ext uri="{FF2B5EF4-FFF2-40B4-BE49-F238E27FC236}">
                <a16:creationId xmlns:a16="http://schemas.microsoft.com/office/drawing/2014/main" id="{C9FF0A7B-28A4-0F83-0548-3076FFB9BF81}"/>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3113518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20FB3-D13A-A0E8-21ED-043B58FC9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E5DF0-4F98-89B6-5FE6-FC65FA7051FA}"/>
              </a:ext>
            </a:extLst>
          </p:cNvPr>
          <p:cNvSpPr>
            <a:spLocks noGrp="1"/>
          </p:cNvSpPr>
          <p:nvPr>
            <p:ph type="title"/>
          </p:nvPr>
        </p:nvSpPr>
        <p:spPr>
          <a:xfrm>
            <a:off x="485523" y="68327"/>
            <a:ext cx="11224347" cy="470898"/>
          </a:xfrm>
        </p:spPr>
        <p:txBody>
          <a:bodyPr/>
          <a:lstStyle/>
          <a:p>
            <a:r>
              <a:rPr lang="en-US" sz="3200" dirty="0">
                <a:solidFill>
                  <a:schemeClr val="bg1"/>
                </a:solidFill>
              </a:rPr>
              <a:t>Enhancing Third-Party Risk Management using a Scalable Solutions</a:t>
            </a:r>
            <a:endParaRPr lang="en-IN" sz="3200" dirty="0">
              <a:solidFill>
                <a:schemeClr val="bg1"/>
              </a:solidFill>
            </a:endParaRPr>
          </a:p>
        </p:txBody>
      </p:sp>
      <p:sp>
        <p:nvSpPr>
          <p:cNvPr id="6" name="Text Placeholder 92">
            <a:extLst>
              <a:ext uri="{FF2B5EF4-FFF2-40B4-BE49-F238E27FC236}">
                <a16:creationId xmlns:a16="http://schemas.microsoft.com/office/drawing/2014/main" id="{E1703B4B-D756-B1C1-7B0C-339D559792E7}"/>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36B1120E-7D49-B452-8FC7-49ECE2628D95}"/>
              </a:ext>
            </a:extLst>
          </p:cNvPr>
          <p:cNvSpPr txBox="1">
            <a:spLocks/>
          </p:cNvSpPr>
          <p:nvPr/>
        </p:nvSpPr>
        <p:spPr>
          <a:xfrm>
            <a:off x="485523" y="1373733"/>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Dated vendor risk profiles and assessment capabilities resulting in inefficient processes and unknown risk exposure to the client.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Limited ability to continuously monitor third parties through use of external data providers enabled by a TPRM platform.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Backlog of TPRM activities aligned to already onboarded suppliers.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Limited technology capabilities exist to enable and automate the end-to-end process.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Inflexible, onshore resource model preventing ability to scale coverage based on natural peaks and valleys in third-party onboarding and intake.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Incomplete or inadequate third-party risk assessments increasing the potential for missed regulatory and/or compliance issues.</a:t>
            </a:r>
          </a:p>
        </p:txBody>
      </p:sp>
      <p:sp>
        <p:nvSpPr>
          <p:cNvPr id="9" name="Text Placeholder 92">
            <a:extLst>
              <a:ext uri="{FF2B5EF4-FFF2-40B4-BE49-F238E27FC236}">
                <a16:creationId xmlns:a16="http://schemas.microsoft.com/office/drawing/2014/main" id="{5D221ABC-1258-95B6-EF39-C6730FAC9BF9}"/>
              </a:ext>
            </a:extLst>
          </p:cNvPr>
          <p:cNvSpPr txBox="1">
            <a:spLocks/>
          </p:cNvSpPr>
          <p:nvPr/>
        </p:nvSpPr>
        <p:spPr>
          <a:xfrm>
            <a:off x="483827" y="2876777"/>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8653AF35-5B24-D176-254B-3C3AF7847ACA}"/>
              </a:ext>
            </a:extLst>
          </p:cNvPr>
          <p:cNvSpPr txBox="1">
            <a:spLocks/>
          </p:cNvSpPr>
          <p:nvPr/>
        </p:nvSpPr>
        <p:spPr>
          <a:xfrm>
            <a:off x="483827" y="3205130"/>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team proposed a support model that enables the client to accelerate the delivery within their TPRM program enabled by technology for today and scalable for tomorrow. EY’s managed service offering provides a turnkey and scalable solution utilizing people, process and technology to effectively manage client’s third-party cyber risks. Further, the client was looking to better leverage Archer, its GRC tool, to manage the process.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Execute the client TPRM program including intake process, assessments, findings management, reporting and monitoring activities, and continuous improvement activities. In addition, this managed service includes operationalization and updates to the Archer GRC platform where the TPRM program is run.</a:t>
            </a:r>
          </a:p>
        </p:txBody>
      </p:sp>
      <p:sp>
        <p:nvSpPr>
          <p:cNvPr id="12" name="Text Placeholder 92">
            <a:extLst>
              <a:ext uri="{FF2B5EF4-FFF2-40B4-BE49-F238E27FC236}">
                <a16:creationId xmlns:a16="http://schemas.microsoft.com/office/drawing/2014/main" id="{7B78FF22-EA23-544F-C2A0-C60EF3935A69}"/>
              </a:ext>
            </a:extLst>
          </p:cNvPr>
          <p:cNvSpPr txBox="1">
            <a:spLocks/>
          </p:cNvSpPr>
          <p:nvPr/>
        </p:nvSpPr>
        <p:spPr>
          <a:xfrm>
            <a:off x="483827" y="4444956"/>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3B58DBC9-AAD5-D4EE-E795-7B8656FF9BAE}"/>
              </a:ext>
            </a:extLst>
          </p:cNvPr>
          <p:cNvSpPr txBox="1">
            <a:spLocks/>
          </p:cNvSpPr>
          <p:nvPr/>
        </p:nvSpPr>
        <p:spPr>
          <a:xfrm>
            <a:off x="483827" y="4714940"/>
            <a:ext cx="10500519" cy="17373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Immediate solution to current state challenges with a “one-stop-shop” approach, operational within 8 weeks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Integrated technology solution built and deployed in Archer GRC for TPRM.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Simple process integrated into client’s overall vendor management lifecycle inclusive of pre-contracting and ongoing due diligence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Global operating model staffed with personnel trained in security risk providing the ability to scale up or down to meet client’s demand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Market-proven end-to-end TPRM solution that drives value to the business through creation of third-party portfolios to drive risk-based actions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Data-driven inherent risk assessment to segment third-party population and drive automatic scoping for further due diligence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Ongoing platform support for Archer GRC.</a:t>
            </a:r>
          </a:p>
        </p:txBody>
      </p:sp>
      <p:sp>
        <p:nvSpPr>
          <p:cNvPr id="7" name="Slide Number Placeholder 5">
            <a:extLst>
              <a:ext uri="{FF2B5EF4-FFF2-40B4-BE49-F238E27FC236}">
                <a16:creationId xmlns:a16="http://schemas.microsoft.com/office/drawing/2014/main" id="{E85EC3B4-8C7E-13C6-6B86-D738A8057CD0}"/>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18</a:t>
            </a:fld>
            <a:endParaRPr/>
          </a:p>
        </p:txBody>
      </p:sp>
      <p:cxnSp>
        <p:nvCxnSpPr>
          <p:cNvPr id="15" name="Straight Connector 14">
            <a:extLst>
              <a:ext uri="{FF2B5EF4-FFF2-40B4-BE49-F238E27FC236}">
                <a16:creationId xmlns:a16="http://schemas.microsoft.com/office/drawing/2014/main" id="{02C15E09-768E-644D-4E36-F65BA02E34D1}"/>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34D0BE7D-D6DE-0858-198D-427FA50CB23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726242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2572B00-6AFB-1DF0-F4C3-B147420DF8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887B5C-1E63-6EEF-C262-F0B62A35BBD5}"/>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957F2A81-D6C4-1C0B-C550-A3B93DF84DA4}"/>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62C2EC40-8150-2C81-2856-4B77F689A4DE}"/>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The Home Depot Inc</a:t>
            </a:r>
          </a:p>
        </p:txBody>
      </p:sp>
      <p:sp>
        <p:nvSpPr>
          <p:cNvPr id="37" name="Content Placeholder 2">
            <a:extLst>
              <a:ext uri="{FF2B5EF4-FFF2-40B4-BE49-F238E27FC236}">
                <a16:creationId xmlns:a16="http://schemas.microsoft.com/office/drawing/2014/main" id="{1A7EF534-C201-D0DF-677C-6E9383D1F267}"/>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ACCB7844-73EE-54FD-40C8-49EF32B0D6D8}"/>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22 February 2024</a:t>
            </a:r>
          </a:p>
        </p:txBody>
      </p:sp>
      <p:sp>
        <p:nvSpPr>
          <p:cNvPr id="42" name="Content Placeholder 2">
            <a:extLst>
              <a:ext uri="{FF2B5EF4-FFF2-40B4-BE49-F238E27FC236}">
                <a16:creationId xmlns:a16="http://schemas.microsoft.com/office/drawing/2014/main" id="{11EA4B86-21DF-A19F-AE86-FFC05EF309C3}"/>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392230B4-120F-54EB-B34F-805693A9990C}"/>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Jeff G Nichols</a:t>
            </a:r>
            <a:endParaRPr lang="en-IN" sz="1400" dirty="0">
              <a:solidFill>
                <a:schemeClr val="bg1"/>
              </a:solidFill>
            </a:endParaRPr>
          </a:p>
        </p:txBody>
      </p:sp>
      <p:sp>
        <p:nvSpPr>
          <p:cNvPr id="49" name="Content Placeholder 2">
            <a:extLst>
              <a:ext uri="{FF2B5EF4-FFF2-40B4-BE49-F238E27FC236}">
                <a16:creationId xmlns:a16="http://schemas.microsoft.com/office/drawing/2014/main" id="{A6E69622-6AD6-1118-4918-057D6D3CD772}"/>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61A15D5E-8611-0A69-4B95-205C7AD8E6C4}"/>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https://discovercontent.ey.net/crd25022z5x12gkj</a:t>
            </a:r>
            <a:r>
              <a:rPr lang="en-US" sz="1400" dirty="0">
                <a:solidFill>
                  <a:schemeClr val="bg1"/>
                </a:solidFill>
              </a:rPr>
              <a:t> </a:t>
            </a:r>
          </a:p>
        </p:txBody>
      </p:sp>
      <p:sp>
        <p:nvSpPr>
          <p:cNvPr id="55" name="Content Placeholder 2">
            <a:extLst>
              <a:ext uri="{FF2B5EF4-FFF2-40B4-BE49-F238E27FC236}">
                <a16:creationId xmlns:a16="http://schemas.microsoft.com/office/drawing/2014/main" id="{D633E968-2C64-31F7-8267-E5A3EC617A7C}"/>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CC61F802-7B7F-667F-580A-F08BA7C6FE03}"/>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3FC30FCE-0041-3C26-BE31-8622F21D0D86}"/>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B7ADD821-B08A-37E2-EBB8-1B3D0A8B2987}"/>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United States</a:t>
            </a:r>
          </a:p>
        </p:txBody>
      </p:sp>
      <p:cxnSp>
        <p:nvCxnSpPr>
          <p:cNvPr id="5" name="Straight Connector 4">
            <a:extLst>
              <a:ext uri="{FF2B5EF4-FFF2-40B4-BE49-F238E27FC236}">
                <a16:creationId xmlns:a16="http://schemas.microsoft.com/office/drawing/2014/main" id="{17501A83-9185-BA3F-3293-2A13B8416D82}"/>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BF0B38C-2147-E5A9-5C16-BA870929BB51}"/>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3173681-6182-3ABD-1AF7-D0AE1DB46F26}"/>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1E4C5951-E561-DB22-732B-20EB54AB3962}"/>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F4D38904-8818-931B-FE66-EB171AC527F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42B7DBEF-E125-52E1-F6D9-38B3710AA56F}"/>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19</a:t>
            </a:fld>
            <a:endParaRPr lang="en-US"/>
          </a:p>
        </p:txBody>
      </p:sp>
      <p:sp>
        <p:nvSpPr>
          <p:cNvPr id="7" name="TextBox 6">
            <a:extLst>
              <a:ext uri="{FF2B5EF4-FFF2-40B4-BE49-F238E27FC236}">
                <a16:creationId xmlns:a16="http://schemas.microsoft.com/office/drawing/2014/main" id="{77B4E689-130C-C303-D65A-51F8F84DB9F6}"/>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1528557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8F6F-4931-3021-78DA-FDDB077F33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62FCC-80A6-6343-0CF3-E5C1D141E4AC}"/>
              </a:ext>
            </a:extLst>
          </p:cNvPr>
          <p:cNvSpPr>
            <a:spLocks noGrp="1"/>
          </p:cNvSpPr>
          <p:nvPr>
            <p:ph type="title"/>
          </p:nvPr>
        </p:nvSpPr>
        <p:spPr/>
        <p:txBody>
          <a:bodyPr/>
          <a:lstStyle/>
          <a:p>
            <a:r>
              <a:rPr lang="en-US" sz="3200" dirty="0">
                <a:solidFill>
                  <a:schemeClr val="bg1"/>
                </a:solidFill>
              </a:rPr>
              <a:t>IT Solutions Data Privacy and Cybersecurity Support</a:t>
            </a:r>
            <a:endParaRPr lang="en-IN" sz="3200" dirty="0">
              <a:solidFill>
                <a:schemeClr val="bg1"/>
              </a:solidFill>
            </a:endParaRPr>
          </a:p>
        </p:txBody>
      </p:sp>
      <p:sp>
        <p:nvSpPr>
          <p:cNvPr id="6" name="Text Placeholder 92">
            <a:extLst>
              <a:ext uri="{FF2B5EF4-FFF2-40B4-BE49-F238E27FC236}">
                <a16:creationId xmlns:a16="http://schemas.microsoft.com/office/drawing/2014/main" id="{5337A922-A35D-19C9-FB91-DA4CF6559DB4}"/>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64CE70EF-8B1C-87A7-35BB-C49C61496999}"/>
              </a:ext>
            </a:extLst>
          </p:cNvPr>
          <p:cNvSpPr txBox="1">
            <a:spLocks/>
          </p:cNvSpPr>
          <p:nvPr/>
        </p:nvSpPr>
        <p:spPr>
          <a:xfrm>
            <a:off x="485523" y="1373733"/>
            <a:ext cx="10500519" cy="12801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Inter client requested EY to support with two coordinator and analyst consultants to work with the client information security and data privacy team due to lack of resources internally and due to a large number of IT solutions in need of assessment from assessment from an IT Security and Privacy perspective.</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EY consultants are expected to support in coordinating activities related to information security and data privacy and protection regulations.</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consultants will help collect information from IT solution teams and other stakeholders for DPIAs, ROPA and cybersecurity assessments.</a:t>
            </a:r>
          </a:p>
        </p:txBody>
      </p:sp>
      <p:sp>
        <p:nvSpPr>
          <p:cNvPr id="9" name="Text Placeholder 92">
            <a:extLst>
              <a:ext uri="{FF2B5EF4-FFF2-40B4-BE49-F238E27FC236}">
                <a16:creationId xmlns:a16="http://schemas.microsoft.com/office/drawing/2014/main" id="{E07744FF-F98B-0642-7FF5-FF289C9512E7}"/>
              </a:ext>
            </a:extLst>
          </p:cNvPr>
          <p:cNvSpPr txBox="1">
            <a:spLocks/>
          </p:cNvSpPr>
          <p:nvPr/>
        </p:nvSpPr>
        <p:spPr>
          <a:xfrm>
            <a:off x="483827" y="2760041"/>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947D3729-84AF-7A3D-FEAC-6D45D3B811DF}"/>
              </a:ext>
            </a:extLst>
          </p:cNvPr>
          <p:cNvSpPr txBox="1">
            <a:spLocks/>
          </p:cNvSpPr>
          <p:nvPr/>
        </p:nvSpPr>
        <p:spPr>
          <a:xfrm>
            <a:off x="483827" y="3088394"/>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assisted client with ongoing support in relation to privacy and cybersecurity activities. Client needed support with:</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Provided support and knowledge regarding Data privacy especially related to privacy laws in China, Russia and EU.</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Coordinated and supported in privacy assessments related to the legal requirements and possible remediation activities.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Coordinated and support in cybersecurity related activities such as Business impact assessments, security controls, reviews of penetration testing reports etc.</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Assisted in workshops and provide on-site support if needed.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D48DC3A7-0BE0-3719-1E4C-4BBCB5F24903}"/>
              </a:ext>
            </a:extLst>
          </p:cNvPr>
          <p:cNvSpPr txBox="1">
            <a:spLocks/>
          </p:cNvSpPr>
          <p:nvPr/>
        </p:nvSpPr>
        <p:spPr>
          <a:xfrm>
            <a:off x="483827" y="462006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5D16CF6E-5B7D-65AD-37D2-652C97A0E324}"/>
              </a:ext>
            </a:extLst>
          </p:cNvPr>
          <p:cNvSpPr txBox="1">
            <a:spLocks/>
          </p:cNvSpPr>
          <p:nvPr/>
        </p:nvSpPr>
        <p:spPr>
          <a:xfrm>
            <a:off x="483827" y="4948412"/>
            <a:ext cx="10500519" cy="12801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coordinated and supported in performing Business Impact Assessments on a large number of IT Solutions with following requirements on IT Security controls to be implemented.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coordinated and supported in performing privacy assessments on a large number of IT Solutions in the platform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OneTrust</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(ROPA – GDPR article 30).</a:t>
            </a:r>
          </a:p>
        </p:txBody>
      </p:sp>
      <p:sp>
        <p:nvSpPr>
          <p:cNvPr id="7" name="Slide Number Placeholder 5">
            <a:extLst>
              <a:ext uri="{FF2B5EF4-FFF2-40B4-BE49-F238E27FC236}">
                <a16:creationId xmlns:a16="http://schemas.microsoft.com/office/drawing/2014/main" id="{F8033E21-0286-2C1B-8AB9-EB4EDDD9A750}"/>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20</a:t>
            </a:fld>
            <a:endParaRPr/>
          </a:p>
        </p:txBody>
      </p:sp>
      <p:cxnSp>
        <p:nvCxnSpPr>
          <p:cNvPr id="15" name="Straight Connector 14">
            <a:extLst>
              <a:ext uri="{FF2B5EF4-FFF2-40B4-BE49-F238E27FC236}">
                <a16:creationId xmlns:a16="http://schemas.microsoft.com/office/drawing/2014/main" id="{AA8A9F63-0966-3B1C-5DAA-12B133B0A471}"/>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6BF3344F-70E1-1BEC-2C13-615542D0DD7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809270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336C508-20C6-53AD-B2FD-2B7A99B5DFF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389559-E8C4-1171-ABB6-36027BC0634C}"/>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19608FDE-D900-991B-31BB-B451CD93ADA1}"/>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85B0A2FB-9A8A-DB56-8136-7CAA7399C3DC}"/>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IKEA of Sweden AB</a:t>
            </a:r>
          </a:p>
        </p:txBody>
      </p:sp>
      <p:sp>
        <p:nvSpPr>
          <p:cNvPr id="37" name="Content Placeholder 2">
            <a:extLst>
              <a:ext uri="{FF2B5EF4-FFF2-40B4-BE49-F238E27FC236}">
                <a16:creationId xmlns:a16="http://schemas.microsoft.com/office/drawing/2014/main" id="{6DCBA1FD-21C4-DB88-B302-57AD901B8AF3}"/>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6D470D0B-D5E8-47B2-A603-40315E4A3CB8}"/>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21 December 2021</a:t>
            </a:r>
          </a:p>
        </p:txBody>
      </p:sp>
      <p:sp>
        <p:nvSpPr>
          <p:cNvPr id="42" name="Content Placeholder 2">
            <a:extLst>
              <a:ext uri="{FF2B5EF4-FFF2-40B4-BE49-F238E27FC236}">
                <a16:creationId xmlns:a16="http://schemas.microsoft.com/office/drawing/2014/main" id="{1077A145-993E-3E92-81C7-32F2A6B42B84}"/>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E5D17E65-5A01-DF9F-A928-2855607EBCA3}"/>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prstClr val="white"/>
                </a:solidFill>
                <a:latin typeface="EYInterstate Light" panose="02000506000000020004" pitchFamily="2" charset="0"/>
                <a:hlinkClick r:id="rId3"/>
              </a:rPr>
              <a:t>Unai </a:t>
            </a:r>
            <a:r>
              <a:rPr lang="en-US" sz="1400" dirty="0" err="1">
                <a:solidFill>
                  <a:prstClr val="white"/>
                </a:solidFill>
                <a:latin typeface="EYInterstate Light" panose="02000506000000020004" pitchFamily="2" charset="0"/>
                <a:hlinkClick r:id="rId3"/>
              </a:rPr>
              <a:t>Viguri</a:t>
            </a:r>
            <a:r>
              <a:rPr lang="en-US" sz="1400" dirty="0">
                <a:solidFill>
                  <a:prstClr val="white"/>
                </a:solidFill>
                <a:latin typeface="EYInterstate Light" panose="02000506000000020004" pitchFamily="2" charset="0"/>
                <a:hlinkClick r:id="rId3"/>
              </a:rPr>
              <a:t> Del Hierro</a:t>
            </a:r>
            <a:endParaRPr lang="en-IN" sz="1400" dirty="0">
              <a:solidFill>
                <a:schemeClr val="bg1"/>
              </a:solidFill>
            </a:endParaRPr>
          </a:p>
        </p:txBody>
      </p:sp>
      <p:sp>
        <p:nvSpPr>
          <p:cNvPr id="49" name="Content Placeholder 2">
            <a:extLst>
              <a:ext uri="{FF2B5EF4-FFF2-40B4-BE49-F238E27FC236}">
                <a16:creationId xmlns:a16="http://schemas.microsoft.com/office/drawing/2014/main" id="{95C41279-8519-466A-13ED-1C61FD80FC36}"/>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12382D62-AFDF-AEC8-28A5-3DD3DF0A1A03}"/>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https://discovercontent.ey.net/crd24041e06mozcc</a:t>
            </a:r>
            <a:r>
              <a:rPr lang="en-US" sz="1400" dirty="0">
                <a:solidFill>
                  <a:schemeClr val="bg1"/>
                </a:solidFill>
              </a:rPr>
              <a:t> </a:t>
            </a:r>
          </a:p>
        </p:txBody>
      </p:sp>
      <p:sp>
        <p:nvSpPr>
          <p:cNvPr id="55" name="Content Placeholder 2">
            <a:extLst>
              <a:ext uri="{FF2B5EF4-FFF2-40B4-BE49-F238E27FC236}">
                <a16:creationId xmlns:a16="http://schemas.microsoft.com/office/drawing/2014/main" id="{A81CE532-0192-9855-41B6-520458BE406C}"/>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4F054201-D330-D414-9245-7C8E7814DBB5}"/>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382C5C81-2018-19EC-6A50-32AFD1C8C0C7}"/>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D1BAFE54-430F-083A-EA30-ECD9910ACDA3}"/>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200" dirty="0">
                <a:solidFill>
                  <a:schemeClr val="bg1"/>
                </a:solidFill>
              </a:rPr>
              <a:t>Africa India, Europe Central &amp; West, Sweden, MENA &amp; UK&amp;I </a:t>
            </a:r>
          </a:p>
        </p:txBody>
      </p:sp>
      <p:cxnSp>
        <p:nvCxnSpPr>
          <p:cNvPr id="5" name="Straight Connector 4">
            <a:extLst>
              <a:ext uri="{FF2B5EF4-FFF2-40B4-BE49-F238E27FC236}">
                <a16:creationId xmlns:a16="http://schemas.microsoft.com/office/drawing/2014/main" id="{91D8E7AF-B08A-D970-B6C5-E27C669765B9}"/>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56D281-7D66-D279-6A06-58F5419D02E0}"/>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EB40D7C-EFF0-79C2-A581-ECA040CD2733}"/>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61D0AFF3-4CF2-CE0D-2622-AEA9231CD381}"/>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0C5DC559-EE1D-F207-A8BD-DA2A10E0DAA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ADD03ADC-DE4A-4F9C-5515-AAD44C1A0CD1}"/>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21</a:t>
            </a:fld>
            <a:endParaRPr lang="en-US"/>
          </a:p>
        </p:txBody>
      </p:sp>
      <p:sp>
        <p:nvSpPr>
          <p:cNvPr id="7" name="TextBox 6">
            <a:extLst>
              <a:ext uri="{FF2B5EF4-FFF2-40B4-BE49-F238E27FC236}">
                <a16:creationId xmlns:a16="http://schemas.microsoft.com/office/drawing/2014/main" id="{303BCACA-A91A-E9D7-E3F4-6892FD95273D}"/>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1609262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1E64E-85FE-F9F0-98A3-8459DD330D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853AE-1550-7AD6-8DC4-2B0F52FDD27A}"/>
              </a:ext>
            </a:extLst>
          </p:cNvPr>
          <p:cNvSpPr>
            <a:spLocks noGrp="1"/>
          </p:cNvSpPr>
          <p:nvPr>
            <p:ph type="title"/>
          </p:nvPr>
        </p:nvSpPr>
        <p:spPr/>
        <p:txBody>
          <a:bodyPr/>
          <a:lstStyle/>
          <a:p>
            <a:r>
              <a:rPr lang="en-US" sz="3200" dirty="0">
                <a:solidFill>
                  <a:schemeClr val="bg1"/>
                </a:solidFill>
              </a:rPr>
              <a:t>Cyber awareness and culture enhancement</a:t>
            </a:r>
            <a:endParaRPr lang="en-IN" sz="3200" dirty="0">
              <a:solidFill>
                <a:schemeClr val="bg1"/>
              </a:solidFill>
            </a:endParaRPr>
          </a:p>
        </p:txBody>
      </p:sp>
      <p:sp>
        <p:nvSpPr>
          <p:cNvPr id="6" name="Text Placeholder 92">
            <a:extLst>
              <a:ext uri="{FF2B5EF4-FFF2-40B4-BE49-F238E27FC236}">
                <a16:creationId xmlns:a16="http://schemas.microsoft.com/office/drawing/2014/main" id="{CF54DCBC-1B06-0009-5B7E-CF4E2551701F}"/>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CE40DAD4-B364-CD5C-DBB6-851983002343}"/>
              </a:ext>
            </a:extLst>
          </p:cNvPr>
          <p:cNvSpPr txBox="1">
            <a:spLocks/>
          </p:cNvSpPr>
          <p:nvPr/>
        </p:nvSpPr>
        <p:spPr>
          <a:xfrm>
            <a:off x="485523" y="1373733"/>
            <a:ext cx="10500519" cy="12801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Most cybersecurity incidents are caused by human error, and the retail sector faces an even higher level of risk due to the large volume of sensitive customer data and financial transactions it handles. </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Recognizing this, the client has made building a resilient, cyber‑aware culture a key priority since 2023. The goal is to strengthen cyber behaviors across the organization to reduce risks and protect both the business and its customers. EY continues to support this journey as a trusted advisor.</a:t>
            </a:r>
          </a:p>
        </p:txBody>
      </p:sp>
      <p:sp>
        <p:nvSpPr>
          <p:cNvPr id="9" name="Text Placeholder 92">
            <a:extLst>
              <a:ext uri="{FF2B5EF4-FFF2-40B4-BE49-F238E27FC236}">
                <a16:creationId xmlns:a16="http://schemas.microsoft.com/office/drawing/2014/main" id="{09DC7FE7-DFF5-E559-2179-0836D4274346}"/>
              </a:ext>
            </a:extLst>
          </p:cNvPr>
          <p:cNvSpPr txBox="1">
            <a:spLocks/>
          </p:cNvSpPr>
          <p:nvPr/>
        </p:nvSpPr>
        <p:spPr>
          <a:xfrm>
            <a:off x="483827" y="2760041"/>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283936BF-B674-DE09-3868-FF2F4ECE1F86}"/>
              </a:ext>
            </a:extLst>
          </p:cNvPr>
          <p:cNvSpPr txBox="1">
            <a:spLocks/>
          </p:cNvSpPr>
          <p:nvPr/>
        </p:nvSpPr>
        <p:spPr>
          <a:xfrm>
            <a:off x="483827" y="3088394"/>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engaged with the Cyber Awareness team to increase cyber maturity and behavioral change through:</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Conducting a global behavioral baseline based on 120 interviews and 750 survey responses.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Developing tailored training programs for employees and leaders.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Increasing efficiency of learning administration and adoption of learning platforms.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Executing change management and communication strategies for cyber initiatives.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Upskilling H&amp;M Cyber Awareness team members and other Cyber professionals.</a:t>
            </a:r>
          </a:p>
        </p:txBody>
      </p:sp>
      <p:sp>
        <p:nvSpPr>
          <p:cNvPr id="12" name="Text Placeholder 92">
            <a:extLst>
              <a:ext uri="{FF2B5EF4-FFF2-40B4-BE49-F238E27FC236}">
                <a16:creationId xmlns:a16="http://schemas.microsoft.com/office/drawing/2014/main" id="{D7DB534E-B302-FE94-0019-06EC044A95C9}"/>
              </a:ext>
            </a:extLst>
          </p:cNvPr>
          <p:cNvSpPr txBox="1">
            <a:spLocks/>
          </p:cNvSpPr>
          <p:nvPr/>
        </p:nvSpPr>
        <p:spPr>
          <a:xfrm>
            <a:off x="483827" y="462006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3A9F536B-CCA1-595E-A71F-D557022C4186}"/>
              </a:ext>
            </a:extLst>
          </p:cNvPr>
          <p:cNvSpPr txBox="1">
            <a:spLocks/>
          </p:cNvSpPr>
          <p:nvPr/>
        </p:nvSpPr>
        <p:spPr>
          <a:xfrm>
            <a:off x="483827" y="4948412"/>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Through these efforts, EY delivered significant value by: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Enhancing understanding of the organization's cyber maturity to address and mitigate cyber threats in a more effective way.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Improving knowledge and awareness of cybersecurity risks and best practices.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Increasing the organization's readiness to respond to cyber incidents effectively.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Fostering a security‑first mindset, helping embed cybersecurity into everyday operations.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Building internal skills and confidence to drive effective change.</a:t>
            </a:r>
          </a:p>
        </p:txBody>
      </p:sp>
      <p:sp>
        <p:nvSpPr>
          <p:cNvPr id="7" name="Slide Number Placeholder 5">
            <a:extLst>
              <a:ext uri="{FF2B5EF4-FFF2-40B4-BE49-F238E27FC236}">
                <a16:creationId xmlns:a16="http://schemas.microsoft.com/office/drawing/2014/main" id="{75BE0BCF-0829-0703-CA64-DF7C80C72DD7}"/>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22</a:t>
            </a:fld>
            <a:endParaRPr/>
          </a:p>
        </p:txBody>
      </p:sp>
      <p:cxnSp>
        <p:nvCxnSpPr>
          <p:cNvPr id="15" name="Straight Connector 14">
            <a:extLst>
              <a:ext uri="{FF2B5EF4-FFF2-40B4-BE49-F238E27FC236}">
                <a16:creationId xmlns:a16="http://schemas.microsoft.com/office/drawing/2014/main" id="{3A8F45AB-EC03-CE32-E068-CB3EAC9009AD}"/>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C7379529-F12F-C040-33D1-2C3D4DE9996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155794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C33D93C-C7A0-51CD-C04F-8AEB466460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59E72E9-AB6D-1F59-ABDC-53057B50163D}"/>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9C5DC5B6-ED68-1790-12AD-BBF9B830D1D4}"/>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50B07A2A-58FB-259A-E640-8509BE0AAAD7}"/>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25C0BCA6-6A4F-3449-BEB5-F8BE503B7D4A}"/>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41ACF89A-DAD5-D6E0-6F84-A454C2C7B82B}"/>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2024</a:t>
            </a:r>
          </a:p>
        </p:txBody>
      </p:sp>
      <p:sp>
        <p:nvSpPr>
          <p:cNvPr id="42" name="Content Placeholder 2">
            <a:extLst>
              <a:ext uri="{FF2B5EF4-FFF2-40B4-BE49-F238E27FC236}">
                <a16:creationId xmlns:a16="http://schemas.microsoft.com/office/drawing/2014/main" id="{C9F15A22-2630-0CD0-5AA3-3E7420635843}"/>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090D5266-7F21-D52F-4B0E-75475286E359}"/>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Malin Andree</a:t>
            </a:r>
            <a:r>
              <a:rPr lang="en-IN" sz="1400" dirty="0">
                <a:solidFill>
                  <a:schemeClr val="bg1"/>
                </a:solidFill>
              </a:rPr>
              <a:t> &amp; </a:t>
            </a:r>
            <a:r>
              <a:rPr lang="en-IN" sz="1400" dirty="0">
                <a:solidFill>
                  <a:schemeClr val="bg1"/>
                </a:solidFill>
                <a:hlinkClick r:id="rId4"/>
              </a:rPr>
              <a:t>Dimitris </a:t>
            </a:r>
            <a:r>
              <a:rPr lang="en-IN" sz="1400" dirty="0" err="1">
                <a:solidFill>
                  <a:schemeClr val="bg1"/>
                </a:solidFill>
                <a:hlinkClick r:id="rId4"/>
              </a:rPr>
              <a:t>Mitromaras</a:t>
            </a:r>
            <a:endParaRPr lang="en-IN" sz="1400" dirty="0">
              <a:solidFill>
                <a:schemeClr val="bg1"/>
              </a:solidFill>
            </a:endParaRPr>
          </a:p>
        </p:txBody>
      </p:sp>
      <p:sp>
        <p:nvSpPr>
          <p:cNvPr id="49" name="Content Placeholder 2">
            <a:extLst>
              <a:ext uri="{FF2B5EF4-FFF2-40B4-BE49-F238E27FC236}">
                <a16:creationId xmlns:a16="http://schemas.microsoft.com/office/drawing/2014/main" id="{2D7FB07F-9F12-DE95-7194-75D9F79DDB4C}"/>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C8AED756-C357-672C-8260-847D574BDCC5}"/>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p:txBody>
      </p:sp>
      <p:sp>
        <p:nvSpPr>
          <p:cNvPr id="55" name="Content Placeholder 2">
            <a:extLst>
              <a:ext uri="{FF2B5EF4-FFF2-40B4-BE49-F238E27FC236}">
                <a16:creationId xmlns:a16="http://schemas.microsoft.com/office/drawing/2014/main" id="{E7093B6C-D561-F7ED-A413-D9A9DD730520}"/>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8B4991AC-8DAF-E169-4E89-00B1FDF8F73E}"/>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B5F59516-250F-36A6-2E3F-B4F39ED4A4B6}"/>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3AB200F1-D014-044D-58F6-BA8D580A8EA4}"/>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Europe Central</a:t>
            </a:r>
          </a:p>
        </p:txBody>
      </p:sp>
      <p:cxnSp>
        <p:nvCxnSpPr>
          <p:cNvPr id="5" name="Straight Connector 4">
            <a:extLst>
              <a:ext uri="{FF2B5EF4-FFF2-40B4-BE49-F238E27FC236}">
                <a16:creationId xmlns:a16="http://schemas.microsoft.com/office/drawing/2014/main" id="{5A800F2C-5B68-B2A6-D9C9-800BAAF1A74F}"/>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236CB24-44E2-9230-2B09-6440957B26AE}"/>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897E3FE-68DD-2675-0DE9-0BFE1C11508C}"/>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DABB3561-0844-520B-459B-9F36B67C9F67}"/>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067273F0-377A-21B7-3FD6-8DD39D8373E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359F7C32-4A70-AC91-F8A8-582A5C54C8C8}"/>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23</a:t>
            </a:fld>
            <a:endParaRPr lang="en-US"/>
          </a:p>
        </p:txBody>
      </p:sp>
      <p:sp>
        <p:nvSpPr>
          <p:cNvPr id="7" name="TextBox 6">
            <a:extLst>
              <a:ext uri="{FF2B5EF4-FFF2-40B4-BE49-F238E27FC236}">
                <a16:creationId xmlns:a16="http://schemas.microsoft.com/office/drawing/2014/main" id="{FD98BF50-F8BD-6B42-0DD6-6A5E3F919776}"/>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570209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67B09-D97C-1B11-41FD-216C8AFDCE5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BD63D8F-423E-9FA3-2E21-2671EA073BB4}"/>
              </a:ext>
            </a:extLst>
          </p:cNvPr>
          <p:cNvSpPr>
            <a:spLocks noGrp="1"/>
          </p:cNvSpPr>
          <p:nvPr>
            <p:ph type="title"/>
          </p:nvPr>
        </p:nvSpPr>
        <p:spPr/>
        <p:txBody>
          <a:bodyPr/>
          <a:lstStyle/>
          <a:p>
            <a:r>
              <a:rPr lang="en-US" dirty="0"/>
              <a:t>Managed Services</a:t>
            </a:r>
          </a:p>
        </p:txBody>
      </p:sp>
      <p:sp>
        <p:nvSpPr>
          <p:cNvPr id="3" name="Slide Number Placeholder 5">
            <a:extLst>
              <a:ext uri="{FF2B5EF4-FFF2-40B4-BE49-F238E27FC236}">
                <a16:creationId xmlns:a16="http://schemas.microsoft.com/office/drawing/2014/main" id="{C7F4DE89-E9EF-B0EF-3715-3DE596E6E1A1}"/>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smtClean="0"/>
              <a:pPr/>
              <a:t>24</a:t>
            </a:fld>
            <a:endParaRPr/>
          </a:p>
        </p:txBody>
      </p:sp>
    </p:spTree>
    <p:extLst>
      <p:ext uri="{BB962C8B-B14F-4D97-AF65-F5344CB8AC3E}">
        <p14:creationId xmlns:p14="http://schemas.microsoft.com/office/powerpoint/2010/main" val="2874633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78596-57A7-C539-21F7-D0CA1ACA3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39A3D1-7552-2AA5-1479-9CA7024E8915}"/>
              </a:ext>
            </a:extLst>
          </p:cNvPr>
          <p:cNvSpPr>
            <a:spLocks noGrp="1"/>
          </p:cNvSpPr>
          <p:nvPr>
            <p:ph type="title"/>
          </p:nvPr>
        </p:nvSpPr>
        <p:spPr/>
        <p:txBody>
          <a:bodyPr/>
          <a:lstStyle/>
          <a:p>
            <a:r>
              <a:rPr lang="en-US" sz="3200" dirty="0">
                <a:solidFill>
                  <a:schemeClr val="bg1"/>
                </a:solidFill>
              </a:rPr>
              <a:t>Financial Planning and Analysis Function for a Retail Giant</a:t>
            </a:r>
            <a:endParaRPr lang="en-IN" sz="3200" dirty="0">
              <a:solidFill>
                <a:schemeClr val="bg1"/>
              </a:solidFill>
            </a:endParaRPr>
          </a:p>
        </p:txBody>
      </p:sp>
      <p:sp>
        <p:nvSpPr>
          <p:cNvPr id="6" name="Text Placeholder 92">
            <a:extLst>
              <a:ext uri="{FF2B5EF4-FFF2-40B4-BE49-F238E27FC236}">
                <a16:creationId xmlns:a16="http://schemas.microsoft.com/office/drawing/2014/main" id="{0D477A83-6286-4E3A-5B3D-565518DA50A2}"/>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71389145-4BEF-4C9F-C912-D207F66A7BDD}"/>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Fragmented and slow financial reporting cycles.</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Limited strategic decision support for commercial teams.</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Inaccurate or outdated forecasts due to weak modelling frameworks / limited data visibility.</a:t>
            </a:r>
          </a:p>
        </p:txBody>
      </p:sp>
      <p:sp>
        <p:nvSpPr>
          <p:cNvPr id="9" name="Text Placeholder 92">
            <a:extLst>
              <a:ext uri="{FF2B5EF4-FFF2-40B4-BE49-F238E27FC236}">
                <a16:creationId xmlns:a16="http://schemas.microsoft.com/office/drawing/2014/main" id="{937C352D-70AC-85D2-1611-99F591BCB40E}"/>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4CD4DBA1-1A9E-9DC8-A07D-EAB4E263139E}"/>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Conducted meetings with key stakeholders to understand the existing processes / procedures.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Managed the FP&amp;A operations for two large hubs, enhancing reporting cadence and planning efficiency across weekly, monthly and annual cycles.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Led proactive Finance Business Partnering, translating complex financial data into strategic insights to support commercial growth.</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Developed robust financial models to support forecasting and scenario analysis enabling data-driven decision-making.</a:t>
            </a:r>
          </a:p>
        </p:txBody>
      </p:sp>
      <p:sp>
        <p:nvSpPr>
          <p:cNvPr id="12" name="Text Placeholder 92">
            <a:extLst>
              <a:ext uri="{FF2B5EF4-FFF2-40B4-BE49-F238E27FC236}">
                <a16:creationId xmlns:a16="http://schemas.microsoft.com/office/drawing/2014/main" id="{FC21678F-4058-72B3-039A-6046C235082C}"/>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6F9A2705-7185-484E-FBDB-43D28949D1AA}"/>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Enhanced financial visibility and faster decision-making.</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Improved forecasting accuracy and planning agility.</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Optimized resource mix through demand-led forecasting, reducing overtime and agency spend.</a:t>
            </a:r>
          </a:p>
        </p:txBody>
      </p:sp>
      <p:sp>
        <p:nvSpPr>
          <p:cNvPr id="7" name="Slide Number Placeholder 5">
            <a:extLst>
              <a:ext uri="{FF2B5EF4-FFF2-40B4-BE49-F238E27FC236}">
                <a16:creationId xmlns:a16="http://schemas.microsoft.com/office/drawing/2014/main" id="{D1B0A913-4661-6220-C720-FA6B23EA8DCB}"/>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25</a:t>
            </a:fld>
            <a:endParaRPr/>
          </a:p>
        </p:txBody>
      </p:sp>
      <p:cxnSp>
        <p:nvCxnSpPr>
          <p:cNvPr id="15" name="Straight Connector 14">
            <a:extLst>
              <a:ext uri="{FF2B5EF4-FFF2-40B4-BE49-F238E27FC236}">
                <a16:creationId xmlns:a16="http://schemas.microsoft.com/office/drawing/2014/main" id="{9C9C32D4-14B0-B9CC-DB79-BCB7E1652D9A}"/>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7BF0E12D-4249-7CD3-F68A-AC200925C4C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262611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13F0ECBF-4F43-ACB0-6BED-CC6B7C0878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D2CACFD-79F4-A220-46D0-91C584C7ECB6}"/>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034DAE50-5AE4-61F6-3BAA-D7B01DBC6992}"/>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F53F4502-15A2-E229-8652-E9BE33A2AB30}"/>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545F10A8-C70D-03F8-4DD8-7C1357BBE584}"/>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E3CE9369-BC40-21C0-CAFC-1D630C6FA57F}"/>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19 December 2024</a:t>
            </a:r>
          </a:p>
        </p:txBody>
      </p:sp>
      <p:sp>
        <p:nvSpPr>
          <p:cNvPr id="42" name="Content Placeholder 2">
            <a:extLst>
              <a:ext uri="{FF2B5EF4-FFF2-40B4-BE49-F238E27FC236}">
                <a16:creationId xmlns:a16="http://schemas.microsoft.com/office/drawing/2014/main" id="{CD264102-5C13-D255-6041-F1F1182C1AA0}"/>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A552C3A4-90DD-8538-8092-3A0490FE957B}"/>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Kumar Gaurav</a:t>
            </a:r>
            <a:endParaRPr lang="en-IN" sz="1400" dirty="0">
              <a:solidFill>
                <a:schemeClr val="bg1"/>
              </a:solidFill>
            </a:endParaRPr>
          </a:p>
        </p:txBody>
      </p:sp>
      <p:sp>
        <p:nvSpPr>
          <p:cNvPr id="49" name="Content Placeholder 2">
            <a:extLst>
              <a:ext uri="{FF2B5EF4-FFF2-40B4-BE49-F238E27FC236}">
                <a16:creationId xmlns:a16="http://schemas.microsoft.com/office/drawing/2014/main" id="{F643AF77-6405-5A1C-9BD5-30B09972283B}"/>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0C33ED72-3401-D79C-5BF6-6FF74B671B8F}"/>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https://discovercontent.ey.net/crd26032laeko5hf</a:t>
            </a:r>
            <a:r>
              <a:rPr lang="en-US" sz="1400" dirty="0">
                <a:solidFill>
                  <a:schemeClr val="bg1"/>
                </a:solidFill>
              </a:rPr>
              <a:t> </a:t>
            </a:r>
          </a:p>
        </p:txBody>
      </p:sp>
      <p:sp>
        <p:nvSpPr>
          <p:cNvPr id="55" name="Content Placeholder 2">
            <a:extLst>
              <a:ext uri="{FF2B5EF4-FFF2-40B4-BE49-F238E27FC236}">
                <a16:creationId xmlns:a16="http://schemas.microsoft.com/office/drawing/2014/main" id="{6CA842A0-651A-CD4B-96C8-75C873D33A96}"/>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FF586D1B-F0DB-D6AF-1091-DB4CB292CB35}"/>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F6DF66C3-8612-DEAE-E5A4-B4EC987D2523}"/>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7C441EF6-FB8B-D4AE-EE8B-5BE6B88C7D07}"/>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India</a:t>
            </a:r>
          </a:p>
        </p:txBody>
      </p:sp>
      <p:cxnSp>
        <p:nvCxnSpPr>
          <p:cNvPr id="5" name="Straight Connector 4">
            <a:extLst>
              <a:ext uri="{FF2B5EF4-FFF2-40B4-BE49-F238E27FC236}">
                <a16:creationId xmlns:a16="http://schemas.microsoft.com/office/drawing/2014/main" id="{BE2C7635-E534-2FC3-51F0-51EC8AF54CBA}"/>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5A4F0FE-2947-D9FC-2919-0C5A257D09BD}"/>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CF0F8DB-61EF-26B1-F0B2-8FA90EFF5ADF}"/>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9E8F0D04-7BAE-7672-DA5A-4D9E69825C7A}"/>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F0030254-4E9C-78E5-1D79-CD197D04596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B0A6E116-FDEC-0E26-DA8B-B1310054B553}"/>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26</a:t>
            </a:fld>
            <a:endParaRPr lang="en-US"/>
          </a:p>
        </p:txBody>
      </p:sp>
      <p:sp>
        <p:nvSpPr>
          <p:cNvPr id="7" name="TextBox 6">
            <a:extLst>
              <a:ext uri="{FF2B5EF4-FFF2-40B4-BE49-F238E27FC236}">
                <a16:creationId xmlns:a16="http://schemas.microsoft.com/office/drawing/2014/main" id="{A552C5C8-0B82-629E-E444-F2BC8F379225}"/>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388303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AF7A0-8081-9C12-4650-E95A1449A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9EAF5-8F4A-1734-7BBF-EF51D87B4055}"/>
              </a:ext>
            </a:extLst>
          </p:cNvPr>
          <p:cNvSpPr>
            <a:spLocks noGrp="1"/>
          </p:cNvSpPr>
          <p:nvPr>
            <p:ph type="title"/>
          </p:nvPr>
        </p:nvSpPr>
        <p:spPr>
          <a:xfrm>
            <a:off x="485523" y="87781"/>
            <a:ext cx="10498824" cy="470898"/>
          </a:xfrm>
        </p:spPr>
        <p:txBody>
          <a:bodyPr/>
          <a:lstStyle/>
          <a:p>
            <a:r>
              <a:rPr lang="en-US" sz="3200" dirty="0">
                <a:solidFill>
                  <a:schemeClr val="bg1"/>
                </a:solidFill>
              </a:rPr>
              <a:t>Optimizing Finance Function Through Data and Process </a:t>
            </a:r>
            <a:br>
              <a:rPr lang="en-US" sz="3200" dirty="0">
                <a:solidFill>
                  <a:schemeClr val="bg1"/>
                </a:solidFill>
              </a:rPr>
            </a:br>
            <a:r>
              <a:rPr lang="en-US" sz="3200" dirty="0">
                <a:solidFill>
                  <a:schemeClr val="bg1"/>
                </a:solidFill>
              </a:rPr>
              <a:t>Insights</a:t>
            </a:r>
            <a:endParaRPr lang="en-IN" sz="3200" dirty="0">
              <a:solidFill>
                <a:schemeClr val="bg1"/>
              </a:solidFill>
            </a:endParaRPr>
          </a:p>
        </p:txBody>
      </p:sp>
      <p:sp>
        <p:nvSpPr>
          <p:cNvPr id="6" name="Text Placeholder 92">
            <a:extLst>
              <a:ext uri="{FF2B5EF4-FFF2-40B4-BE49-F238E27FC236}">
                <a16:creationId xmlns:a16="http://schemas.microsoft.com/office/drawing/2014/main" id="{0387D4D9-4A6E-BBF1-12A4-A4AEAF51C703}"/>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26AD5EEE-D529-5D1B-0B5F-677C634E13AF}"/>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Complex and varied processes for record-to-report and disclosure management, which make standardization and automation highly challenging.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High workload for Finance during financial close as existing IT infrastructure and tools are not utilized to its full extent.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Channel Shift: The client was Ch1 before and Ch2 during engagement.</a:t>
            </a:r>
          </a:p>
        </p:txBody>
      </p:sp>
      <p:sp>
        <p:nvSpPr>
          <p:cNvPr id="9" name="Text Placeholder 92">
            <a:extLst>
              <a:ext uri="{FF2B5EF4-FFF2-40B4-BE49-F238E27FC236}">
                <a16:creationId xmlns:a16="http://schemas.microsoft.com/office/drawing/2014/main" id="{85B5A308-BE83-3B41-C219-CD10F272C67E}"/>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891A0E7C-8E9F-CAE8-650F-418510EA97B6}"/>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was asked to identify pain points and optimization potential in the finance function, considering the following workstreams: closing, consolidation, reporting, systems and data.</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Next to traditional workshops, EY utilized EY Easy Process Assessment and EY Record-to-Report Analytics to identify optimization initiatives. The client saw data-driven approach with tech accelerators as key differentiation for EY to win the project.</a:t>
            </a:r>
          </a:p>
        </p:txBody>
      </p:sp>
      <p:sp>
        <p:nvSpPr>
          <p:cNvPr id="12" name="Text Placeholder 92">
            <a:extLst>
              <a:ext uri="{FF2B5EF4-FFF2-40B4-BE49-F238E27FC236}">
                <a16:creationId xmlns:a16="http://schemas.microsoft.com/office/drawing/2014/main" id="{5568C8CB-EE18-392A-334B-B6F9E097CF68}"/>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B29C160C-5B68-E03F-11CF-7BAB361F94AC}"/>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 roadmap with prioritized initiatives across all workstreams, integrated in client’s overall strategy and technology transformation (SAP S/4HANA), has been developed and shared with client. Initiatives included both quick wins (e.g. automations) as well as long-term procedural adjustments.</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gave positive feedback and praised data-driven approach to gain transparency in current finance landscape.</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A56D9D25-4313-E1C1-013F-D60F89D33E92}"/>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27</a:t>
            </a:fld>
            <a:endParaRPr/>
          </a:p>
        </p:txBody>
      </p:sp>
      <p:cxnSp>
        <p:nvCxnSpPr>
          <p:cNvPr id="15" name="Straight Connector 14">
            <a:extLst>
              <a:ext uri="{FF2B5EF4-FFF2-40B4-BE49-F238E27FC236}">
                <a16:creationId xmlns:a16="http://schemas.microsoft.com/office/drawing/2014/main" id="{2DF6CED1-481A-70B7-A87B-9066A7714522}"/>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35BCA0AD-BA3F-2B6D-4A0C-94FDC294D45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987767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AF422C1-9907-18F7-9A51-DAD879D523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9E2A31-3820-3B74-DCEA-BA44004C6AF4}"/>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DFF24313-B018-3E36-860F-297441D74E79}"/>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F1C15AFF-C037-8240-CA6E-12A1FD6A02CA}"/>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HUGO Boss AG</a:t>
            </a:r>
          </a:p>
        </p:txBody>
      </p:sp>
      <p:sp>
        <p:nvSpPr>
          <p:cNvPr id="37" name="Content Placeholder 2">
            <a:extLst>
              <a:ext uri="{FF2B5EF4-FFF2-40B4-BE49-F238E27FC236}">
                <a16:creationId xmlns:a16="http://schemas.microsoft.com/office/drawing/2014/main" id="{1932DBB0-5121-6E8F-72F8-2C14EFF09168}"/>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DEF87114-3255-8918-33D8-061EB57ED719}"/>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25 October 2022</a:t>
            </a:r>
          </a:p>
        </p:txBody>
      </p:sp>
      <p:sp>
        <p:nvSpPr>
          <p:cNvPr id="42" name="Content Placeholder 2">
            <a:extLst>
              <a:ext uri="{FF2B5EF4-FFF2-40B4-BE49-F238E27FC236}">
                <a16:creationId xmlns:a16="http://schemas.microsoft.com/office/drawing/2014/main" id="{EA17D3C7-C1C7-5315-E3D8-93ED847B1DC8}"/>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6BB3CF6E-6904-4FCC-A3BC-A4402D73B342}"/>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Sandra Dreier</a:t>
            </a:r>
            <a:endParaRPr lang="en-IN" sz="1400" dirty="0">
              <a:solidFill>
                <a:schemeClr val="bg1"/>
              </a:solidFill>
            </a:endParaRPr>
          </a:p>
        </p:txBody>
      </p:sp>
      <p:sp>
        <p:nvSpPr>
          <p:cNvPr id="49" name="Content Placeholder 2">
            <a:extLst>
              <a:ext uri="{FF2B5EF4-FFF2-40B4-BE49-F238E27FC236}">
                <a16:creationId xmlns:a16="http://schemas.microsoft.com/office/drawing/2014/main" id="{D08FB0D0-AECB-E3CF-FB8E-06799C284EF5}"/>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2B551A63-6279-27EE-FCB6-D6C262CAB048}"/>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https://discovercontent.ey.net/crd25064ldg2z3w9</a:t>
            </a:r>
            <a:r>
              <a:rPr lang="en-US" sz="1400" dirty="0">
                <a:solidFill>
                  <a:schemeClr val="bg1"/>
                </a:solidFill>
              </a:rPr>
              <a:t> </a:t>
            </a:r>
          </a:p>
        </p:txBody>
      </p:sp>
      <p:sp>
        <p:nvSpPr>
          <p:cNvPr id="55" name="Content Placeholder 2">
            <a:extLst>
              <a:ext uri="{FF2B5EF4-FFF2-40B4-BE49-F238E27FC236}">
                <a16:creationId xmlns:a16="http://schemas.microsoft.com/office/drawing/2014/main" id="{B5759505-B236-D1CF-1533-556547C4283B}"/>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BF916BDD-A553-3647-DEEC-43F3FB4D8FDE}"/>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Assurance</a:t>
            </a:r>
          </a:p>
        </p:txBody>
      </p:sp>
      <p:sp>
        <p:nvSpPr>
          <p:cNvPr id="57" name="Content Placeholder 2">
            <a:extLst>
              <a:ext uri="{FF2B5EF4-FFF2-40B4-BE49-F238E27FC236}">
                <a16:creationId xmlns:a16="http://schemas.microsoft.com/office/drawing/2014/main" id="{F4EA06D9-7989-9DEE-F66B-75711A50DE38}"/>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B129314D-3331-26F8-59FD-60312F61F97E}"/>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Germany</a:t>
            </a:r>
          </a:p>
        </p:txBody>
      </p:sp>
      <p:cxnSp>
        <p:nvCxnSpPr>
          <p:cNvPr id="5" name="Straight Connector 4">
            <a:extLst>
              <a:ext uri="{FF2B5EF4-FFF2-40B4-BE49-F238E27FC236}">
                <a16:creationId xmlns:a16="http://schemas.microsoft.com/office/drawing/2014/main" id="{98784056-F7B5-87BC-9707-4CDA2F8B8DB3}"/>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A35E62D-2612-CAD8-9B38-1D76C7F3AF7C}"/>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575D620-45E9-21F2-C01F-9386EE9462DA}"/>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3C44B08B-AD93-EEB2-474B-2DCD4D26BACC}"/>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5D6F9C07-B5FC-B422-5E7D-E0EC666D55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420EE5B6-BF7A-CE6F-29AA-3238DAFA3C7B}"/>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28</a:t>
            </a:fld>
            <a:endParaRPr lang="en-US"/>
          </a:p>
        </p:txBody>
      </p:sp>
      <p:sp>
        <p:nvSpPr>
          <p:cNvPr id="7" name="TextBox 6">
            <a:extLst>
              <a:ext uri="{FF2B5EF4-FFF2-40B4-BE49-F238E27FC236}">
                <a16:creationId xmlns:a16="http://schemas.microsoft.com/office/drawing/2014/main" id="{E4860584-B5A9-6434-07E6-540792A38DFB}"/>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1901444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B175C-A243-4620-AC36-B707C3A2D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A9571F-D1A6-F26D-2EDE-0BF07359F631}"/>
              </a:ext>
            </a:extLst>
          </p:cNvPr>
          <p:cNvSpPr>
            <a:spLocks noGrp="1"/>
          </p:cNvSpPr>
          <p:nvPr>
            <p:ph type="title"/>
          </p:nvPr>
        </p:nvSpPr>
        <p:spPr/>
        <p:txBody>
          <a:bodyPr/>
          <a:lstStyle/>
          <a:p>
            <a:r>
              <a:rPr lang="en-IN" sz="3200" dirty="0">
                <a:solidFill>
                  <a:schemeClr val="bg1"/>
                </a:solidFill>
              </a:rPr>
              <a:t>Project Sunrise - Integration Management Support</a:t>
            </a:r>
          </a:p>
        </p:txBody>
      </p:sp>
      <p:sp>
        <p:nvSpPr>
          <p:cNvPr id="6" name="Text Placeholder 92">
            <a:extLst>
              <a:ext uri="{FF2B5EF4-FFF2-40B4-BE49-F238E27FC236}">
                <a16:creationId xmlns:a16="http://schemas.microsoft.com/office/drawing/2014/main" id="{7CEFEC21-8880-8F32-7CF2-209771BAE7B7}"/>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A91FAFD2-E760-656B-895B-0FAC9A5625A6}"/>
              </a:ext>
            </a:extLst>
          </p:cNvPr>
          <p:cNvSpPr txBox="1">
            <a:spLocks/>
          </p:cNvSpPr>
          <p:nvPr/>
        </p:nvSpPr>
        <p:spPr>
          <a:xfrm>
            <a:off x="485523" y="1373733"/>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 August 2023, the client announced it would acquire the target for $8.5 billion. The target is the parent company for many luxury fashion brands.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merger of these 2 fashion companies was intended to create a new powerful global luxury house, unlocking a unique opportunity to drive enhanced value for their consumers, employees, communities, and shareholders around the world.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was engaged to support pre-Sign diligence and provide Sign-to-Close integration planning services for the anticipated acquisition of the target.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134EAC4A-0395-7DF2-8248-DF5D7EF40263}"/>
              </a:ext>
            </a:extLst>
          </p:cNvPr>
          <p:cNvSpPr txBox="1">
            <a:spLocks/>
          </p:cNvSpPr>
          <p:nvPr/>
        </p:nvSpPr>
        <p:spPr>
          <a:xfrm>
            <a:off x="483827" y="2736748"/>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2E24F2CB-4B2D-D597-3A22-E26C6C93E567}"/>
              </a:ext>
            </a:extLst>
          </p:cNvPr>
          <p:cNvSpPr txBox="1">
            <a:spLocks/>
          </p:cNvSpPr>
          <p:nvPr/>
        </p:nvSpPr>
        <p:spPr>
          <a:xfrm>
            <a:off x="483827" y="3065101"/>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Program management support (IMO and Workstream support across 13 cross-functional and functional Workstreams).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Data request and exchange process management support across all workstreams.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Clean Room management (including analysis and sanitization of competitively sensitive data from all submitted documents).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Synergy and Value Capture management support (including top-down estimates, bottoms-up synergy ideation, and business case development).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Integration strategy &amp; planning support (including Current, Day 1, and Future State Operating Models, and detailed project plans).</a:t>
            </a:r>
          </a:p>
        </p:txBody>
      </p:sp>
      <p:sp>
        <p:nvSpPr>
          <p:cNvPr id="12" name="Text Placeholder 92">
            <a:extLst>
              <a:ext uri="{FF2B5EF4-FFF2-40B4-BE49-F238E27FC236}">
                <a16:creationId xmlns:a16="http://schemas.microsoft.com/office/drawing/2014/main" id="{E81BFC31-FCBB-DFDF-71C6-CB42969D4E11}"/>
              </a:ext>
            </a:extLst>
          </p:cNvPr>
          <p:cNvSpPr txBox="1">
            <a:spLocks/>
          </p:cNvSpPr>
          <p:nvPr/>
        </p:nvSpPr>
        <p:spPr>
          <a:xfrm>
            <a:off x="483827" y="4596762"/>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4B2CD557-5F0C-127C-8693-A77C5E3782EA}"/>
              </a:ext>
            </a:extLst>
          </p:cNvPr>
          <p:cNvSpPr txBox="1">
            <a:spLocks/>
          </p:cNvSpPr>
          <p:nvPr/>
        </p:nvSpPr>
        <p:spPr>
          <a:xfrm>
            <a:off x="483827" y="4925114"/>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Integration planning rigor – EY successfully deployed an IMO governance and cadence spanning across 10+ workstreams, bringing a rigor that was necessary to drive integration planning given the transformational nature and the scale of this deal.</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Buy-side methodology – EY provided buy-side knowledge, methodologies, and best practices to client, where majority of Integration Planning Teams had mild-to-moderate transaction experience, to be leveraged on this deal, but also future deals.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Foundation for future operations – EY delivered a comprehensive list of transition materials, including frameworks leveraged throughout the engagement, key deliverables, lessons learned, and more to institutionalize all the work done to date and proposed next steps to serve as key references for when the integration program picks back up in the future.</a:t>
            </a:r>
          </a:p>
        </p:txBody>
      </p:sp>
      <p:sp>
        <p:nvSpPr>
          <p:cNvPr id="7" name="Slide Number Placeholder 5">
            <a:extLst>
              <a:ext uri="{FF2B5EF4-FFF2-40B4-BE49-F238E27FC236}">
                <a16:creationId xmlns:a16="http://schemas.microsoft.com/office/drawing/2014/main" id="{FDB4A727-A11B-5B11-97C8-287B4918B1C4}"/>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29</a:t>
            </a:fld>
            <a:endParaRPr/>
          </a:p>
        </p:txBody>
      </p:sp>
      <p:cxnSp>
        <p:nvCxnSpPr>
          <p:cNvPr id="15" name="Straight Connector 14">
            <a:extLst>
              <a:ext uri="{FF2B5EF4-FFF2-40B4-BE49-F238E27FC236}">
                <a16:creationId xmlns:a16="http://schemas.microsoft.com/office/drawing/2014/main" id="{D801029B-6692-6B1A-593D-51B8639F4941}"/>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7C408FBD-318E-179B-61F9-D2FB33F6A5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0318159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A6F6095-6CDE-BE7C-8C7C-B9EE0FD7239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D1B4AA0-D259-DBA6-9C1D-888B34E42CF0}"/>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8A1F605D-A0AF-1FDD-C33E-4EAA7AB9DE49}"/>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A460900D-5764-188C-4154-6604F7E039BD}"/>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prstClr val="white"/>
                </a:solidFill>
                <a:latin typeface="EYInterstate Light" panose="02000506000000020004" pitchFamily="2" charset="0"/>
              </a:rPr>
              <a:t>Tapestry, Inc</a:t>
            </a:r>
            <a:endParaRPr lang="en-IN" sz="1400" dirty="0">
              <a:solidFill>
                <a:schemeClr val="bg1"/>
              </a:solidFill>
            </a:endParaRPr>
          </a:p>
        </p:txBody>
      </p:sp>
      <p:sp>
        <p:nvSpPr>
          <p:cNvPr id="37" name="Content Placeholder 2">
            <a:extLst>
              <a:ext uri="{FF2B5EF4-FFF2-40B4-BE49-F238E27FC236}">
                <a16:creationId xmlns:a16="http://schemas.microsoft.com/office/drawing/2014/main" id="{C27C3EBD-8903-C8AB-0635-19CECAF11CEE}"/>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EE0C825B-DEDE-51C3-0D16-C1BF29012486}"/>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3 September 2023</a:t>
            </a:r>
          </a:p>
        </p:txBody>
      </p:sp>
      <p:sp>
        <p:nvSpPr>
          <p:cNvPr id="42" name="Content Placeholder 2">
            <a:extLst>
              <a:ext uri="{FF2B5EF4-FFF2-40B4-BE49-F238E27FC236}">
                <a16:creationId xmlns:a16="http://schemas.microsoft.com/office/drawing/2014/main" id="{CF545347-A05E-4E95-BAEA-E9747F889190}"/>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35A6EA6C-E45A-4025-3119-39ED4947C44A}"/>
              </a:ext>
            </a:extLst>
          </p:cNvPr>
          <p:cNvSpPr txBox="1">
            <a:spLocks/>
          </p:cNvSpPr>
          <p:nvPr/>
        </p:nvSpPr>
        <p:spPr>
          <a:xfrm>
            <a:off x="512402" y="3047147"/>
            <a:ext cx="3131945" cy="3657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prstClr val="white"/>
                </a:solidFill>
                <a:latin typeface="EYInterstate Light" panose="02000506000000020004" pitchFamily="2" charset="0"/>
                <a:hlinkClick r:id="rId3"/>
              </a:rPr>
              <a:t>Elizabeth Kaske</a:t>
            </a:r>
            <a:endParaRPr lang="en-IN" sz="1400" dirty="0">
              <a:solidFill>
                <a:schemeClr val="bg1"/>
              </a:solidFill>
            </a:endParaRPr>
          </a:p>
        </p:txBody>
      </p:sp>
      <p:sp>
        <p:nvSpPr>
          <p:cNvPr id="49" name="Content Placeholder 2">
            <a:extLst>
              <a:ext uri="{FF2B5EF4-FFF2-40B4-BE49-F238E27FC236}">
                <a16:creationId xmlns:a16="http://schemas.microsoft.com/office/drawing/2014/main" id="{EF020273-F1E4-D9DA-1F22-B45DC385FDE2}"/>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1A4654B2-D0AF-0518-5295-FFB85D112C4A}"/>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https://discovercontent.ey.net/crd24112muomgcop</a:t>
            </a:r>
            <a:r>
              <a:rPr lang="en-US" sz="1400" dirty="0">
                <a:solidFill>
                  <a:schemeClr val="bg1"/>
                </a:solidFill>
              </a:rPr>
              <a:t> </a:t>
            </a:r>
          </a:p>
        </p:txBody>
      </p:sp>
      <p:sp>
        <p:nvSpPr>
          <p:cNvPr id="55" name="Content Placeholder 2">
            <a:extLst>
              <a:ext uri="{FF2B5EF4-FFF2-40B4-BE49-F238E27FC236}">
                <a16:creationId xmlns:a16="http://schemas.microsoft.com/office/drawing/2014/main" id="{C5B64801-6874-2F98-FF18-1367534F27B3}"/>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6149DC0F-037A-2AE8-6C32-77A8F947A63D}"/>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Strategy and Execution</a:t>
            </a:r>
          </a:p>
        </p:txBody>
      </p:sp>
      <p:sp>
        <p:nvSpPr>
          <p:cNvPr id="57" name="Content Placeholder 2">
            <a:extLst>
              <a:ext uri="{FF2B5EF4-FFF2-40B4-BE49-F238E27FC236}">
                <a16:creationId xmlns:a16="http://schemas.microsoft.com/office/drawing/2014/main" id="{6D0DE46B-9F94-370C-CB7D-C6728502E7BC}"/>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408C33D2-643C-FB9B-0061-7C5B2E7E438D}"/>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Canada &amp; United States</a:t>
            </a:r>
          </a:p>
        </p:txBody>
      </p:sp>
      <p:cxnSp>
        <p:nvCxnSpPr>
          <p:cNvPr id="5" name="Straight Connector 4">
            <a:extLst>
              <a:ext uri="{FF2B5EF4-FFF2-40B4-BE49-F238E27FC236}">
                <a16:creationId xmlns:a16="http://schemas.microsoft.com/office/drawing/2014/main" id="{43FE854F-247E-EF40-3FBD-F22E193E3EB2}"/>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FF6645C-A8C9-DA0A-C7DA-567CC314B528}"/>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2CD0B4C-C7CD-5C78-736A-CFBC7B025CF2}"/>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0F99E597-BB9E-FE5F-9C26-5E3DBFF08A73}"/>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01996149-8939-BFE7-D274-7DD924B5C52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E487271A-5CD2-6F88-1152-B674182B600B}"/>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30</a:t>
            </a:fld>
            <a:endParaRPr lang="en-US"/>
          </a:p>
        </p:txBody>
      </p:sp>
      <p:sp>
        <p:nvSpPr>
          <p:cNvPr id="7" name="TextBox 6">
            <a:extLst>
              <a:ext uri="{FF2B5EF4-FFF2-40B4-BE49-F238E27FC236}">
                <a16:creationId xmlns:a16="http://schemas.microsoft.com/office/drawing/2014/main" id="{FD30F396-49BC-170A-8352-35EE9F71D31F}"/>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3787975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B1180-8305-23AD-9500-831D43F40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07B7E-6658-35D9-92E6-B3B7E2B74E91}"/>
              </a:ext>
            </a:extLst>
          </p:cNvPr>
          <p:cNvSpPr>
            <a:spLocks noGrp="1"/>
          </p:cNvSpPr>
          <p:nvPr>
            <p:ph type="title"/>
          </p:nvPr>
        </p:nvSpPr>
        <p:spPr/>
        <p:txBody>
          <a:bodyPr/>
          <a:lstStyle/>
          <a:p>
            <a:r>
              <a:rPr lang="en-IN" sz="3200" dirty="0">
                <a:solidFill>
                  <a:schemeClr val="bg1"/>
                </a:solidFill>
              </a:rPr>
              <a:t>Finance Transformation</a:t>
            </a:r>
          </a:p>
        </p:txBody>
      </p:sp>
      <p:sp>
        <p:nvSpPr>
          <p:cNvPr id="6" name="Text Placeholder 92">
            <a:extLst>
              <a:ext uri="{FF2B5EF4-FFF2-40B4-BE49-F238E27FC236}">
                <a16:creationId xmlns:a16="http://schemas.microsoft.com/office/drawing/2014/main" id="{657DB463-4432-F83A-D369-20D9BEF2BBD7}"/>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0FAA233A-4FA3-6314-BD2F-C5F2D351764C}"/>
              </a:ext>
            </a:extLst>
          </p:cNvPr>
          <p:cNvSpPr txBox="1">
            <a:spLocks/>
          </p:cNvSpPr>
          <p:nvPr/>
        </p:nvSpPr>
        <p:spPr>
          <a:xfrm>
            <a:off x="485523" y="1373733"/>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Client’s Restaurant Finance organization is embarking on a multi-year, highly strategic, cross functional initiative to transform and rebuild critical restaurant financial business processes and systems to solve for current constraints and enable flexibility for the future.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AC6428C1-FCF2-4064-DB75-A6E041345F7E}"/>
              </a:ext>
            </a:extLst>
          </p:cNvPr>
          <p:cNvSpPr txBox="1">
            <a:spLocks/>
          </p:cNvSpPr>
          <p:nvPr/>
        </p:nvSpPr>
        <p:spPr>
          <a:xfrm>
            <a:off x="483827" y="2686509"/>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4F4B87CE-1B21-27B8-8532-5AE6D1634C7D}"/>
              </a:ext>
            </a:extLst>
          </p:cNvPr>
          <p:cNvSpPr txBox="1">
            <a:spLocks/>
          </p:cNvSpPr>
          <p:nvPr/>
        </p:nvSpPr>
        <p:spPr>
          <a:xfrm>
            <a:off x="483827" y="3014862"/>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project will look to reimagine how restaurant financials are recorded, reported, and analyzed, enabled by cloud-based technology, to make more informed decisions and improve profitability of the restaurant. Desired Outcomes: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Create a scalable system that can expand and flex with business growth and change.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Enhance and improve restaurant financial internal controls.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Better utilize staff capacity within Financial Services and Digital Technology &amp; Transformation teams by improving manual processes and increasing automation.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Modernize data flows to enable financially informed decisions.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79213E68-42E0-3F53-EDD4-7875B51ED4EC}"/>
              </a:ext>
            </a:extLst>
          </p:cNvPr>
          <p:cNvSpPr txBox="1">
            <a:spLocks/>
          </p:cNvSpPr>
          <p:nvPr/>
        </p:nvSpPr>
        <p:spPr>
          <a:xfrm>
            <a:off x="483827" y="4606812"/>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9EC82C6D-EBF0-8B3D-3FCF-217CC01C26B3}"/>
              </a:ext>
            </a:extLst>
          </p:cNvPr>
          <p:cNvSpPr txBox="1">
            <a:spLocks/>
          </p:cNvSpPr>
          <p:nvPr/>
        </p:nvSpPr>
        <p:spPr>
          <a:xfrm>
            <a:off x="483827" y="4935164"/>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EY engagement, valued at $12M in fees and expenses over the next 24 months, involves a cross-service line team to provide business process design (Finance), risk and controls design (Risk Transformation), program management (TD&amp;E) and quality assurance (Technology Consulting) support.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has been providing Client with overall program leadership by creating structure for and driving accountability on the program, defining business and control requirements and supporting quality assurance activities. EY truly serve as a strategic advisor on this program and comes on the heels of the trust built by our teams through the tremendous work delivered.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has also leveraged Autonomous Finance subject matter resources within Technology Consulting to identify opportunities for hyper-automation, artificial intelligence, and block chain.</a:t>
            </a:r>
          </a:p>
        </p:txBody>
      </p:sp>
      <p:sp>
        <p:nvSpPr>
          <p:cNvPr id="7" name="Slide Number Placeholder 5">
            <a:extLst>
              <a:ext uri="{FF2B5EF4-FFF2-40B4-BE49-F238E27FC236}">
                <a16:creationId xmlns:a16="http://schemas.microsoft.com/office/drawing/2014/main" id="{B05A96E3-D5B1-E0B8-A5AD-3E6C29F5C992}"/>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31</a:t>
            </a:fld>
            <a:endParaRPr/>
          </a:p>
        </p:txBody>
      </p:sp>
      <p:cxnSp>
        <p:nvCxnSpPr>
          <p:cNvPr id="15" name="Straight Connector 14">
            <a:extLst>
              <a:ext uri="{FF2B5EF4-FFF2-40B4-BE49-F238E27FC236}">
                <a16:creationId xmlns:a16="http://schemas.microsoft.com/office/drawing/2014/main" id="{F1039155-3721-DFD3-752C-96538332DC8B}"/>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71C535B3-96FF-4EDD-B336-04CCCCE63A8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32796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B448CF8-C961-2CD5-06FC-BCF2C5DCF98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B4D268-64B0-2D17-ABDD-6CB53092224C}"/>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F7D1DF6F-66B7-B4C6-E448-383FDA350DAE}"/>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6E99087D-6FEE-922C-8D04-A05E1289A1C2}"/>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prstClr val="white"/>
                </a:solidFill>
                <a:latin typeface="EYInterstate Light" panose="02000506000000020004" pitchFamily="2" charset="0"/>
              </a:rPr>
              <a:t>Chick-fil-A, Inc.</a:t>
            </a:r>
            <a:endParaRPr lang="en-IN" sz="1400" dirty="0">
              <a:solidFill>
                <a:schemeClr val="bg1"/>
              </a:solidFill>
            </a:endParaRPr>
          </a:p>
        </p:txBody>
      </p:sp>
      <p:sp>
        <p:nvSpPr>
          <p:cNvPr id="37" name="Content Placeholder 2">
            <a:extLst>
              <a:ext uri="{FF2B5EF4-FFF2-40B4-BE49-F238E27FC236}">
                <a16:creationId xmlns:a16="http://schemas.microsoft.com/office/drawing/2014/main" id="{6B2E7702-E01B-6F59-D3C2-57B1F6C22B20}"/>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23A76991-6A5F-30EC-BFC4-362504AE2B80}"/>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8 January 2023</a:t>
            </a:r>
          </a:p>
        </p:txBody>
      </p:sp>
      <p:sp>
        <p:nvSpPr>
          <p:cNvPr id="42" name="Content Placeholder 2">
            <a:extLst>
              <a:ext uri="{FF2B5EF4-FFF2-40B4-BE49-F238E27FC236}">
                <a16:creationId xmlns:a16="http://schemas.microsoft.com/office/drawing/2014/main" id="{70F4EB51-758F-B2E0-EC0F-11571C1C4C3A}"/>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33E91E53-95E9-F391-0540-FDBFA26FF159}"/>
              </a:ext>
            </a:extLst>
          </p:cNvPr>
          <p:cNvSpPr txBox="1">
            <a:spLocks/>
          </p:cNvSpPr>
          <p:nvPr/>
        </p:nvSpPr>
        <p:spPr>
          <a:xfrm>
            <a:off x="512402" y="3047147"/>
            <a:ext cx="3131945" cy="46665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prstClr val="white"/>
                </a:solidFill>
                <a:latin typeface="EYInterstate Light" panose="02000506000000020004" pitchFamily="2" charset="0"/>
                <a:hlinkClick r:id="rId3"/>
              </a:rPr>
              <a:t>Amit Magan</a:t>
            </a:r>
            <a:endParaRPr lang="en-IN" sz="1400" dirty="0">
              <a:solidFill>
                <a:schemeClr val="bg1"/>
              </a:solidFill>
            </a:endParaRPr>
          </a:p>
        </p:txBody>
      </p:sp>
      <p:sp>
        <p:nvSpPr>
          <p:cNvPr id="49" name="Content Placeholder 2">
            <a:extLst>
              <a:ext uri="{FF2B5EF4-FFF2-40B4-BE49-F238E27FC236}">
                <a16:creationId xmlns:a16="http://schemas.microsoft.com/office/drawing/2014/main" id="{2CB3D41E-2C89-2C9C-2111-6011CEB2F474}"/>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6E5FF902-29F7-C094-8ED3-F9049C5B8036}"/>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https://discovercontent.ey.net/crd24104gzuoygnv</a:t>
            </a:r>
            <a:r>
              <a:rPr lang="en-US" sz="1400" dirty="0">
                <a:solidFill>
                  <a:schemeClr val="bg1"/>
                </a:solidFill>
              </a:rPr>
              <a:t> </a:t>
            </a:r>
          </a:p>
        </p:txBody>
      </p:sp>
      <p:sp>
        <p:nvSpPr>
          <p:cNvPr id="55" name="Content Placeholder 2">
            <a:extLst>
              <a:ext uri="{FF2B5EF4-FFF2-40B4-BE49-F238E27FC236}">
                <a16:creationId xmlns:a16="http://schemas.microsoft.com/office/drawing/2014/main" id="{760FAF02-C15C-EE2B-B235-B449D20B201A}"/>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7CD86F91-15F2-4B2F-31C2-45D9E2FE8FFB}"/>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5089C86B-19A1-56B1-6DFD-BC186E229D2E}"/>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F57B2316-21F6-5C82-71AD-E7B6B6CDD209}"/>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USLI</a:t>
            </a:r>
          </a:p>
        </p:txBody>
      </p:sp>
      <p:cxnSp>
        <p:nvCxnSpPr>
          <p:cNvPr id="5" name="Straight Connector 4">
            <a:extLst>
              <a:ext uri="{FF2B5EF4-FFF2-40B4-BE49-F238E27FC236}">
                <a16:creationId xmlns:a16="http://schemas.microsoft.com/office/drawing/2014/main" id="{47FDAD66-D0C6-2ED3-F34F-77493A079D1F}"/>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1246A34-DC27-F668-DD9B-61E911EBD700}"/>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95DB064-CCDC-92B4-EF0B-9BBC1C7379DB}"/>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16BEE0D5-C5DA-6E66-19FD-F53CE68B1F8F}"/>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DF780B38-3463-3432-8D76-8931675AD1E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FC67DFEF-B071-407E-F380-16F86835E239}"/>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32</a:t>
            </a:fld>
            <a:endParaRPr lang="en-US"/>
          </a:p>
        </p:txBody>
      </p:sp>
      <p:sp>
        <p:nvSpPr>
          <p:cNvPr id="7" name="TextBox 6">
            <a:extLst>
              <a:ext uri="{FF2B5EF4-FFF2-40B4-BE49-F238E27FC236}">
                <a16:creationId xmlns:a16="http://schemas.microsoft.com/office/drawing/2014/main" id="{D9AE2478-D7ED-4F9B-FA67-7EA39B7198B9}"/>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9760870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E678D-0AF7-6858-B923-1FE49EBB2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F1350-1844-D6C9-44D5-56AC89229E9A}"/>
              </a:ext>
            </a:extLst>
          </p:cNvPr>
          <p:cNvSpPr>
            <a:spLocks noGrp="1"/>
          </p:cNvSpPr>
          <p:nvPr>
            <p:ph type="title"/>
          </p:nvPr>
        </p:nvSpPr>
        <p:spPr/>
        <p:txBody>
          <a:bodyPr/>
          <a:lstStyle/>
          <a:p>
            <a:r>
              <a:rPr lang="en-US" sz="3200" dirty="0">
                <a:solidFill>
                  <a:schemeClr val="bg1"/>
                </a:solidFill>
              </a:rPr>
              <a:t>Successful Eightfold Implementation for Talent Acquisition</a:t>
            </a:r>
            <a:endParaRPr lang="en-IN" sz="3200" dirty="0">
              <a:solidFill>
                <a:schemeClr val="bg1"/>
              </a:solidFill>
            </a:endParaRPr>
          </a:p>
        </p:txBody>
      </p:sp>
      <p:sp>
        <p:nvSpPr>
          <p:cNvPr id="6" name="Text Placeholder 92">
            <a:extLst>
              <a:ext uri="{FF2B5EF4-FFF2-40B4-BE49-F238E27FC236}">
                <a16:creationId xmlns:a16="http://schemas.microsoft.com/office/drawing/2014/main" id="{9D67A894-A2E2-D58B-D9DC-4890308D3BE3}"/>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34EF70E4-208C-50AD-1E4F-A69C524BA76C}"/>
              </a:ext>
            </a:extLst>
          </p:cNvPr>
          <p:cNvSpPr txBox="1">
            <a:spLocks/>
          </p:cNvSpPr>
          <p:nvPr/>
        </p:nvSpPr>
        <p:spPr>
          <a:xfrm>
            <a:off x="485523" y="1373733"/>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Before engaging with EY, the client attempted to implement Eightfold for their talent acquisition function in mid-2023 but had to pause the implementation due TA leadership turnover and lack of alignment among key stakeholders.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function that engaged with EY is the Talent Acquisition and HR Information Technology functions.</a:t>
            </a:r>
          </a:p>
        </p:txBody>
      </p:sp>
      <p:sp>
        <p:nvSpPr>
          <p:cNvPr id="9" name="Text Placeholder 92">
            <a:extLst>
              <a:ext uri="{FF2B5EF4-FFF2-40B4-BE49-F238E27FC236}">
                <a16:creationId xmlns:a16="http://schemas.microsoft.com/office/drawing/2014/main" id="{413A541D-AAF7-5978-D951-32D1225F0C63}"/>
              </a:ext>
            </a:extLst>
          </p:cNvPr>
          <p:cNvSpPr txBox="1">
            <a:spLocks/>
          </p:cNvSpPr>
          <p:nvPr/>
        </p:nvSpPr>
        <p:spPr>
          <a:xfrm>
            <a:off x="483827" y="2682221"/>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83794113-7817-B921-44DC-E1DEADBEA55F}"/>
              </a:ext>
            </a:extLst>
          </p:cNvPr>
          <p:cNvSpPr txBox="1">
            <a:spLocks/>
          </p:cNvSpPr>
          <p:nvPr/>
        </p:nvSpPr>
        <p:spPr>
          <a:xfrm>
            <a:off x="483827" y="3010574"/>
            <a:ext cx="10500519" cy="16459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Established a project team and governance with key TA and HR Technology stakeholders.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Drove alignment in weekly meetings with identified stakeholders in TA to review and align on tech requirements and drive decision making.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Met weekly with internal HR technology team, System Integrator, and Eightfold implementation partners to ensure alignment.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Provided weekly updates on progress and risks to project leadership.</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Developed communications and kickoff decks for project team to facilitate the implementation phases such as user acceptance testing and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hypercare</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Collaborated with the Eightfold implementation partners and client technology team to define processes and SLAs for testing and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hypercare</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to support the end users and developed playbook for Eightfold implementation for the talent acquisition team sharing back key deliverables and lessons learned from the process.</a:t>
            </a:r>
          </a:p>
        </p:txBody>
      </p:sp>
      <p:sp>
        <p:nvSpPr>
          <p:cNvPr id="12" name="Text Placeholder 92">
            <a:extLst>
              <a:ext uri="{FF2B5EF4-FFF2-40B4-BE49-F238E27FC236}">
                <a16:creationId xmlns:a16="http://schemas.microsoft.com/office/drawing/2014/main" id="{75A40EAC-ADF1-9D18-BBDB-9F9BF95AE362}"/>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0C19B195-CED4-20A6-0D28-386A52B4DA38}"/>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Facilitated successful implementation of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Eightfold’s</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talent acquisition, career hub, and referral modules for over 27,000 employees between US and Canada, including 40 recruiters and ~1,900 hiring managers and store leaders.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Alignment and buy-in from stakeholders on final technology requitements and functionality.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Defined structure and processes for the requirements gathering, user acceptance testing, and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hypercare</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phases of the implementation.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Successful launch of the platform while working across diverse internal stakeholders, external system integrator, and Eightfold tool system partners.</a:t>
            </a:r>
          </a:p>
        </p:txBody>
      </p:sp>
      <p:sp>
        <p:nvSpPr>
          <p:cNvPr id="7" name="Slide Number Placeholder 5">
            <a:extLst>
              <a:ext uri="{FF2B5EF4-FFF2-40B4-BE49-F238E27FC236}">
                <a16:creationId xmlns:a16="http://schemas.microsoft.com/office/drawing/2014/main" id="{32A75457-854C-DD69-E8B8-0CDB308A962B}"/>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33</a:t>
            </a:fld>
            <a:endParaRPr/>
          </a:p>
        </p:txBody>
      </p:sp>
      <p:cxnSp>
        <p:nvCxnSpPr>
          <p:cNvPr id="15" name="Straight Connector 14">
            <a:extLst>
              <a:ext uri="{FF2B5EF4-FFF2-40B4-BE49-F238E27FC236}">
                <a16:creationId xmlns:a16="http://schemas.microsoft.com/office/drawing/2014/main" id="{B0F96408-E5FF-63F9-F979-4AE2C1BAC0CC}"/>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408478DE-CA1B-51DF-D227-6DF4768F771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414663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21C5EA5-395B-1CE2-4628-873C627540F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5F0816-E76C-89BF-51C2-F7D1BA037AA1}"/>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904470EF-BAF2-8BEA-8B45-8638BCA55A51}"/>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69D71000-E997-DFF9-4C67-A99C00ECAADB}"/>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prstClr val="white"/>
                </a:solidFill>
                <a:latin typeface="EYInterstate Light" panose="02000506000000020004" pitchFamily="2" charset="0"/>
              </a:rPr>
              <a:t>Sephora Usa, Inc.</a:t>
            </a:r>
            <a:endParaRPr lang="en-IN" sz="1400" dirty="0">
              <a:solidFill>
                <a:schemeClr val="bg1"/>
              </a:solidFill>
            </a:endParaRPr>
          </a:p>
        </p:txBody>
      </p:sp>
      <p:sp>
        <p:nvSpPr>
          <p:cNvPr id="37" name="Content Placeholder 2">
            <a:extLst>
              <a:ext uri="{FF2B5EF4-FFF2-40B4-BE49-F238E27FC236}">
                <a16:creationId xmlns:a16="http://schemas.microsoft.com/office/drawing/2014/main" id="{408B04B4-F5A1-685C-4300-55A5C7CCB32F}"/>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6D954AE7-29E9-109A-6923-913A5DF15EE1}"/>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7 December 2023</a:t>
            </a:r>
          </a:p>
        </p:txBody>
      </p:sp>
      <p:sp>
        <p:nvSpPr>
          <p:cNvPr id="42" name="Content Placeholder 2">
            <a:extLst>
              <a:ext uri="{FF2B5EF4-FFF2-40B4-BE49-F238E27FC236}">
                <a16:creationId xmlns:a16="http://schemas.microsoft.com/office/drawing/2014/main" id="{603127BB-4BE3-A596-BC4D-41A3512940F3}"/>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2B3CA4DA-38AF-61D3-0E7D-9E910381C93F}"/>
              </a:ext>
            </a:extLst>
          </p:cNvPr>
          <p:cNvSpPr txBox="1">
            <a:spLocks/>
          </p:cNvSpPr>
          <p:nvPr/>
        </p:nvSpPr>
        <p:spPr>
          <a:xfrm>
            <a:off x="512402" y="3047147"/>
            <a:ext cx="3131945" cy="3657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prstClr val="white"/>
                </a:solidFill>
                <a:latin typeface="EYInterstate Light" panose="02000506000000020004" pitchFamily="2" charset="0"/>
                <a:hlinkClick r:id="rId3"/>
              </a:rPr>
              <a:t>Betty Spetter</a:t>
            </a:r>
            <a:endParaRPr lang="en-IN" sz="1400" dirty="0">
              <a:solidFill>
                <a:schemeClr val="bg1"/>
              </a:solidFill>
            </a:endParaRPr>
          </a:p>
        </p:txBody>
      </p:sp>
      <p:sp>
        <p:nvSpPr>
          <p:cNvPr id="49" name="Content Placeholder 2">
            <a:extLst>
              <a:ext uri="{FF2B5EF4-FFF2-40B4-BE49-F238E27FC236}">
                <a16:creationId xmlns:a16="http://schemas.microsoft.com/office/drawing/2014/main" id="{935A8133-BD61-3404-F6CC-5E242A9472D9}"/>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DE53B715-19CB-6BD0-A790-091E4B321E9C}"/>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https://discovercontent.ey.net/crd24104148ts4ra</a:t>
            </a:r>
            <a:r>
              <a:rPr lang="en-US" sz="1400" dirty="0">
                <a:solidFill>
                  <a:schemeClr val="bg1"/>
                </a:solidFill>
              </a:rPr>
              <a:t> </a:t>
            </a:r>
          </a:p>
        </p:txBody>
      </p:sp>
      <p:sp>
        <p:nvSpPr>
          <p:cNvPr id="55" name="Content Placeholder 2">
            <a:extLst>
              <a:ext uri="{FF2B5EF4-FFF2-40B4-BE49-F238E27FC236}">
                <a16:creationId xmlns:a16="http://schemas.microsoft.com/office/drawing/2014/main" id="{BBDED3B1-02B4-2913-88E3-41176CE18E44}"/>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5A555A40-E0D3-E08E-4FFA-578716E08A04}"/>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EF862121-FD43-5782-BB20-B9C19C4374ED}"/>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64A6B2B8-A0ED-E1E9-319C-79C31274018C}"/>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Canada &amp; USLI</a:t>
            </a:r>
          </a:p>
        </p:txBody>
      </p:sp>
      <p:cxnSp>
        <p:nvCxnSpPr>
          <p:cNvPr id="5" name="Straight Connector 4">
            <a:extLst>
              <a:ext uri="{FF2B5EF4-FFF2-40B4-BE49-F238E27FC236}">
                <a16:creationId xmlns:a16="http://schemas.microsoft.com/office/drawing/2014/main" id="{6CF0E3B8-8751-BE0D-10A3-15C6AE2EF400}"/>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082562D-F260-62AF-5F3D-E954C2BC6A02}"/>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442AD25-5895-83D8-1C2D-EC0078BFEC0B}"/>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6937C14F-955A-7621-4206-AE5B313706BE}"/>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6CAE0377-298D-987A-6798-7675D320E97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653F5BC9-238F-109C-43BF-AC8FF8F608E1}"/>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34</a:t>
            </a:fld>
            <a:endParaRPr lang="en-US"/>
          </a:p>
        </p:txBody>
      </p:sp>
      <p:sp>
        <p:nvSpPr>
          <p:cNvPr id="7" name="TextBox 6">
            <a:extLst>
              <a:ext uri="{FF2B5EF4-FFF2-40B4-BE49-F238E27FC236}">
                <a16:creationId xmlns:a16="http://schemas.microsoft.com/office/drawing/2014/main" id="{074DD622-17E3-98E3-373B-2B934A52F11E}"/>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22939640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8F3FB-2F6F-C270-97A2-1FA74091B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E9AC7-2B95-44DC-0948-F6236C4D0537}"/>
              </a:ext>
            </a:extLst>
          </p:cNvPr>
          <p:cNvSpPr>
            <a:spLocks noGrp="1"/>
          </p:cNvSpPr>
          <p:nvPr>
            <p:ph type="title"/>
          </p:nvPr>
        </p:nvSpPr>
        <p:spPr>
          <a:xfrm>
            <a:off x="485523" y="87782"/>
            <a:ext cx="11224347" cy="470898"/>
          </a:xfrm>
        </p:spPr>
        <p:txBody>
          <a:bodyPr/>
          <a:lstStyle/>
          <a:p>
            <a:r>
              <a:rPr lang="en-US" sz="3200" dirty="0">
                <a:solidFill>
                  <a:schemeClr val="bg1"/>
                </a:solidFill>
              </a:rPr>
              <a:t>Program Management Extension and Enhanced Collaboration</a:t>
            </a:r>
            <a:endParaRPr lang="en-IN" sz="3200" dirty="0">
              <a:solidFill>
                <a:schemeClr val="bg1"/>
              </a:solidFill>
            </a:endParaRPr>
          </a:p>
        </p:txBody>
      </p:sp>
      <p:sp>
        <p:nvSpPr>
          <p:cNvPr id="6" name="Text Placeholder 92">
            <a:extLst>
              <a:ext uri="{FF2B5EF4-FFF2-40B4-BE49-F238E27FC236}">
                <a16:creationId xmlns:a16="http://schemas.microsoft.com/office/drawing/2014/main" id="{35F60EAB-CE8D-E33E-3084-0AB0BD5B8144}"/>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32633817-DEB7-B5C1-DDEF-5F36152FCA6B}"/>
              </a:ext>
            </a:extLst>
          </p:cNvPr>
          <p:cNvSpPr txBox="1">
            <a:spLocks/>
          </p:cNvSpPr>
          <p:nvPr/>
        </p:nvSpPr>
        <p:spPr>
          <a:xfrm>
            <a:off x="485523" y="1373733"/>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is struggling with a siloed structure, leading to poor visibility and misaligned goals across business functions.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lang="en-US" sz="1100" dirty="0">
              <a:solidFill>
                <a:prstClr val="white"/>
              </a:solidFill>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Without a shared objective or effective risk management, the organization frequently misses deadlines, undermining its operational efficiency and market competitiveness.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B83D9F6A-0174-9E81-C8EE-388F3CD8B2FF}"/>
              </a:ext>
            </a:extLst>
          </p:cNvPr>
          <p:cNvSpPr txBox="1">
            <a:spLocks/>
          </p:cNvSpPr>
          <p:nvPr/>
        </p:nvSpPr>
        <p:spPr>
          <a:xfrm>
            <a:off x="483827" y="2857325"/>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09D2F556-212C-83F5-B413-D7C545903B85}"/>
              </a:ext>
            </a:extLst>
          </p:cNvPr>
          <p:cNvSpPr txBox="1">
            <a:spLocks/>
          </p:cNvSpPr>
          <p:nvPr/>
        </p:nvSpPr>
        <p:spPr>
          <a:xfrm>
            <a:off x="483827" y="3185678"/>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team addressed the client's challenges by implementing cross-functional meetings to break down silos and enhance collaboration.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introduced a RAID log (Risks, Assumptions, Issues, and Dependencies) to systematically manage potential risks and issues. Regular engagement with stakeholders ensured alignment and commitment to shared objectives.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developed dashboards to improve visibility across projects, and fostered a culture of accountability to ensure timely completion of tasks and adherence to deadlines. EY prepared and facilitated an all-day workshop to build a plan and align to a common goal.</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D7332069-7DA9-D2E0-5D44-0B33E4DCEB09}"/>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54CE0B43-4851-A63D-D6FC-2BDF9898FF34}"/>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By implementing cross-functional meetings, a RAID log, stakeholder engagement, and visibility dashboards, EY's clients experience improved collaboration and proactive risk management.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These strategies align efforts with organizational goals, enhance decision-making through increased transparency, and foster accountability. As a result, clients enjoy more efficient operations, timely project delivery, and alignment to a common mission.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team partnered with PAS to develop interactive materials for cross-functional meetings. EY team also works closely with EY SMEs across service lines to better understand the client's different functions.</a:t>
            </a:r>
          </a:p>
        </p:txBody>
      </p:sp>
      <p:sp>
        <p:nvSpPr>
          <p:cNvPr id="7" name="Slide Number Placeholder 5">
            <a:extLst>
              <a:ext uri="{FF2B5EF4-FFF2-40B4-BE49-F238E27FC236}">
                <a16:creationId xmlns:a16="http://schemas.microsoft.com/office/drawing/2014/main" id="{E9CCD65A-AB9E-77D9-8325-6F86E8B523E9}"/>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35</a:t>
            </a:fld>
            <a:endParaRPr/>
          </a:p>
        </p:txBody>
      </p:sp>
      <p:cxnSp>
        <p:nvCxnSpPr>
          <p:cNvPr id="15" name="Straight Connector 14">
            <a:extLst>
              <a:ext uri="{FF2B5EF4-FFF2-40B4-BE49-F238E27FC236}">
                <a16:creationId xmlns:a16="http://schemas.microsoft.com/office/drawing/2014/main" id="{0EEA2ACF-2E82-9AE7-34AB-FF1F5E6DB6B7}"/>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D38457E9-419E-D80B-86C8-19CD58CC5CF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9326643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2AB464E-AB26-6178-D8C6-83EA251933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FF5C59-13E2-2CD0-AC25-50C525B3D927}"/>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4DB2740D-4F12-5935-692A-20116C4FF331}"/>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08D20319-F223-F2FA-3FE3-7D1AA966BDD9}"/>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prstClr val="white"/>
                </a:solidFill>
                <a:latin typeface="EYInterstate Light" panose="02000506000000020004" pitchFamily="2" charset="0"/>
              </a:rPr>
              <a:t>Chick-fil-A, Inc.</a:t>
            </a:r>
            <a:endParaRPr lang="en-IN" sz="1400" dirty="0">
              <a:solidFill>
                <a:schemeClr val="bg1"/>
              </a:solidFill>
            </a:endParaRPr>
          </a:p>
        </p:txBody>
      </p:sp>
      <p:sp>
        <p:nvSpPr>
          <p:cNvPr id="37" name="Content Placeholder 2">
            <a:extLst>
              <a:ext uri="{FF2B5EF4-FFF2-40B4-BE49-F238E27FC236}">
                <a16:creationId xmlns:a16="http://schemas.microsoft.com/office/drawing/2014/main" id="{1F0C8461-2C38-FDF2-CE56-B88446F2821B}"/>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5A8B1267-FA84-56FE-C0A6-AB9B14F2C387}"/>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10 September 2023</a:t>
            </a:r>
          </a:p>
        </p:txBody>
      </p:sp>
      <p:sp>
        <p:nvSpPr>
          <p:cNvPr id="42" name="Content Placeholder 2">
            <a:extLst>
              <a:ext uri="{FF2B5EF4-FFF2-40B4-BE49-F238E27FC236}">
                <a16:creationId xmlns:a16="http://schemas.microsoft.com/office/drawing/2014/main" id="{D70AEB68-951F-329D-BA3E-DADE15B84EFC}"/>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2C822FA9-9D29-291D-3C2B-75E16F38E75B}"/>
              </a:ext>
            </a:extLst>
          </p:cNvPr>
          <p:cNvSpPr txBox="1">
            <a:spLocks/>
          </p:cNvSpPr>
          <p:nvPr/>
        </p:nvSpPr>
        <p:spPr>
          <a:xfrm>
            <a:off x="512402" y="3047147"/>
            <a:ext cx="3131945" cy="3657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prstClr val="white"/>
                </a:solidFill>
                <a:latin typeface="EYInterstate Light" panose="02000506000000020004" pitchFamily="2" charset="0"/>
                <a:hlinkClick r:id="rId3"/>
              </a:rPr>
              <a:t>Eitam Segal</a:t>
            </a:r>
            <a:endParaRPr lang="en-IN" sz="1400" dirty="0">
              <a:solidFill>
                <a:schemeClr val="bg1"/>
              </a:solidFill>
            </a:endParaRPr>
          </a:p>
        </p:txBody>
      </p:sp>
      <p:sp>
        <p:nvSpPr>
          <p:cNvPr id="49" name="Content Placeholder 2">
            <a:extLst>
              <a:ext uri="{FF2B5EF4-FFF2-40B4-BE49-F238E27FC236}">
                <a16:creationId xmlns:a16="http://schemas.microsoft.com/office/drawing/2014/main" id="{97D94D3A-904F-CE01-49C3-4CFDE49C13AA}"/>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0F7A589B-BA98-B1AC-C779-385DB61F7040}"/>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https://discovercontent.ey.net/crd240734iaw1zft</a:t>
            </a:r>
            <a:r>
              <a:rPr lang="en-US" sz="1400" dirty="0">
                <a:solidFill>
                  <a:schemeClr val="bg1"/>
                </a:solidFill>
              </a:rPr>
              <a:t> </a:t>
            </a:r>
          </a:p>
        </p:txBody>
      </p:sp>
      <p:sp>
        <p:nvSpPr>
          <p:cNvPr id="55" name="Content Placeholder 2">
            <a:extLst>
              <a:ext uri="{FF2B5EF4-FFF2-40B4-BE49-F238E27FC236}">
                <a16:creationId xmlns:a16="http://schemas.microsoft.com/office/drawing/2014/main" id="{BD176CA7-D078-7B9D-5BD5-B8F7F3C5A5A7}"/>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C104ED42-D245-0BFD-9A45-4154CF9C3C4C}"/>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2FE7BFB3-A2E6-4531-C5EA-06327274C878}"/>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63A7979D-0721-BA28-4D9D-94ABD3F7ADBE}"/>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USLI</a:t>
            </a:r>
          </a:p>
        </p:txBody>
      </p:sp>
      <p:cxnSp>
        <p:nvCxnSpPr>
          <p:cNvPr id="5" name="Straight Connector 4">
            <a:extLst>
              <a:ext uri="{FF2B5EF4-FFF2-40B4-BE49-F238E27FC236}">
                <a16:creationId xmlns:a16="http://schemas.microsoft.com/office/drawing/2014/main" id="{4F818B22-98C0-525E-468B-BD91B2BEF74F}"/>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6A3CAB4-D4D8-CB73-0C08-D1C2A60D6C03}"/>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5B9E751-DB83-116E-667B-EF04C68EF67C}"/>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C490FD6A-3F15-959F-3C74-A464505A2DEF}"/>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482393EA-076E-F531-82E7-593611E269B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F3D348A2-B3FD-0C0F-E01B-17C710640E90}"/>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36</a:t>
            </a:fld>
            <a:endParaRPr lang="en-US"/>
          </a:p>
        </p:txBody>
      </p:sp>
      <p:sp>
        <p:nvSpPr>
          <p:cNvPr id="7" name="TextBox 6">
            <a:extLst>
              <a:ext uri="{FF2B5EF4-FFF2-40B4-BE49-F238E27FC236}">
                <a16:creationId xmlns:a16="http://schemas.microsoft.com/office/drawing/2014/main" id="{084CBF11-EDCC-3D39-6CBC-6954F66EF2A0}"/>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32312605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1C0F2D9-589A-5443-F977-6038BD06B4BD}"/>
              </a:ext>
            </a:extLst>
          </p:cNvPr>
          <p:cNvSpPr>
            <a:spLocks noGrp="1"/>
          </p:cNvSpPr>
          <p:nvPr>
            <p:ph type="title"/>
          </p:nvPr>
        </p:nvSpPr>
        <p:spPr/>
        <p:txBody>
          <a:bodyPr/>
          <a:lstStyle/>
          <a:p>
            <a:r>
              <a:rPr lang="en-US" dirty="0"/>
              <a:t>Customer &amp; Commercial Excellence</a:t>
            </a:r>
          </a:p>
        </p:txBody>
      </p:sp>
      <p:sp>
        <p:nvSpPr>
          <p:cNvPr id="3" name="Slide Number Placeholder 5">
            <a:extLst>
              <a:ext uri="{FF2B5EF4-FFF2-40B4-BE49-F238E27FC236}">
                <a16:creationId xmlns:a16="http://schemas.microsoft.com/office/drawing/2014/main" id="{66EABE89-DD01-A1B2-A835-C6C19B9FB044}"/>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smtClean="0"/>
              <a:pPr/>
              <a:t>37</a:t>
            </a:fld>
            <a:endParaRPr/>
          </a:p>
        </p:txBody>
      </p:sp>
    </p:spTree>
    <p:extLst>
      <p:ext uri="{BB962C8B-B14F-4D97-AF65-F5344CB8AC3E}">
        <p14:creationId xmlns:p14="http://schemas.microsoft.com/office/powerpoint/2010/main" val="42607732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3BBD8-BA73-E7B0-E12B-C5488B6C3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D241C-39EE-264B-2F12-F6145BEBD0D6}"/>
              </a:ext>
            </a:extLst>
          </p:cNvPr>
          <p:cNvSpPr>
            <a:spLocks noGrp="1"/>
          </p:cNvSpPr>
          <p:nvPr>
            <p:ph type="title"/>
          </p:nvPr>
        </p:nvSpPr>
        <p:spPr/>
        <p:txBody>
          <a:bodyPr/>
          <a:lstStyle/>
          <a:p>
            <a:r>
              <a:rPr lang="en-IN" sz="3200" dirty="0">
                <a:solidFill>
                  <a:schemeClr val="bg1"/>
                </a:solidFill>
              </a:rPr>
              <a:t>E-commerce Transformation through Shopify Partnership</a:t>
            </a:r>
          </a:p>
        </p:txBody>
      </p:sp>
      <p:sp>
        <p:nvSpPr>
          <p:cNvPr id="6" name="Text Placeholder 92">
            <a:extLst>
              <a:ext uri="{FF2B5EF4-FFF2-40B4-BE49-F238E27FC236}">
                <a16:creationId xmlns:a16="http://schemas.microsoft.com/office/drawing/2014/main" id="{55765F4A-50FA-DC96-1E1A-4596EAF32A60}"/>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39EDA31E-EC30-5378-99B6-DBF2F63954A5}"/>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OAK+FORT recognized that they had outgrown their existing set of commerce tools.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 2023, EY worked together to explore how Shopify could be leveraged to help them meet growth targets, reduce manual processes, and address frustrations around inventory management and customer experience. </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C49FF6D9-25FE-ECD9-3CEA-ECA1CA1DABC7}"/>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DFA7455E-66E2-C794-538D-E14F3D16C707}"/>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Leveraging a cross-functional EY team and the Shopify alliance, we were able to meet OAK + FORT where they wanted to be.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We grounded the redesign in our design methodology, integrating user research, visual inspiration, technical requirements to develop a delivery plan, Style Tile, and digital marketing recommendations as part of a commerce transformation.</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055691E2-2281-B7E2-3EB6-5E75E4546C19}"/>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40B5464D-50A1-81F5-7E68-25EC2FB24351}"/>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OAK+FORT now enjoys a modern new online storefront that delivers fast, consistent performance to better capture sales and improve the customer experience.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It is built with accessibility in mind and is flexible enough to evolve in step with OAK + FORT's growth. </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9B95D80B-A8E2-2A9E-BD8F-FADBC9B7DE7A}"/>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38</a:t>
            </a:fld>
            <a:endParaRPr/>
          </a:p>
        </p:txBody>
      </p:sp>
      <p:cxnSp>
        <p:nvCxnSpPr>
          <p:cNvPr id="15" name="Straight Connector 14">
            <a:extLst>
              <a:ext uri="{FF2B5EF4-FFF2-40B4-BE49-F238E27FC236}">
                <a16:creationId xmlns:a16="http://schemas.microsoft.com/office/drawing/2014/main" id="{C39ACECA-4364-89B2-0C27-16430C82FA58}"/>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CA69B15F-088C-000C-CF95-83A4578BD3C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4729924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875AA82-5515-B453-C507-A09B638BE1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C60C05-F657-D74F-1291-C1C2C8DE041F}"/>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02C84C19-FD87-0A8A-5D7F-2A9FD2835F1D}"/>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2EB0B58D-9E8C-1481-68CF-6A0969CCD729}"/>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Oak and Fort Corp</a:t>
            </a:r>
          </a:p>
        </p:txBody>
      </p:sp>
      <p:sp>
        <p:nvSpPr>
          <p:cNvPr id="37" name="Content Placeholder 2">
            <a:extLst>
              <a:ext uri="{FF2B5EF4-FFF2-40B4-BE49-F238E27FC236}">
                <a16:creationId xmlns:a16="http://schemas.microsoft.com/office/drawing/2014/main" id="{04CF2FE5-87BC-48FD-C337-B5F903BB6C4C}"/>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15B7B0F7-3865-6CE8-BDD3-215AAE063184}"/>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4 October 2023</a:t>
            </a:r>
          </a:p>
        </p:txBody>
      </p:sp>
      <p:sp>
        <p:nvSpPr>
          <p:cNvPr id="42" name="Content Placeholder 2">
            <a:extLst>
              <a:ext uri="{FF2B5EF4-FFF2-40B4-BE49-F238E27FC236}">
                <a16:creationId xmlns:a16="http://schemas.microsoft.com/office/drawing/2014/main" id="{05185EFB-AB40-255D-8D85-5B9ED58A7339}"/>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B1AF66BB-F993-F784-E94E-3F2C095B3CFE}"/>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Patrick Caraan</a:t>
            </a:r>
            <a:endParaRPr lang="en-IN" sz="1400" dirty="0">
              <a:solidFill>
                <a:schemeClr val="bg1"/>
              </a:solidFill>
            </a:endParaRPr>
          </a:p>
        </p:txBody>
      </p:sp>
      <p:sp>
        <p:nvSpPr>
          <p:cNvPr id="49" name="Content Placeholder 2">
            <a:extLst>
              <a:ext uri="{FF2B5EF4-FFF2-40B4-BE49-F238E27FC236}">
                <a16:creationId xmlns:a16="http://schemas.microsoft.com/office/drawing/2014/main" id="{A09D7110-06F8-A3B9-4CF9-AB6E2B0CC7D1}"/>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6F185AF4-467C-E4ED-DC15-13140AA33183}"/>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https://discovercontent.ey.net/crd25084vjfbdgys</a:t>
            </a:r>
            <a:r>
              <a:rPr lang="en-US" sz="1400" dirty="0">
                <a:solidFill>
                  <a:schemeClr val="bg1"/>
                </a:solidFill>
              </a:rPr>
              <a:t> </a:t>
            </a:r>
          </a:p>
        </p:txBody>
      </p:sp>
      <p:sp>
        <p:nvSpPr>
          <p:cNvPr id="55" name="Content Placeholder 2">
            <a:extLst>
              <a:ext uri="{FF2B5EF4-FFF2-40B4-BE49-F238E27FC236}">
                <a16:creationId xmlns:a16="http://schemas.microsoft.com/office/drawing/2014/main" id="{BB0C42B5-3EA4-1DEB-EB81-D05693964C33}"/>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FBF144A9-144B-C736-ECB6-08FD5C82ED6D}"/>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43248621-A5DA-D3A1-F329-84C5658C03A1}"/>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C702DC19-1D27-2A8E-B683-55E14AB6A47A}"/>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Canada</a:t>
            </a:r>
          </a:p>
        </p:txBody>
      </p:sp>
      <p:cxnSp>
        <p:nvCxnSpPr>
          <p:cNvPr id="5" name="Straight Connector 4">
            <a:extLst>
              <a:ext uri="{FF2B5EF4-FFF2-40B4-BE49-F238E27FC236}">
                <a16:creationId xmlns:a16="http://schemas.microsoft.com/office/drawing/2014/main" id="{5617A7CA-C262-894C-6A8A-47407C04E45F}"/>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A286BF9-0F0B-25BB-0456-84CD1E9A0D81}"/>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4873049-C7DF-725F-7402-BC3656D0620C}"/>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91FD0625-644A-09FE-F832-D3151D7560D9}"/>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r>
              <a:rPr lang="en-IN" sz="1400" kern="0" dirty="0">
                <a:solidFill>
                  <a:schemeClr val="accent5"/>
                </a:solidFill>
                <a:latin typeface="EYInterstate Light"/>
              </a:rPr>
              <a:t>                                            </a:t>
            </a:r>
          </a:p>
        </p:txBody>
      </p:sp>
      <p:pic>
        <p:nvPicPr>
          <p:cNvPr id="2" name="Graphic 1">
            <a:hlinkClick r:id="rId5" action="ppaction://hlinksldjump"/>
            <a:extLst>
              <a:ext uri="{FF2B5EF4-FFF2-40B4-BE49-F238E27FC236}">
                <a16:creationId xmlns:a16="http://schemas.microsoft.com/office/drawing/2014/main" id="{241F7EEB-F287-4F07-1340-92FD5AD8255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00CD863F-1226-E8CE-951D-BAF58B113629}"/>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39</a:t>
            </a:fld>
            <a:endParaRPr lang="en-US"/>
          </a:p>
        </p:txBody>
      </p:sp>
      <p:sp>
        <p:nvSpPr>
          <p:cNvPr id="7" name="TextBox 6">
            <a:extLst>
              <a:ext uri="{FF2B5EF4-FFF2-40B4-BE49-F238E27FC236}">
                <a16:creationId xmlns:a16="http://schemas.microsoft.com/office/drawing/2014/main" id="{5C26D474-204B-FECD-8E49-30F053464B68}"/>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1</a:t>
            </a:r>
          </a:p>
        </p:txBody>
      </p:sp>
    </p:spTree>
    <p:extLst>
      <p:ext uri="{BB962C8B-B14F-4D97-AF65-F5344CB8AC3E}">
        <p14:creationId xmlns:p14="http://schemas.microsoft.com/office/powerpoint/2010/main" val="2672179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FE1FE-6672-C1E2-B5F9-19605A4E0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BBE2A-3B37-5A8A-1980-F455F8145230}"/>
              </a:ext>
            </a:extLst>
          </p:cNvPr>
          <p:cNvSpPr>
            <a:spLocks noGrp="1"/>
          </p:cNvSpPr>
          <p:nvPr>
            <p:ph type="title"/>
          </p:nvPr>
        </p:nvSpPr>
        <p:spPr/>
        <p:txBody>
          <a:bodyPr/>
          <a:lstStyle/>
          <a:p>
            <a:r>
              <a:rPr lang="en-IN" sz="3200" dirty="0">
                <a:solidFill>
                  <a:schemeClr val="bg1"/>
                </a:solidFill>
              </a:rPr>
              <a:t>CX Case Study</a:t>
            </a:r>
          </a:p>
        </p:txBody>
      </p:sp>
      <p:sp>
        <p:nvSpPr>
          <p:cNvPr id="6" name="Text Placeholder 92">
            <a:extLst>
              <a:ext uri="{FF2B5EF4-FFF2-40B4-BE49-F238E27FC236}">
                <a16:creationId xmlns:a16="http://schemas.microsoft.com/office/drawing/2014/main" id="{436034EB-8DD1-13F2-59EF-A2258EC86BC0}"/>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F527797E-D98F-4F74-C018-646C52768838}"/>
              </a:ext>
            </a:extLst>
          </p:cNvPr>
          <p:cNvSpPr txBox="1">
            <a:spLocks/>
          </p:cNvSpPr>
          <p:nvPr/>
        </p:nvSpPr>
        <p:spPr>
          <a:xfrm>
            <a:off x="485523" y="1373733"/>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 global fashion retailer partnered with EY for a comprehensive transformation project aimed at optimizing their customer experience operating model. </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6DCF039B-B8B4-5F5B-8943-238E0DE78556}"/>
              </a:ext>
            </a:extLst>
          </p:cNvPr>
          <p:cNvSpPr txBox="1">
            <a:spLocks/>
          </p:cNvSpPr>
          <p:nvPr/>
        </p:nvSpPr>
        <p:spPr>
          <a:xfrm>
            <a:off x="483827" y="29351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F1A8CE6E-08B7-BF85-9B1B-0C73DF74772D}"/>
              </a:ext>
            </a:extLst>
          </p:cNvPr>
          <p:cNvSpPr txBox="1">
            <a:spLocks/>
          </p:cNvSpPr>
          <p:nvPr/>
        </p:nvSpPr>
        <p:spPr>
          <a:xfrm>
            <a:off x="483827" y="3263493"/>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collaborated with the client for a two-year implementation of a comprehensive CX Operating Model that transformed the customer experience. Work consisted of:</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Implemented new operational processes and governance frameworks to oversee project execution while monitoring progress and organizational readiness using success measures.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Developed a change roadmap for transitioning from the current state to the target operating model, managing change through training and communication.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Regularly tracked milestones and activities, addressing risks, issues, and dependencies, and making necessary adjustments.</a:t>
            </a:r>
          </a:p>
        </p:txBody>
      </p:sp>
      <p:sp>
        <p:nvSpPr>
          <p:cNvPr id="12" name="Text Placeholder 92">
            <a:extLst>
              <a:ext uri="{FF2B5EF4-FFF2-40B4-BE49-F238E27FC236}">
                <a16:creationId xmlns:a16="http://schemas.microsoft.com/office/drawing/2014/main" id="{08D7748A-F45C-FA8E-ED82-F1627BD67F30}"/>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098B68EC-6898-3582-0868-B8FD7EE48C32}"/>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CX Operating Model successfully integrated agile and product management methodologies, enabling the retailer to enhance its delivery-focused customer experience agenda.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This transformation fostered a nimble, agile organization centered on achieving business outcomes. </a:t>
            </a:r>
          </a:p>
        </p:txBody>
      </p:sp>
      <p:sp>
        <p:nvSpPr>
          <p:cNvPr id="7" name="Slide Number Placeholder 5">
            <a:extLst>
              <a:ext uri="{FF2B5EF4-FFF2-40B4-BE49-F238E27FC236}">
                <a16:creationId xmlns:a16="http://schemas.microsoft.com/office/drawing/2014/main" id="{764C72E9-E47A-1EAE-646D-EA6AC2FA3C6B}"/>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40</a:t>
            </a:fld>
            <a:endParaRPr/>
          </a:p>
        </p:txBody>
      </p:sp>
      <p:cxnSp>
        <p:nvCxnSpPr>
          <p:cNvPr id="15" name="Straight Connector 14">
            <a:extLst>
              <a:ext uri="{FF2B5EF4-FFF2-40B4-BE49-F238E27FC236}">
                <a16:creationId xmlns:a16="http://schemas.microsoft.com/office/drawing/2014/main" id="{1DE4506E-A5B1-921A-1DD4-9C8989404084}"/>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149A411A-A787-D343-CB4A-0B728DE42F7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389753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66D1BE5-5DC4-6D94-F503-5A77C3C2152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1A11DB-19CB-89FA-3E62-D07E6C1D1A6E}"/>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F418B382-0AE1-7405-B86A-D3ED92B23604}"/>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D18DAA8A-83F6-15BF-6262-4D4970CEF029}"/>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6F79C6B0-B6EE-E7DC-46C3-0C69A25021C5}"/>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D5DD155D-1F45-DE56-A7D9-F953491021C5}"/>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September 2022</a:t>
            </a:r>
          </a:p>
        </p:txBody>
      </p:sp>
      <p:sp>
        <p:nvSpPr>
          <p:cNvPr id="42" name="Content Placeholder 2">
            <a:extLst>
              <a:ext uri="{FF2B5EF4-FFF2-40B4-BE49-F238E27FC236}">
                <a16:creationId xmlns:a16="http://schemas.microsoft.com/office/drawing/2014/main" id="{81629B90-A6FC-3E9E-F77C-DE4EC31C24D5}"/>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3CA590A9-C61D-F24D-19DF-DBBD1A0BC0AD}"/>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Jon Guberman</a:t>
            </a:r>
            <a:r>
              <a:rPr lang="en-IN" sz="1400" dirty="0">
                <a:solidFill>
                  <a:schemeClr val="bg1"/>
                </a:solidFill>
              </a:rPr>
              <a:t> &amp; </a:t>
            </a:r>
            <a:r>
              <a:rPr lang="en-IN" sz="1400" dirty="0">
                <a:solidFill>
                  <a:schemeClr val="bg1"/>
                </a:solidFill>
                <a:hlinkClick r:id="rId4"/>
              </a:rPr>
              <a:t>Will Shaw</a:t>
            </a:r>
            <a:endParaRPr lang="en-IN" sz="1400" dirty="0">
              <a:solidFill>
                <a:schemeClr val="bg1"/>
              </a:solidFill>
            </a:endParaRPr>
          </a:p>
        </p:txBody>
      </p:sp>
      <p:sp>
        <p:nvSpPr>
          <p:cNvPr id="49" name="Content Placeholder 2">
            <a:extLst>
              <a:ext uri="{FF2B5EF4-FFF2-40B4-BE49-F238E27FC236}">
                <a16:creationId xmlns:a16="http://schemas.microsoft.com/office/drawing/2014/main" id="{F0273563-E901-AA36-3746-07C8A4E072EA}"/>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D50E0995-4C5F-EA5E-B58C-04245A60D6F1}"/>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a:p>
            <a:pPr algn="l"/>
            <a:endParaRPr lang="en-US" sz="1400" dirty="0">
              <a:solidFill>
                <a:schemeClr val="bg1"/>
              </a:solidFill>
            </a:endParaRPr>
          </a:p>
        </p:txBody>
      </p:sp>
      <p:sp>
        <p:nvSpPr>
          <p:cNvPr id="55" name="Content Placeholder 2">
            <a:extLst>
              <a:ext uri="{FF2B5EF4-FFF2-40B4-BE49-F238E27FC236}">
                <a16:creationId xmlns:a16="http://schemas.microsoft.com/office/drawing/2014/main" id="{5622D362-40F6-81A3-4810-80647FA1A645}"/>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3C30DC23-B896-AE50-5667-CA5C1E096649}"/>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631F308C-2B54-882A-6D88-B8CE850455C2}"/>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FE51589B-05E9-A577-85B2-6E6ECEDD7AF0}"/>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UKI</a:t>
            </a:r>
          </a:p>
        </p:txBody>
      </p:sp>
      <p:cxnSp>
        <p:nvCxnSpPr>
          <p:cNvPr id="5" name="Straight Connector 4">
            <a:extLst>
              <a:ext uri="{FF2B5EF4-FFF2-40B4-BE49-F238E27FC236}">
                <a16:creationId xmlns:a16="http://schemas.microsoft.com/office/drawing/2014/main" id="{80C00BF3-12DC-9651-C03F-3C7C43EF650A}"/>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B05DE0F-5B04-C0CB-ACE7-F7C9F56A196C}"/>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478D714-013A-7C81-7A6F-D73731801497}"/>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AA7A1A5C-84CF-DDDF-8621-CCB8E6110300}"/>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BFD60F23-C1B0-FB87-E59F-4793A19C68D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8A8A32A2-CD7A-8242-FA46-21BFED189EC4}"/>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41</a:t>
            </a:fld>
            <a:endParaRPr lang="en-US"/>
          </a:p>
        </p:txBody>
      </p:sp>
      <p:sp>
        <p:nvSpPr>
          <p:cNvPr id="7" name="TextBox 6">
            <a:extLst>
              <a:ext uri="{FF2B5EF4-FFF2-40B4-BE49-F238E27FC236}">
                <a16:creationId xmlns:a16="http://schemas.microsoft.com/office/drawing/2014/main" id="{06D29EEB-13F2-2599-03B4-FF00CB1F62B1}"/>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2890747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DB6C-13B7-2F32-5763-69F401866D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1B09A3-98B9-79C3-D91E-6E056D567E88}"/>
              </a:ext>
            </a:extLst>
          </p:cNvPr>
          <p:cNvSpPr>
            <a:spLocks noGrp="1"/>
          </p:cNvSpPr>
          <p:nvPr>
            <p:ph type="title"/>
          </p:nvPr>
        </p:nvSpPr>
        <p:spPr/>
        <p:txBody>
          <a:bodyPr/>
          <a:lstStyle/>
          <a:p>
            <a:r>
              <a:rPr lang="en-US" sz="3200" dirty="0">
                <a:solidFill>
                  <a:schemeClr val="bg1"/>
                </a:solidFill>
              </a:rPr>
              <a:t>Market analysis of potential resellers of excess stock</a:t>
            </a:r>
            <a:endParaRPr lang="en-IN" sz="3200" dirty="0">
              <a:solidFill>
                <a:schemeClr val="bg1"/>
              </a:solidFill>
            </a:endParaRPr>
          </a:p>
        </p:txBody>
      </p:sp>
      <p:sp>
        <p:nvSpPr>
          <p:cNvPr id="6" name="Text Placeholder 92">
            <a:extLst>
              <a:ext uri="{FF2B5EF4-FFF2-40B4-BE49-F238E27FC236}">
                <a16:creationId xmlns:a16="http://schemas.microsoft.com/office/drawing/2014/main" id="{227AD06C-2CA9-0B18-CD65-D65F109D093C}"/>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FD61A9B8-53E5-044B-9DC9-7AA9350F01A1}"/>
              </a:ext>
            </a:extLst>
          </p:cNvPr>
          <p:cNvSpPr txBox="1">
            <a:spLocks/>
          </p:cNvSpPr>
          <p:nvPr/>
        </p:nvSpPr>
        <p:spPr>
          <a:xfrm>
            <a:off x="485523" y="1373733"/>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Our client wanted to assess the reseller market with the purpose of understanding which actors might suit the retailer’s need of additional reseller partnerships.</a:t>
            </a:r>
          </a:p>
        </p:txBody>
      </p:sp>
      <p:sp>
        <p:nvSpPr>
          <p:cNvPr id="9" name="Text Placeholder 92">
            <a:extLst>
              <a:ext uri="{FF2B5EF4-FFF2-40B4-BE49-F238E27FC236}">
                <a16:creationId xmlns:a16="http://schemas.microsoft.com/office/drawing/2014/main" id="{AA9A9A26-5F5A-DC41-A307-90E3A2072800}"/>
              </a:ext>
            </a:extLst>
          </p:cNvPr>
          <p:cNvSpPr txBox="1">
            <a:spLocks/>
          </p:cNvSpPr>
          <p:nvPr/>
        </p:nvSpPr>
        <p:spPr>
          <a:xfrm>
            <a:off x="483827" y="284759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362CC387-DBC8-0377-18E0-CAAA0375798F}"/>
              </a:ext>
            </a:extLst>
          </p:cNvPr>
          <p:cNvSpPr txBox="1">
            <a:spLocks/>
          </p:cNvSpPr>
          <p:nvPr/>
        </p:nvSpPr>
        <p:spPr>
          <a:xfrm>
            <a:off x="483827" y="3175947"/>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analyzed different strategies for disposal of excess stock for fast fashion retail and compiled a short list of resellers for the retailer to contact and start working with:</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Define screening criteria.</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List potential resellers of excess stock on global level.</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Assess resellers based on defined criteria (e.g., company revenue, geographic market, customers, reputation etc.).</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 a recommendation on which resellers to approach/contact as a next step.</a:t>
            </a:r>
          </a:p>
        </p:txBody>
      </p:sp>
      <p:sp>
        <p:nvSpPr>
          <p:cNvPr id="12" name="Text Placeholder 92">
            <a:extLst>
              <a:ext uri="{FF2B5EF4-FFF2-40B4-BE49-F238E27FC236}">
                <a16:creationId xmlns:a16="http://schemas.microsoft.com/office/drawing/2014/main" id="{01A40E28-E821-23BF-68AB-23145A78E75A}"/>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AE9E4D8B-9191-EAD1-AFA9-BE318851D4B4}"/>
              </a:ext>
            </a:extLst>
          </p:cNvPr>
          <p:cNvSpPr txBox="1">
            <a:spLocks/>
          </p:cNvSpPr>
          <p:nvPr/>
        </p:nvSpPr>
        <p:spPr>
          <a:xfrm>
            <a:off x="483827" y="5045692"/>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engagement led to the following outcomes: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 comprehensive list detailing the advantages and disadvantages of various approaches for liquidating surplus inventory across different markets and distribution channels, along with alternative strategies to avoid stock accumulation.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An examination of the methods competitors employ to manage and dispose of their excess stock.</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An evaluation to determine the most appropriate strategies for the retailer to implement.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An extensive and narrowed-down compilation of firms that could serve as potential resellers for the retailer.</a:t>
            </a:r>
          </a:p>
        </p:txBody>
      </p:sp>
      <p:sp>
        <p:nvSpPr>
          <p:cNvPr id="7" name="Slide Number Placeholder 5">
            <a:extLst>
              <a:ext uri="{FF2B5EF4-FFF2-40B4-BE49-F238E27FC236}">
                <a16:creationId xmlns:a16="http://schemas.microsoft.com/office/drawing/2014/main" id="{DF5DDB0B-1EB9-FF00-11E4-5DB7BDF59820}"/>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42</a:t>
            </a:fld>
            <a:endParaRPr/>
          </a:p>
        </p:txBody>
      </p:sp>
      <p:cxnSp>
        <p:nvCxnSpPr>
          <p:cNvPr id="15" name="Straight Connector 14">
            <a:extLst>
              <a:ext uri="{FF2B5EF4-FFF2-40B4-BE49-F238E27FC236}">
                <a16:creationId xmlns:a16="http://schemas.microsoft.com/office/drawing/2014/main" id="{7D37C861-2EE3-05D8-6F6C-18AAD5B61D91}"/>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D64E1C96-E108-53B6-6C3E-1460DEF7F99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834351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8ACC589-9D7C-C361-75D9-71219628C19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B6D65FD-15E8-563B-354C-67F88E74368E}"/>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CFF42A19-725A-2990-0F28-9588C3E6E61E}"/>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AE893A35-A9CD-A714-3E72-D8BD4C474D88}"/>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C8080B9D-E33A-0935-5E2C-F137A485A850}"/>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BDFBB821-5A13-FD93-EB7A-8BC1DAEB82B8}"/>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2022*</a:t>
            </a:r>
          </a:p>
        </p:txBody>
      </p:sp>
      <p:sp>
        <p:nvSpPr>
          <p:cNvPr id="42" name="Content Placeholder 2">
            <a:extLst>
              <a:ext uri="{FF2B5EF4-FFF2-40B4-BE49-F238E27FC236}">
                <a16:creationId xmlns:a16="http://schemas.microsoft.com/office/drawing/2014/main" id="{38636D4F-965C-4CD0-EECE-D9E2DD0DE99F}"/>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24B63903-E483-73BB-AA5B-DD77CA7DD8A3}"/>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Malin Andrée</a:t>
            </a:r>
            <a:r>
              <a:rPr lang="en-IN" sz="1400" dirty="0">
                <a:solidFill>
                  <a:schemeClr val="bg1"/>
                </a:solidFill>
              </a:rPr>
              <a:t> &amp; </a:t>
            </a:r>
            <a:r>
              <a:rPr lang="en-IN" sz="1400" dirty="0">
                <a:solidFill>
                  <a:schemeClr val="bg1"/>
                </a:solidFill>
                <a:hlinkClick r:id="rId4"/>
              </a:rPr>
              <a:t>Micael Carlsson</a:t>
            </a:r>
            <a:endParaRPr lang="en-IN" sz="1400" dirty="0">
              <a:solidFill>
                <a:schemeClr val="bg1"/>
              </a:solidFill>
            </a:endParaRPr>
          </a:p>
        </p:txBody>
      </p:sp>
      <p:sp>
        <p:nvSpPr>
          <p:cNvPr id="49" name="Content Placeholder 2">
            <a:extLst>
              <a:ext uri="{FF2B5EF4-FFF2-40B4-BE49-F238E27FC236}">
                <a16:creationId xmlns:a16="http://schemas.microsoft.com/office/drawing/2014/main" id="{535430E4-3761-6587-7C19-4DF9F1970F88}"/>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3F12367F-CC82-C2C1-ABB0-E29F12885A69}"/>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p:txBody>
      </p:sp>
      <p:sp>
        <p:nvSpPr>
          <p:cNvPr id="55" name="Content Placeholder 2">
            <a:extLst>
              <a:ext uri="{FF2B5EF4-FFF2-40B4-BE49-F238E27FC236}">
                <a16:creationId xmlns:a16="http://schemas.microsoft.com/office/drawing/2014/main" id="{2AE1718A-9C8F-71CF-35C9-6FC2CF297BAB}"/>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F944FDFB-E1C9-6F83-8D64-D4DDBECF1266}"/>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err="1">
                <a:solidFill>
                  <a:schemeClr val="bg1"/>
                </a:solidFill>
              </a:rPr>
              <a:t>SaT</a:t>
            </a:r>
            <a:endParaRPr lang="en-IN" sz="1400" dirty="0">
              <a:solidFill>
                <a:schemeClr val="bg1"/>
              </a:solidFill>
            </a:endParaRPr>
          </a:p>
        </p:txBody>
      </p:sp>
      <p:sp>
        <p:nvSpPr>
          <p:cNvPr id="57" name="Content Placeholder 2">
            <a:extLst>
              <a:ext uri="{FF2B5EF4-FFF2-40B4-BE49-F238E27FC236}">
                <a16:creationId xmlns:a16="http://schemas.microsoft.com/office/drawing/2014/main" id="{6BF463BD-4D2B-311F-4EAB-E72A1F2602D6}"/>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256685EC-E9FE-118A-11D5-788CA041B4B3}"/>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Europe Central</a:t>
            </a:r>
          </a:p>
        </p:txBody>
      </p:sp>
      <p:cxnSp>
        <p:nvCxnSpPr>
          <p:cNvPr id="5" name="Straight Connector 4">
            <a:extLst>
              <a:ext uri="{FF2B5EF4-FFF2-40B4-BE49-F238E27FC236}">
                <a16:creationId xmlns:a16="http://schemas.microsoft.com/office/drawing/2014/main" id="{BD3CC7D4-9B40-1684-34CA-E4DF12C3012E}"/>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AB6C56F4-5A51-2DA3-6B2B-421E43293910}"/>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649BE1D-EEE6-21F7-61AA-AE718B1E756A}"/>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0347B608-8FA0-23CD-10B2-121F5FCAE4FE}"/>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D2E55144-773E-FA0D-454F-AACBCEF63A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F6417A23-C76B-4DC7-ACA2-60C80458BC8A}"/>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43</a:t>
            </a:fld>
            <a:endParaRPr lang="en-US"/>
          </a:p>
        </p:txBody>
      </p:sp>
      <p:sp>
        <p:nvSpPr>
          <p:cNvPr id="7" name="TextBox 6">
            <a:extLst>
              <a:ext uri="{FF2B5EF4-FFF2-40B4-BE49-F238E27FC236}">
                <a16:creationId xmlns:a16="http://schemas.microsoft.com/office/drawing/2014/main" id="{97A44C3F-061A-15BD-248C-BCF720EC448F}"/>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
        <p:nvSpPr>
          <p:cNvPr id="10" name="TextBox 9">
            <a:extLst>
              <a:ext uri="{FF2B5EF4-FFF2-40B4-BE49-F238E27FC236}">
                <a16:creationId xmlns:a16="http://schemas.microsoft.com/office/drawing/2014/main" id="{1CC7DACC-3B41-869C-6E62-DA617D8FBFF2}"/>
              </a:ext>
            </a:extLst>
          </p:cNvPr>
          <p:cNvSpPr txBox="1"/>
          <p:nvPr/>
        </p:nvSpPr>
        <p:spPr>
          <a:xfrm>
            <a:off x="6566169" y="6649440"/>
            <a:ext cx="5303520" cy="161583"/>
          </a:xfrm>
          <a:prstGeom prst="rect">
            <a:avLst/>
          </a:prstGeom>
          <a:noFill/>
        </p:spPr>
        <p:txBody>
          <a:bodyPr wrap="square" lIns="0" tIns="36576" rIns="0" bIns="0" rtlCol="0" anchor="t">
            <a:spAutoFit/>
          </a:bodyPr>
          <a:lstStyle/>
          <a:p>
            <a:pPr>
              <a:lnSpc>
                <a:spcPct val="90000"/>
              </a:lnSpc>
              <a:spcBef>
                <a:spcPts val="400"/>
              </a:spcBef>
              <a:spcAft>
                <a:spcPts val="400"/>
              </a:spcAft>
              <a:buClr>
                <a:schemeClr val="tx2"/>
              </a:buClr>
              <a:buSzPct val="100000"/>
            </a:pPr>
            <a:r>
              <a:rPr lang="en-US" sz="900" dirty="0">
                <a:solidFill>
                  <a:schemeClr val="bg1"/>
                </a:solidFill>
              </a:rPr>
              <a:t>*Dates marked as 2022 denote pre‑2023 engagements where exact dates were not available.</a:t>
            </a:r>
          </a:p>
        </p:txBody>
      </p:sp>
    </p:spTree>
    <p:extLst>
      <p:ext uri="{BB962C8B-B14F-4D97-AF65-F5344CB8AC3E}">
        <p14:creationId xmlns:p14="http://schemas.microsoft.com/office/powerpoint/2010/main" val="31736965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AB745-1A8A-7AA9-4729-88AB6E1E0E3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E5B8E8A-A171-53EB-98F6-6E47F61CAEC4}"/>
              </a:ext>
            </a:extLst>
          </p:cNvPr>
          <p:cNvSpPr>
            <a:spLocks noGrp="1"/>
          </p:cNvSpPr>
          <p:nvPr>
            <p:ph type="title"/>
          </p:nvPr>
        </p:nvSpPr>
        <p:spPr/>
        <p:txBody>
          <a:bodyPr/>
          <a:lstStyle/>
          <a:p>
            <a:r>
              <a:rPr lang="en-US" dirty="0"/>
              <a:t>Supply Chain &amp; Operations</a:t>
            </a:r>
          </a:p>
        </p:txBody>
      </p:sp>
      <p:sp>
        <p:nvSpPr>
          <p:cNvPr id="3" name="Slide Number Placeholder 5">
            <a:extLst>
              <a:ext uri="{FF2B5EF4-FFF2-40B4-BE49-F238E27FC236}">
                <a16:creationId xmlns:a16="http://schemas.microsoft.com/office/drawing/2014/main" id="{0D507E73-74DB-AD34-9526-F9C217B4494F}"/>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smtClean="0"/>
              <a:pPr/>
              <a:t>44</a:t>
            </a:fld>
            <a:endParaRPr/>
          </a:p>
        </p:txBody>
      </p:sp>
    </p:spTree>
    <p:extLst>
      <p:ext uri="{BB962C8B-B14F-4D97-AF65-F5344CB8AC3E}">
        <p14:creationId xmlns:p14="http://schemas.microsoft.com/office/powerpoint/2010/main" val="37368869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91FB5-8699-8D67-67AB-FC74C88AF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3DA5C2-53A0-E270-884D-42E0835412D6}"/>
              </a:ext>
            </a:extLst>
          </p:cNvPr>
          <p:cNvSpPr>
            <a:spLocks noGrp="1"/>
          </p:cNvSpPr>
          <p:nvPr>
            <p:ph type="title"/>
          </p:nvPr>
        </p:nvSpPr>
        <p:spPr>
          <a:xfrm>
            <a:off x="485523" y="87782"/>
            <a:ext cx="11224347" cy="470898"/>
          </a:xfrm>
        </p:spPr>
        <p:txBody>
          <a:bodyPr/>
          <a:lstStyle/>
          <a:p>
            <a:r>
              <a:rPr lang="en-US" sz="3200" dirty="0">
                <a:solidFill>
                  <a:schemeClr val="bg1"/>
                </a:solidFill>
              </a:rPr>
              <a:t>Warehouse Business Continuity Plan and Playbook for Supply chain</a:t>
            </a:r>
            <a:endParaRPr lang="en-IN" sz="3200" dirty="0">
              <a:solidFill>
                <a:schemeClr val="bg1"/>
              </a:solidFill>
            </a:endParaRPr>
          </a:p>
        </p:txBody>
      </p:sp>
      <p:sp>
        <p:nvSpPr>
          <p:cNvPr id="6" name="Text Placeholder 92">
            <a:extLst>
              <a:ext uri="{FF2B5EF4-FFF2-40B4-BE49-F238E27FC236}">
                <a16:creationId xmlns:a16="http://schemas.microsoft.com/office/drawing/2014/main" id="{164AF66D-720D-9BB9-4EAC-576448261021}"/>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C37E0EF6-5490-82FE-24D1-5D3E4BA60EE0}"/>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experienced recurring Warehouse Management System WMS outages and integration failures that disrupted core warehouse operations.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During outages, distribution centers were unable to receive, pick, ship, or systemically allocate inventory, forcing a shift to manual operations but without a clear BCP playbook.</a:t>
            </a:r>
          </a:p>
        </p:txBody>
      </p:sp>
      <p:sp>
        <p:nvSpPr>
          <p:cNvPr id="9" name="Text Placeholder 92">
            <a:extLst>
              <a:ext uri="{FF2B5EF4-FFF2-40B4-BE49-F238E27FC236}">
                <a16:creationId xmlns:a16="http://schemas.microsoft.com/office/drawing/2014/main" id="{86AAD12F-DF8C-051D-505B-887A59D656E6}"/>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A4F1213D-5CBB-F2EC-E27C-D103B4F16298}"/>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assessed WMS outage risks and designed a structured business continuity framework and developed BCP playbook.</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team defined clear command structures, escalation and communication protocols, and standardized manual SOPs for warehouse operations.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also established recovery, reconciliation, and post incident governance to improve resilience and minimize disruption impact.</a:t>
            </a:r>
          </a:p>
        </p:txBody>
      </p:sp>
      <p:sp>
        <p:nvSpPr>
          <p:cNvPr id="12" name="Text Placeholder 92">
            <a:extLst>
              <a:ext uri="{FF2B5EF4-FFF2-40B4-BE49-F238E27FC236}">
                <a16:creationId xmlns:a16="http://schemas.microsoft.com/office/drawing/2014/main" id="{CAC045C5-1A1F-5FF2-39C6-A256F2C4482B}"/>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D5CF71C8-9F5A-A533-79A6-A69E24FD6086}"/>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Improved outage readiness reduced operational downtime, manual errors, and recovery effort, enabling consistent warehouse operations, faster reconciliation, clearer accountability, and stronger resilience across distribution centers.</a:t>
            </a:r>
            <a:endParaRPr kumimoji="0" lang="en-IN" sz="1100" b="0" i="0" u="none" strike="noStrike" kern="1200" cap="none" spc="0" normalizeH="0" baseline="0" noProof="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38C4CD0A-84FB-F1BD-945F-1C5ED463299D}"/>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45</a:t>
            </a:fld>
            <a:endParaRPr/>
          </a:p>
        </p:txBody>
      </p:sp>
      <p:cxnSp>
        <p:nvCxnSpPr>
          <p:cNvPr id="15" name="Straight Connector 14">
            <a:extLst>
              <a:ext uri="{FF2B5EF4-FFF2-40B4-BE49-F238E27FC236}">
                <a16:creationId xmlns:a16="http://schemas.microsoft.com/office/drawing/2014/main" id="{C1B494E9-49A5-3D54-0B31-45C1613A9798}"/>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2A8ABA8A-A5A7-3552-3DD7-2178C79F412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2304346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DCAAF56-B7E2-BBC5-EF42-56A7A99AB02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AB90AEB-2908-C2A2-B81C-97684EDD8FB1}"/>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7B6A03C6-E15F-645D-DD00-383AEF03B2E3}"/>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8DD2810C-D25D-0183-6455-F097820173FA}"/>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Chick-fil-A, Inc.</a:t>
            </a:r>
          </a:p>
        </p:txBody>
      </p:sp>
      <p:sp>
        <p:nvSpPr>
          <p:cNvPr id="37" name="Content Placeholder 2">
            <a:extLst>
              <a:ext uri="{FF2B5EF4-FFF2-40B4-BE49-F238E27FC236}">
                <a16:creationId xmlns:a16="http://schemas.microsoft.com/office/drawing/2014/main" id="{BF80E24D-6805-5343-985E-4075BA51D56E}"/>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F5815478-F989-A420-8A20-13271FB9AFF5}"/>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5 October 2025</a:t>
            </a:r>
          </a:p>
        </p:txBody>
      </p:sp>
      <p:sp>
        <p:nvSpPr>
          <p:cNvPr id="42" name="Content Placeholder 2">
            <a:extLst>
              <a:ext uri="{FF2B5EF4-FFF2-40B4-BE49-F238E27FC236}">
                <a16:creationId xmlns:a16="http://schemas.microsoft.com/office/drawing/2014/main" id="{2845C4E0-CD18-3E22-873D-4C4A339C6F74}"/>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BB443468-BF1C-87A4-7239-E171D408D27F}"/>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Eric K Chiang</a:t>
            </a:r>
            <a:endParaRPr lang="en-IN" sz="1400" dirty="0">
              <a:solidFill>
                <a:schemeClr val="bg1"/>
              </a:solidFill>
            </a:endParaRPr>
          </a:p>
        </p:txBody>
      </p:sp>
      <p:sp>
        <p:nvSpPr>
          <p:cNvPr id="49" name="Content Placeholder 2">
            <a:extLst>
              <a:ext uri="{FF2B5EF4-FFF2-40B4-BE49-F238E27FC236}">
                <a16:creationId xmlns:a16="http://schemas.microsoft.com/office/drawing/2014/main" id="{756DD867-9CBB-5E49-16F0-574AECD2A334}"/>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4C2F94AF-DF70-CB20-46D0-C6FA1D025143}"/>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https://discovercontent.ey.net/crd260246ouhrf5s</a:t>
            </a:r>
            <a:r>
              <a:rPr lang="en-US" sz="1400" dirty="0">
                <a:solidFill>
                  <a:schemeClr val="bg1"/>
                </a:solidFill>
              </a:rPr>
              <a:t> </a:t>
            </a:r>
          </a:p>
        </p:txBody>
      </p:sp>
      <p:sp>
        <p:nvSpPr>
          <p:cNvPr id="55" name="Content Placeholder 2">
            <a:extLst>
              <a:ext uri="{FF2B5EF4-FFF2-40B4-BE49-F238E27FC236}">
                <a16:creationId xmlns:a16="http://schemas.microsoft.com/office/drawing/2014/main" id="{32883DC9-B45E-8F40-DA78-89AFFA903CA9}"/>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40FD7E47-7994-6014-71C5-996A5E0ACFB4}"/>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9F734A95-1DB1-72C5-8A94-E2E8DF37C885}"/>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2C408C0C-1694-C85F-82AE-C4BA12CAA529}"/>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USLI</a:t>
            </a:r>
          </a:p>
        </p:txBody>
      </p:sp>
      <p:cxnSp>
        <p:nvCxnSpPr>
          <p:cNvPr id="5" name="Straight Connector 4">
            <a:extLst>
              <a:ext uri="{FF2B5EF4-FFF2-40B4-BE49-F238E27FC236}">
                <a16:creationId xmlns:a16="http://schemas.microsoft.com/office/drawing/2014/main" id="{F5CFDCD6-CDA7-46DF-32C2-DB109883E72B}"/>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F059CE6-32EC-0917-FA2D-D60207AF25A2}"/>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6942F3D-CA5E-B06B-F58B-77388FA58788}"/>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DAF7E71C-F69C-08E5-1F5F-9A67011922AF}"/>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r>
              <a:rPr lang="en-IN" sz="1400" kern="0" dirty="0">
                <a:solidFill>
                  <a:schemeClr val="accent5"/>
                </a:solidFill>
                <a:latin typeface="EYInterstate Light"/>
              </a:rPr>
              <a:t>                                            </a:t>
            </a:r>
          </a:p>
        </p:txBody>
      </p:sp>
      <p:pic>
        <p:nvPicPr>
          <p:cNvPr id="2" name="Graphic 1">
            <a:hlinkClick r:id="rId5" action="ppaction://hlinksldjump"/>
            <a:extLst>
              <a:ext uri="{FF2B5EF4-FFF2-40B4-BE49-F238E27FC236}">
                <a16:creationId xmlns:a16="http://schemas.microsoft.com/office/drawing/2014/main" id="{3F4C85A0-31C7-AA77-A86E-522D6E982C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CA22D568-D6A7-33E8-FA83-B5BFBD8E239C}"/>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46</a:t>
            </a:fld>
            <a:endParaRPr lang="en-US"/>
          </a:p>
        </p:txBody>
      </p:sp>
      <p:sp>
        <p:nvSpPr>
          <p:cNvPr id="7" name="TextBox 6">
            <a:extLst>
              <a:ext uri="{FF2B5EF4-FFF2-40B4-BE49-F238E27FC236}">
                <a16:creationId xmlns:a16="http://schemas.microsoft.com/office/drawing/2014/main" id="{AABABFA3-B0B6-146D-60D8-DD4BD9E57C50}"/>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12246636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20BDF-89E5-D4D0-F766-F153B5BE21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37C54-C3E7-AD32-1252-C94717E724FA}"/>
              </a:ext>
            </a:extLst>
          </p:cNvPr>
          <p:cNvSpPr>
            <a:spLocks noGrp="1"/>
          </p:cNvSpPr>
          <p:nvPr>
            <p:ph type="title"/>
          </p:nvPr>
        </p:nvSpPr>
        <p:spPr/>
        <p:txBody>
          <a:bodyPr/>
          <a:lstStyle/>
          <a:p>
            <a:r>
              <a:rPr lang="en-US" sz="3200" dirty="0">
                <a:solidFill>
                  <a:schemeClr val="bg1"/>
                </a:solidFill>
              </a:rPr>
              <a:t>RFID Strategy and Implementation Roadmap</a:t>
            </a:r>
            <a:endParaRPr lang="en-IN" sz="3200" dirty="0">
              <a:solidFill>
                <a:schemeClr val="bg1"/>
              </a:solidFill>
            </a:endParaRPr>
          </a:p>
        </p:txBody>
      </p:sp>
      <p:sp>
        <p:nvSpPr>
          <p:cNvPr id="6" name="Text Placeholder 92">
            <a:extLst>
              <a:ext uri="{FF2B5EF4-FFF2-40B4-BE49-F238E27FC236}">
                <a16:creationId xmlns:a16="http://schemas.microsoft.com/office/drawing/2014/main" id="{4A1CF9E8-2C2C-578C-416B-8DEE9F9D4FB3}"/>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E1980BFC-D13A-4F36-5B9B-932B36E6ADCE}"/>
              </a:ext>
            </a:extLst>
          </p:cNvPr>
          <p:cNvSpPr txBox="1">
            <a:spLocks/>
          </p:cNvSpPr>
          <p:nvPr/>
        </p:nvSpPr>
        <p:spPr>
          <a:xfrm>
            <a:off x="485523" y="1373733"/>
            <a:ext cx="10500519" cy="12801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lang="en-US" sz="1100" dirty="0">
                <a:solidFill>
                  <a:prstClr val="white"/>
                </a:solidFill>
                <a:latin typeface="EYInterstate Light"/>
                <a:ea typeface="+mj-ea"/>
                <a:cs typeface="+mj-cs"/>
              </a:rPr>
              <a:t>C</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lient</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is a leading fashion and lifestyle distributor with its presence spread across India through 3000+ stores and online platforms. They had been struggling with the following issues: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Lack of inventory visibility throughout the supply chain.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Manual, error-prone processes leading to inefficiencies. Inventory inaccuracy causing frequent stock-outs and shrinkage.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Fragmented systems restricting real-time data flow and traceability and delayed replenishment cycles impacting customer experience.</a:t>
            </a:r>
          </a:p>
        </p:txBody>
      </p:sp>
      <p:sp>
        <p:nvSpPr>
          <p:cNvPr id="9" name="Text Placeholder 92">
            <a:extLst>
              <a:ext uri="{FF2B5EF4-FFF2-40B4-BE49-F238E27FC236}">
                <a16:creationId xmlns:a16="http://schemas.microsoft.com/office/drawing/2014/main" id="{75D4D332-53F8-F4B5-FFB9-FB4EA7735CBB}"/>
              </a:ext>
            </a:extLst>
          </p:cNvPr>
          <p:cNvSpPr txBox="1">
            <a:spLocks/>
          </p:cNvSpPr>
          <p:nvPr/>
        </p:nvSpPr>
        <p:spPr>
          <a:xfrm>
            <a:off x="483827" y="2662767"/>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63C1797B-E91E-A7FE-E474-B34E2945BBE0}"/>
              </a:ext>
            </a:extLst>
          </p:cNvPr>
          <p:cNvSpPr txBox="1">
            <a:spLocks/>
          </p:cNvSpPr>
          <p:nvPr/>
        </p:nvSpPr>
        <p:spPr>
          <a:xfrm>
            <a:off x="483827" y="2991120"/>
            <a:ext cx="10500519" cy="155448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EY team used the 4D approach i.e., Define, Discover, Design &amp; Deliver to provide a comprehensive RFID implementation strategy to the client. Conducted end-to-end process mapping (current &amp; target) across warehouses, stores, and distributors along with IT landscape mapping.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Identified 40+ High impact RFID use cases across the value chain to facilitate process automation, operational efficiency, visibility and analytics.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Evaluated 10+ RFID solution providers using a structured functional, technical, and commercial vendor evaluation framework.</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Developed a business case with TCO and ROI to justify investment and convince the Board to implement RFID.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Designed data and operational flow mapping for seamless system integration along with the future roadmap and process flows.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Provided program management support to ensure alignment and smooth onboarding &amp; execution.</a:t>
            </a:r>
          </a:p>
        </p:txBody>
      </p:sp>
      <p:sp>
        <p:nvSpPr>
          <p:cNvPr id="12" name="Text Placeholder 92">
            <a:extLst>
              <a:ext uri="{FF2B5EF4-FFF2-40B4-BE49-F238E27FC236}">
                <a16:creationId xmlns:a16="http://schemas.microsoft.com/office/drawing/2014/main" id="{87DF88EC-C6DC-136D-9CA1-A160804F9280}"/>
              </a:ext>
            </a:extLst>
          </p:cNvPr>
          <p:cNvSpPr txBox="1">
            <a:spLocks/>
          </p:cNvSpPr>
          <p:nvPr/>
        </p:nvSpPr>
        <p:spPr>
          <a:xfrm>
            <a:off x="483827" y="4542236"/>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88CA706E-63BD-89A1-70F7-1812612E7EBC}"/>
              </a:ext>
            </a:extLst>
          </p:cNvPr>
          <p:cNvSpPr txBox="1">
            <a:spLocks/>
          </p:cNvSpPr>
          <p:nvPr/>
        </p:nvSpPr>
        <p:spPr>
          <a:xfrm>
            <a:off x="483827" y="4870588"/>
            <a:ext cx="10500519" cy="16459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The engagement delivered a comprehensive business case highlighting a 3x ROI potential from improved inventory accuracy, reduced shrinkage, and faster replenishment.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Process standardization and item-level visibility enable efficient operations across business units, while enhanced traceability strengthens compliance and customer experience.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They have a shortlisted set of solution providers along with a comprehensive evaluation framework to select the most suitable partner that adheres to client’s business objectives, timelines and constraints. The client is now equipped with a future-ready RFID adoption roadmap, positioning them as an early mover in Indian fashion retail digitization.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KPIs Impacted: Shrinkage Control, Stock-Out Reduction, Operational Productivity and Working Capital Efficiency.</a:t>
            </a:r>
          </a:p>
        </p:txBody>
      </p:sp>
      <p:sp>
        <p:nvSpPr>
          <p:cNvPr id="7" name="Slide Number Placeholder 5">
            <a:extLst>
              <a:ext uri="{FF2B5EF4-FFF2-40B4-BE49-F238E27FC236}">
                <a16:creationId xmlns:a16="http://schemas.microsoft.com/office/drawing/2014/main" id="{3E5CC091-D437-7F11-EC21-475D41343A2F}"/>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47</a:t>
            </a:fld>
            <a:endParaRPr/>
          </a:p>
        </p:txBody>
      </p:sp>
      <p:cxnSp>
        <p:nvCxnSpPr>
          <p:cNvPr id="15" name="Straight Connector 14">
            <a:extLst>
              <a:ext uri="{FF2B5EF4-FFF2-40B4-BE49-F238E27FC236}">
                <a16:creationId xmlns:a16="http://schemas.microsoft.com/office/drawing/2014/main" id="{40EBA236-3326-856C-D1FF-1CB465DED8D2}"/>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59AA3DAA-62B6-886E-D2B0-221206D65CB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21623198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13C5B12-1EC7-888E-A1C4-7AA4001DF6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B4C4A88-E9FB-9963-4301-AEEBA1512999}"/>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C1BEA4AC-C902-677E-80FA-8C77050E0313}"/>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8A29B2A5-1F01-2DE2-C31D-F4D97100ED3F}"/>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22C19B3A-5F03-D26B-6958-9B2E564F95E9}"/>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5A2A072A-0E05-F3D0-A325-1FC1E53631FE}"/>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13 May 2025</a:t>
            </a:r>
          </a:p>
        </p:txBody>
      </p:sp>
      <p:sp>
        <p:nvSpPr>
          <p:cNvPr id="42" name="Content Placeholder 2">
            <a:extLst>
              <a:ext uri="{FF2B5EF4-FFF2-40B4-BE49-F238E27FC236}">
                <a16:creationId xmlns:a16="http://schemas.microsoft.com/office/drawing/2014/main" id="{FAEC2478-04CD-75B3-189F-879D99961F8C}"/>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3DC9FC15-4484-1E1E-398C-71543AF51649}"/>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Meghashyam Simha</a:t>
            </a:r>
            <a:endParaRPr lang="en-IN" sz="1400" dirty="0">
              <a:solidFill>
                <a:schemeClr val="bg1"/>
              </a:solidFill>
            </a:endParaRPr>
          </a:p>
        </p:txBody>
      </p:sp>
      <p:sp>
        <p:nvSpPr>
          <p:cNvPr id="49" name="Content Placeholder 2">
            <a:extLst>
              <a:ext uri="{FF2B5EF4-FFF2-40B4-BE49-F238E27FC236}">
                <a16:creationId xmlns:a16="http://schemas.microsoft.com/office/drawing/2014/main" id="{2C666E02-5132-6E6B-5355-5587FB7C5C67}"/>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9A53A572-4CCD-3F34-E2B2-D225DF405D92}"/>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https://discovercontent.ey.net/crd250923p7o5t67</a:t>
            </a:r>
            <a:r>
              <a:rPr lang="en-US" sz="1400" dirty="0">
                <a:solidFill>
                  <a:schemeClr val="bg1"/>
                </a:solidFill>
              </a:rPr>
              <a:t>  </a:t>
            </a:r>
          </a:p>
        </p:txBody>
      </p:sp>
      <p:sp>
        <p:nvSpPr>
          <p:cNvPr id="55" name="Content Placeholder 2">
            <a:extLst>
              <a:ext uri="{FF2B5EF4-FFF2-40B4-BE49-F238E27FC236}">
                <a16:creationId xmlns:a16="http://schemas.microsoft.com/office/drawing/2014/main" id="{A16ECDA6-45FF-4F74-64FC-309C35E2FA47}"/>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CBADB2C0-4F2F-66C2-4D02-98B57300A8F0}"/>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7184E3C0-41E6-0C02-53FD-3E39A8D40499}"/>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1846A58A-85D1-04C2-983D-5F6D4196A30D}"/>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India</a:t>
            </a:r>
          </a:p>
        </p:txBody>
      </p:sp>
      <p:cxnSp>
        <p:nvCxnSpPr>
          <p:cNvPr id="5" name="Straight Connector 4">
            <a:extLst>
              <a:ext uri="{FF2B5EF4-FFF2-40B4-BE49-F238E27FC236}">
                <a16:creationId xmlns:a16="http://schemas.microsoft.com/office/drawing/2014/main" id="{46A05265-89BF-1DF2-32E1-AEC7A734CD60}"/>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06F2738-1E02-CBED-349D-7209490E1289}"/>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1B64E77-90FD-3EAB-90E0-86CA9F135A02}"/>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B9A1E1DE-EEE5-B5A0-F971-BC874CACCA74}"/>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r>
              <a:rPr lang="en-IN" sz="1400" kern="0" dirty="0">
                <a:solidFill>
                  <a:schemeClr val="accent5"/>
                </a:solidFill>
                <a:latin typeface="EYInterstate Light"/>
              </a:rPr>
              <a:t>                                            </a:t>
            </a:r>
          </a:p>
        </p:txBody>
      </p:sp>
      <p:pic>
        <p:nvPicPr>
          <p:cNvPr id="2" name="Graphic 1">
            <a:hlinkClick r:id="rId5" action="ppaction://hlinksldjump"/>
            <a:extLst>
              <a:ext uri="{FF2B5EF4-FFF2-40B4-BE49-F238E27FC236}">
                <a16:creationId xmlns:a16="http://schemas.microsoft.com/office/drawing/2014/main" id="{1F8EA817-0F6D-95B0-EE8B-4DEC4F81335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2B800854-96DE-B125-DE7A-97BA54F8CB2D}"/>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48</a:t>
            </a:fld>
            <a:endParaRPr lang="en-US"/>
          </a:p>
        </p:txBody>
      </p:sp>
      <p:sp>
        <p:nvSpPr>
          <p:cNvPr id="7" name="TextBox 6">
            <a:extLst>
              <a:ext uri="{FF2B5EF4-FFF2-40B4-BE49-F238E27FC236}">
                <a16:creationId xmlns:a16="http://schemas.microsoft.com/office/drawing/2014/main" id="{E7B88666-4325-03F0-2B5C-F300A0FE17B4}"/>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5095929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7B247-49B9-4F53-827C-FF906708F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D515D-5791-CF3B-42C0-6064680C76D3}"/>
              </a:ext>
            </a:extLst>
          </p:cNvPr>
          <p:cNvSpPr>
            <a:spLocks noGrp="1"/>
          </p:cNvSpPr>
          <p:nvPr>
            <p:ph type="title"/>
          </p:nvPr>
        </p:nvSpPr>
        <p:spPr>
          <a:xfrm>
            <a:off x="485523" y="58598"/>
            <a:ext cx="11224347" cy="470898"/>
          </a:xfrm>
        </p:spPr>
        <p:txBody>
          <a:bodyPr/>
          <a:lstStyle/>
          <a:p>
            <a:r>
              <a:rPr lang="fr-FR" sz="3200" dirty="0">
                <a:solidFill>
                  <a:schemeClr val="bg1"/>
                </a:solidFill>
              </a:rPr>
              <a:t>Transportation Management System Solution Implementation</a:t>
            </a:r>
            <a:endParaRPr lang="en-IN" sz="3200" dirty="0">
              <a:solidFill>
                <a:schemeClr val="bg1"/>
              </a:solidFill>
            </a:endParaRPr>
          </a:p>
        </p:txBody>
      </p:sp>
      <p:sp>
        <p:nvSpPr>
          <p:cNvPr id="6" name="Text Placeholder 92">
            <a:extLst>
              <a:ext uri="{FF2B5EF4-FFF2-40B4-BE49-F238E27FC236}">
                <a16:creationId xmlns:a16="http://schemas.microsoft.com/office/drawing/2014/main" id="{BD2E9A16-1E93-D28D-D516-343C5250E47A}"/>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755549DD-057A-7E31-7D4A-D31386950FE0}"/>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Client has embarked on a journey to deploy a Blue Yonder (“BY”) Transportation Management solution for improving outbound transportation processes with a pilot site in Melbourne, Australia. Implementation includes truckload and less than truck load modes across the outbound transportation network for this site.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objective of this engagement was twofold: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Transform outbound transportation process at AUS region though the implementation of TMS, integrate with multi platforms to improve collaboration across stakeholders in the company.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Have a unified digital platform for managing all the outbound orders, enhance end-to-end visibility across transportation network, measure KRAs and automate the freight pay process.</a:t>
            </a:r>
          </a:p>
        </p:txBody>
      </p:sp>
      <p:sp>
        <p:nvSpPr>
          <p:cNvPr id="9" name="Text Placeholder 92">
            <a:extLst>
              <a:ext uri="{FF2B5EF4-FFF2-40B4-BE49-F238E27FC236}">
                <a16:creationId xmlns:a16="http://schemas.microsoft.com/office/drawing/2014/main" id="{14E27B73-C949-CA4A-7257-7F8D7AB52F89}"/>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4C021145-F9B2-1C15-18CB-87250F621AD5}"/>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EY team played a strategic role in this transformation journey by helping the client transform their business holistically through: Business process design &amp; TMS implementation, Integration of TMS with WMS and Client’s custom-built middleware (Logistics service layer) &amp; Managing enterprise change.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EY assisted the client in developing a unified single digital platform working solution for outbound goods transportation management for Australia region (total freight spend of close to 15M AUD/annum). The solution also includes status updates from the carriers and automation of the freight pay process.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EY also assisted in creation of creation of SOPs for the Australian business users and provide video demo for different flows which will help the NIKE Australia business team drive adoption.</a:t>
            </a:r>
          </a:p>
        </p:txBody>
      </p:sp>
      <p:sp>
        <p:nvSpPr>
          <p:cNvPr id="12" name="Text Placeholder 92">
            <a:extLst>
              <a:ext uri="{FF2B5EF4-FFF2-40B4-BE49-F238E27FC236}">
                <a16:creationId xmlns:a16="http://schemas.microsoft.com/office/drawing/2014/main" id="{C3F9A99B-4A75-6839-E8B2-EC1F8580208E}"/>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73F5C81B-31EB-A7FF-D0CB-F03B1CF0E849}"/>
              </a:ext>
            </a:extLst>
          </p:cNvPr>
          <p:cNvSpPr txBox="1">
            <a:spLocks/>
          </p:cNvSpPr>
          <p:nvPr/>
        </p:nvSpPr>
        <p:spPr>
          <a:xfrm>
            <a:off x="483827" y="5045692"/>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Establishing first TMS at APLA (Asia pacific Latin America) geo for the client.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Standardization and unification of the core processes.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Integrated solution with WMS and client’s custom built (IP) integration layers.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Enhanced user experience and aim at cost reduction by measuring KRAs, improving consolidations.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Digital ecosystem established to connect with Freight Forwarders in a single unified system.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Automation of the freight pay process.</a:t>
            </a:r>
          </a:p>
        </p:txBody>
      </p:sp>
      <p:sp>
        <p:nvSpPr>
          <p:cNvPr id="7" name="Slide Number Placeholder 5">
            <a:extLst>
              <a:ext uri="{FF2B5EF4-FFF2-40B4-BE49-F238E27FC236}">
                <a16:creationId xmlns:a16="http://schemas.microsoft.com/office/drawing/2014/main" id="{9C2F0A6A-C85D-CB4B-246D-D6A7EE8AD2F4}"/>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49</a:t>
            </a:fld>
            <a:endParaRPr/>
          </a:p>
        </p:txBody>
      </p:sp>
      <p:cxnSp>
        <p:nvCxnSpPr>
          <p:cNvPr id="15" name="Straight Connector 14">
            <a:extLst>
              <a:ext uri="{FF2B5EF4-FFF2-40B4-BE49-F238E27FC236}">
                <a16:creationId xmlns:a16="http://schemas.microsoft.com/office/drawing/2014/main" id="{E751C37D-F24D-3CD2-3BC7-FCFF828A3933}"/>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7A785C14-3CF7-5FB5-6E2D-7B92A729C15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4823759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74B3E20-B0E9-7B76-D649-1196389381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B519E4D-7DDA-31F9-3DDE-4C201A7FF650}"/>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BF358B70-8EA4-EB2B-EE85-C82C533CC06C}"/>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25D4397E-288B-FE29-8CB7-917CB6150F12}"/>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Nike Inc.</a:t>
            </a:r>
          </a:p>
        </p:txBody>
      </p:sp>
      <p:sp>
        <p:nvSpPr>
          <p:cNvPr id="37" name="Content Placeholder 2">
            <a:extLst>
              <a:ext uri="{FF2B5EF4-FFF2-40B4-BE49-F238E27FC236}">
                <a16:creationId xmlns:a16="http://schemas.microsoft.com/office/drawing/2014/main" id="{47F3AA39-27EF-323C-36C4-819679960010}"/>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A2825BB8-90FC-5654-D1A6-2114DC27BB08}"/>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9 April 2025</a:t>
            </a:r>
          </a:p>
        </p:txBody>
      </p:sp>
      <p:sp>
        <p:nvSpPr>
          <p:cNvPr id="42" name="Content Placeholder 2">
            <a:extLst>
              <a:ext uri="{FF2B5EF4-FFF2-40B4-BE49-F238E27FC236}">
                <a16:creationId xmlns:a16="http://schemas.microsoft.com/office/drawing/2014/main" id="{4CFEE3CB-56B3-44C3-A82D-7318829A2BDD}"/>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4456E548-1C0A-1D45-2584-C222D1DB86E8}"/>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Hannah Barrows</a:t>
            </a:r>
            <a:endParaRPr lang="en-IN" sz="1400" dirty="0">
              <a:solidFill>
                <a:schemeClr val="bg1"/>
              </a:solidFill>
            </a:endParaRPr>
          </a:p>
        </p:txBody>
      </p:sp>
      <p:sp>
        <p:nvSpPr>
          <p:cNvPr id="49" name="Content Placeholder 2">
            <a:extLst>
              <a:ext uri="{FF2B5EF4-FFF2-40B4-BE49-F238E27FC236}">
                <a16:creationId xmlns:a16="http://schemas.microsoft.com/office/drawing/2014/main" id="{BEE44211-0B0D-1DB2-D804-3E66841448DD}"/>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48CE3C4D-A4E0-5A08-A9C8-26649E8E5476}"/>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https://discovercontent.ey.net/crd25063tydaxd9n</a:t>
            </a:r>
            <a:r>
              <a:rPr lang="en-US" sz="1400" dirty="0">
                <a:solidFill>
                  <a:schemeClr val="bg1"/>
                </a:solidFill>
              </a:rPr>
              <a:t>  </a:t>
            </a:r>
          </a:p>
        </p:txBody>
      </p:sp>
      <p:sp>
        <p:nvSpPr>
          <p:cNvPr id="55" name="Content Placeholder 2">
            <a:extLst>
              <a:ext uri="{FF2B5EF4-FFF2-40B4-BE49-F238E27FC236}">
                <a16:creationId xmlns:a16="http://schemas.microsoft.com/office/drawing/2014/main" id="{1CDCC54C-DC47-8AF1-E112-C236F2D7CE68}"/>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AABFB0BD-923D-F87A-7074-93013DA28150}"/>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FD0156C4-CE5D-AE0F-25DD-E4D5945634BE}"/>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93D27C15-A1D1-F2F8-D70C-6A2EB927B448}"/>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United States</a:t>
            </a:r>
          </a:p>
        </p:txBody>
      </p:sp>
      <p:cxnSp>
        <p:nvCxnSpPr>
          <p:cNvPr id="5" name="Straight Connector 4">
            <a:extLst>
              <a:ext uri="{FF2B5EF4-FFF2-40B4-BE49-F238E27FC236}">
                <a16:creationId xmlns:a16="http://schemas.microsoft.com/office/drawing/2014/main" id="{935F4E90-8491-2DE4-13CA-5F3909E83014}"/>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1E2973A1-D8B5-6269-3878-A3B5B60C268B}"/>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EE75074-C952-C6D0-521A-5F22E0001BE8}"/>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DEC3B71A-9375-8374-D1EE-0AB79B8FBD68}"/>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r>
              <a:rPr lang="en-IN" sz="1400" kern="0" dirty="0">
                <a:solidFill>
                  <a:schemeClr val="accent5"/>
                </a:solidFill>
                <a:latin typeface="EYInterstate Light"/>
              </a:rPr>
              <a:t>                                            </a:t>
            </a:r>
          </a:p>
        </p:txBody>
      </p:sp>
      <p:pic>
        <p:nvPicPr>
          <p:cNvPr id="2" name="Graphic 1">
            <a:hlinkClick r:id="rId5" action="ppaction://hlinksldjump"/>
            <a:extLst>
              <a:ext uri="{FF2B5EF4-FFF2-40B4-BE49-F238E27FC236}">
                <a16:creationId xmlns:a16="http://schemas.microsoft.com/office/drawing/2014/main" id="{32967184-0918-3595-0594-E9F86AD5AF2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305D6E08-CAB8-6662-0276-1704955BEB49}"/>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50</a:t>
            </a:fld>
            <a:endParaRPr lang="en-US"/>
          </a:p>
        </p:txBody>
      </p:sp>
      <p:sp>
        <p:nvSpPr>
          <p:cNvPr id="7" name="TextBox 6">
            <a:extLst>
              <a:ext uri="{FF2B5EF4-FFF2-40B4-BE49-F238E27FC236}">
                <a16:creationId xmlns:a16="http://schemas.microsoft.com/office/drawing/2014/main" id="{904C75E5-C526-CF4B-38E0-7717FC164379}"/>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1</a:t>
            </a:r>
          </a:p>
        </p:txBody>
      </p:sp>
    </p:spTree>
    <p:extLst>
      <p:ext uri="{BB962C8B-B14F-4D97-AF65-F5344CB8AC3E}">
        <p14:creationId xmlns:p14="http://schemas.microsoft.com/office/powerpoint/2010/main" val="32045476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F5068-92B9-62B7-94C6-FC4D86D93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BE193-AB99-2F0A-F569-EF0CA14323E0}"/>
              </a:ext>
            </a:extLst>
          </p:cNvPr>
          <p:cNvSpPr>
            <a:spLocks noGrp="1"/>
          </p:cNvSpPr>
          <p:nvPr>
            <p:ph type="title"/>
          </p:nvPr>
        </p:nvSpPr>
        <p:spPr/>
        <p:txBody>
          <a:bodyPr/>
          <a:lstStyle/>
          <a:p>
            <a:r>
              <a:rPr lang="en-US" sz="3200" dirty="0">
                <a:solidFill>
                  <a:schemeClr val="bg1"/>
                </a:solidFill>
              </a:rPr>
              <a:t>Nature Risk Assessment and Financial Impact Analysis</a:t>
            </a:r>
            <a:endParaRPr lang="en-IN" sz="3200" dirty="0">
              <a:solidFill>
                <a:schemeClr val="bg1"/>
              </a:solidFill>
            </a:endParaRPr>
          </a:p>
        </p:txBody>
      </p:sp>
      <p:sp>
        <p:nvSpPr>
          <p:cNvPr id="6" name="Text Placeholder 92">
            <a:extLst>
              <a:ext uri="{FF2B5EF4-FFF2-40B4-BE49-F238E27FC236}">
                <a16:creationId xmlns:a16="http://schemas.microsoft.com/office/drawing/2014/main" id="{B9749063-8F77-631C-AE24-4DAF0F4362F7}"/>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9D673597-646E-E58B-E7CF-3DCA3F87AA93}"/>
              </a:ext>
            </a:extLst>
          </p:cNvPr>
          <p:cNvSpPr txBox="1">
            <a:spLocks/>
          </p:cNvSpPr>
          <p:nvPr/>
        </p:nvSpPr>
        <p:spPr>
          <a:xfrm>
            <a:off x="485523" y="1373733"/>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company had previously developed a climate risk and opportunity document and was now looking to model one transition risk, two physical risks and one opportunity.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lang="en-US" sz="1100" dirty="0">
              <a:solidFill>
                <a:prstClr val="white"/>
              </a:solidFill>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company was also seeking additional insight into its nature related operations and supply chain risks as it was advancing its understanding of nature impacts and future targets.</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6C27AEEA-6871-6B1C-6376-3BBDC7DA7794}"/>
              </a:ext>
            </a:extLst>
          </p:cNvPr>
          <p:cNvSpPr txBox="1">
            <a:spLocks/>
          </p:cNvSpPr>
          <p:nvPr/>
        </p:nvSpPr>
        <p:spPr>
          <a:xfrm>
            <a:off x="483827" y="269494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E797B4CD-47BB-7FD2-3E65-F03BDB89E23E}"/>
              </a:ext>
            </a:extLst>
          </p:cNvPr>
          <p:cNvSpPr txBox="1">
            <a:spLocks/>
          </p:cNvSpPr>
          <p:nvPr/>
        </p:nvSpPr>
        <p:spPr>
          <a:xfrm>
            <a:off x="483827" y="3023297"/>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Delivered a comprehensive nature-related LEAP assessment for the client (covering Locate, Assess and Evaluate), focusing on 25 key commodity supply chains across 65 countries. Mapped over 50 distribution centers with the EY NAT tool to identify interfaces between the client’s operational activities and sensitive ecological zones, using 24 public datasets such as the WWF Risk Filters, IBAT, Global Forest Watch, Aqueduct and UN Biodiversity Lab.</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Building off Locate and Evaluate, compiled a direct operations and supply chain risk register with 32 risks and 13 opportunities, utilizing the company DMA,WWF Risk Filters, CBD Signatories, EPI Scores, WWF Deforestation Fronts and referencing six peers’ nature risk registers.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Delivered three commodity-specific financial impact models quantifying risks such as pollinator loss, soil degradation, and water scarcity, helping the client understand potential cost and revenue implications and informing future mitigation strategies.</a:t>
            </a:r>
          </a:p>
        </p:txBody>
      </p:sp>
      <p:sp>
        <p:nvSpPr>
          <p:cNvPr id="12" name="Text Placeholder 92">
            <a:extLst>
              <a:ext uri="{FF2B5EF4-FFF2-40B4-BE49-F238E27FC236}">
                <a16:creationId xmlns:a16="http://schemas.microsoft.com/office/drawing/2014/main" id="{B2FFEC2A-2A44-3584-28FB-CD8FF2B690AF}"/>
              </a:ext>
            </a:extLst>
          </p:cNvPr>
          <p:cNvSpPr txBox="1">
            <a:spLocks/>
          </p:cNvSpPr>
          <p:nvPr/>
        </p:nvSpPr>
        <p:spPr>
          <a:xfrm>
            <a:off x="483827" y="4546519"/>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F891CDE5-AE1F-5A1A-2A25-37805DD1EE20}"/>
              </a:ext>
            </a:extLst>
          </p:cNvPr>
          <p:cNvSpPr txBox="1">
            <a:spLocks/>
          </p:cNvSpPr>
          <p:nvPr/>
        </p:nvSpPr>
        <p:spPr>
          <a:xfrm>
            <a:off x="483827" y="4874871"/>
            <a:ext cx="10500519" cy="155448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Assess risk registers helped the client identify how current risk management practices are helping mitigate risks and to what extent, and what opportunities there are to build upon and incorporate risk management strategies to reduce nature risks in the supply chain and direct operations.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outputs of the supply chain analysis identified indicators such as KBAs, eutrophication and high-water use, these insights helped the client determine its highest risk commodities, and alternative sourcing locations.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financial impact modelling added further value by quantifying how nature-related changes (such as pollinator loss or water scarcity) will develop with a warming climate, and could affect sourcing costs, supporting strategic planning and resilience.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a:t>
            </a:r>
            <a:r>
              <a:rPr kumimoji="0" lang="en-US" sz="1000" b="0" i="0" u="none" strike="noStrike" kern="1200" cap="none" spc="0" normalizeH="0" baseline="0" noProof="0" dirty="0" err="1">
                <a:ln>
                  <a:noFill/>
                </a:ln>
                <a:solidFill>
                  <a:prstClr val="white"/>
                </a:solidFill>
                <a:effectLst/>
                <a:uLnTx/>
                <a:uFillTx/>
                <a:latin typeface="EYInterstate Light"/>
                <a:ea typeface="+mj-ea"/>
                <a:cs typeface="+mj-cs"/>
              </a:rPr>
              <a:t>CCaSS</a:t>
            </a: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 team collaborated with a colleague in the sustainable finance team to help the client quantify its nature risks, this individual had previous work experience at WWF. Additionally, the team worked with EY NAT to undertake the Locate and Evaluate assessment across direct operations and supply chain with the proprietary NAT tool.</a:t>
            </a:r>
          </a:p>
        </p:txBody>
      </p:sp>
      <p:sp>
        <p:nvSpPr>
          <p:cNvPr id="7" name="Slide Number Placeholder 5">
            <a:extLst>
              <a:ext uri="{FF2B5EF4-FFF2-40B4-BE49-F238E27FC236}">
                <a16:creationId xmlns:a16="http://schemas.microsoft.com/office/drawing/2014/main" id="{AE2EFBB7-F138-0461-D6CC-3BF857D97B1E}"/>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51</a:t>
            </a:fld>
            <a:endParaRPr/>
          </a:p>
        </p:txBody>
      </p:sp>
      <p:cxnSp>
        <p:nvCxnSpPr>
          <p:cNvPr id="15" name="Straight Connector 14">
            <a:extLst>
              <a:ext uri="{FF2B5EF4-FFF2-40B4-BE49-F238E27FC236}">
                <a16:creationId xmlns:a16="http://schemas.microsoft.com/office/drawing/2014/main" id="{51115D68-D4C5-E4EA-91A0-EF98FE2007E6}"/>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159A1F82-FA1F-A692-854D-2E1BC7FD2D0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8792511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E55520C-2E1E-C269-B4F0-C553F8E84D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7F9259-9AA1-8986-6817-33660A0D5BCC}"/>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D0DB1282-5CD2-95F1-19E7-2B57A3E9A814}"/>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4BB11BB7-42E3-7D07-9C98-4BCEE661937A}"/>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TESCO PLC</a:t>
            </a:r>
          </a:p>
        </p:txBody>
      </p:sp>
      <p:sp>
        <p:nvSpPr>
          <p:cNvPr id="37" name="Content Placeholder 2">
            <a:extLst>
              <a:ext uri="{FF2B5EF4-FFF2-40B4-BE49-F238E27FC236}">
                <a16:creationId xmlns:a16="http://schemas.microsoft.com/office/drawing/2014/main" id="{58B66454-5F0A-2AE2-6FD4-FFBDFA705137}"/>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C70DCE08-28F2-1B37-6647-FD9C34FAD85E}"/>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24 July 2024</a:t>
            </a:r>
          </a:p>
        </p:txBody>
      </p:sp>
      <p:sp>
        <p:nvSpPr>
          <p:cNvPr id="42" name="Content Placeholder 2">
            <a:extLst>
              <a:ext uri="{FF2B5EF4-FFF2-40B4-BE49-F238E27FC236}">
                <a16:creationId xmlns:a16="http://schemas.microsoft.com/office/drawing/2014/main" id="{9738B469-F987-F435-C653-C548A816D977}"/>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B01123A3-6021-A9FB-E33B-8E6F42897EC2}"/>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Michael Green</a:t>
            </a:r>
            <a:endParaRPr lang="en-IN" sz="1400" dirty="0">
              <a:solidFill>
                <a:schemeClr val="bg1"/>
              </a:solidFill>
            </a:endParaRPr>
          </a:p>
        </p:txBody>
      </p:sp>
      <p:sp>
        <p:nvSpPr>
          <p:cNvPr id="49" name="Content Placeholder 2">
            <a:extLst>
              <a:ext uri="{FF2B5EF4-FFF2-40B4-BE49-F238E27FC236}">
                <a16:creationId xmlns:a16="http://schemas.microsoft.com/office/drawing/2014/main" id="{8A9B2399-72E0-FD61-FF5B-22D57FF0FCB5}"/>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EBDF7DD4-30ED-C50A-EA75-66D49E88F346}"/>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https://discovercontent.ey.net/crd25105zy9rseu5</a:t>
            </a:r>
            <a:r>
              <a:rPr lang="en-US" sz="1400" dirty="0">
                <a:solidFill>
                  <a:schemeClr val="bg1"/>
                </a:solidFill>
              </a:rPr>
              <a:t>  </a:t>
            </a:r>
          </a:p>
        </p:txBody>
      </p:sp>
      <p:sp>
        <p:nvSpPr>
          <p:cNvPr id="55" name="Content Placeholder 2">
            <a:extLst>
              <a:ext uri="{FF2B5EF4-FFF2-40B4-BE49-F238E27FC236}">
                <a16:creationId xmlns:a16="http://schemas.microsoft.com/office/drawing/2014/main" id="{54D1508E-96D8-0357-F4F9-0E067FBA66AE}"/>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3B3BE607-8282-3D89-CA34-240D7C4F37A2}"/>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Assurance</a:t>
            </a:r>
          </a:p>
        </p:txBody>
      </p:sp>
      <p:sp>
        <p:nvSpPr>
          <p:cNvPr id="57" name="Content Placeholder 2">
            <a:extLst>
              <a:ext uri="{FF2B5EF4-FFF2-40B4-BE49-F238E27FC236}">
                <a16:creationId xmlns:a16="http://schemas.microsoft.com/office/drawing/2014/main" id="{9EFA46E2-0223-390E-E36D-5FEC8843E838}"/>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0EEB1C70-D3AC-34CC-2BBD-C0C512D5A24A}"/>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United Kingdom</a:t>
            </a:r>
          </a:p>
        </p:txBody>
      </p:sp>
      <p:cxnSp>
        <p:nvCxnSpPr>
          <p:cNvPr id="5" name="Straight Connector 4">
            <a:extLst>
              <a:ext uri="{FF2B5EF4-FFF2-40B4-BE49-F238E27FC236}">
                <a16:creationId xmlns:a16="http://schemas.microsoft.com/office/drawing/2014/main" id="{7CBC061B-CB97-9DD3-183A-7CF83166FBD4}"/>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9905E68-F0F0-B48F-B915-B79CB5AB163C}"/>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E79225F-056A-D466-26F1-51006A66DC97}"/>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EA170771-6D13-0A5A-382C-C2E689DC33D0}"/>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r>
              <a:rPr lang="en-IN" sz="1400" kern="0" dirty="0">
                <a:solidFill>
                  <a:schemeClr val="accent5"/>
                </a:solidFill>
                <a:latin typeface="EYInterstate Light"/>
              </a:rPr>
              <a:t>                                            </a:t>
            </a:r>
          </a:p>
        </p:txBody>
      </p:sp>
      <p:pic>
        <p:nvPicPr>
          <p:cNvPr id="2" name="Graphic 1">
            <a:hlinkClick r:id="rId5" action="ppaction://hlinksldjump"/>
            <a:extLst>
              <a:ext uri="{FF2B5EF4-FFF2-40B4-BE49-F238E27FC236}">
                <a16:creationId xmlns:a16="http://schemas.microsoft.com/office/drawing/2014/main" id="{D47903EE-217F-D2BD-6D7B-E3FB983509D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ED738C9B-103D-EA9F-BF3B-D03A44A342ED}"/>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52</a:t>
            </a:fld>
            <a:endParaRPr lang="en-US"/>
          </a:p>
        </p:txBody>
      </p:sp>
      <p:sp>
        <p:nvSpPr>
          <p:cNvPr id="7" name="TextBox 6">
            <a:extLst>
              <a:ext uri="{FF2B5EF4-FFF2-40B4-BE49-F238E27FC236}">
                <a16:creationId xmlns:a16="http://schemas.microsoft.com/office/drawing/2014/main" id="{1F6DC0BB-D4E5-9974-693E-5F0373AA6EE7}"/>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1488344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9FBDF-5AD3-ADC9-4E7B-D193BF2799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4CE4-5145-8402-2B70-D331DF1E886E}"/>
              </a:ext>
            </a:extLst>
          </p:cNvPr>
          <p:cNvSpPr>
            <a:spLocks noGrp="1"/>
          </p:cNvSpPr>
          <p:nvPr>
            <p:ph type="title"/>
          </p:nvPr>
        </p:nvSpPr>
        <p:spPr>
          <a:xfrm>
            <a:off x="485523" y="87782"/>
            <a:ext cx="11224347" cy="470898"/>
          </a:xfrm>
        </p:spPr>
        <p:txBody>
          <a:bodyPr/>
          <a:lstStyle/>
          <a:p>
            <a:r>
              <a:rPr lang="en-IN" sz="3200" dirty="0">
                <a:solidFill>
                  <a:schemeClr val="bg1"/>
                </a:solidFill>
              </a:rPr>
              <a:t>Efficient Supply Chain Ecosystem Transformation for Large Product</a:t>
            </a:r>
          </a:p>
        </p:txBody>
      </p:sp>
      <p:sp>
        <p:nvSpPr>
          <p:cNvPr id="6" name="Text Placeholder 92">
            <a:extLst>
              <a:ext uri="{FF2B5EF4-FFF2-40B4-BE49-F238E27FC236}">
                <a16:creationId xmlns:a16="http://schemas.microsoft.com/office/drawing/2014/main" id="{6BF54AF1-6B44-0BDF-6F6D-7321E3C9F10F}"/>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382EB614-F48F-E7AB-A8D4-8FDBD3A0EF1D}"/>
              </a:ext>
            </a:extLst>
          </p:cNvPr>
          <p:cNvSpPr txBox="1">
            <a:spLocks/>
          </p:cNvSpPr>
          <p:nvPr/>
        </p:nvSpPr>
        <p:spPr>
          <a:xfrm>
            <a:off x="485523" y="1373733"/>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wanted to transform their Supply Chain network focusing on big &amp; bulky products to reimagine a more efficient supply chain ecosystem inclusive of operational, physical footprint, inventory flows and network echelons to significantly reduce their supply chain costs.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B7387592-3B72-C12E-81D9-6BBEFAE4958E}"/>
              </a:ext>
            </a:extLst>
          </p:cNvPr>
          <p:cNvSpPr txBox="1">
            <a:spLocks/>
          </p:cNvSpPr>
          <p:nvPr/>
        </p:nvSpPr>
        <p:spPr>
          <a:xfrm>
            <a:off x="483827" y="2925412"/>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DC047F2B-4A2F-5587-B9A6-394F518B127A}"/>
              </a:ext>
            </a:extLst>
          </p:cNvPr>
          <p:cNvSpPr txBox="1">
            <a:spLocks/>
          </p:cNvSpPr>
          <p:nvPr/>
        </p:nvSpPr>
        <p:spPr>
          <a:xfrm>
            <a:off x="483827" y="3253765"/>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teamed with the client to identify opportunities for near term wins for cost and inventory reduction, while designing a future state network that would be implemented in the longer term. While identifying these opportunities, EY’s transformation and program management specialists design a multi-phase approach to execute the transformation and the governance and processes needed to make it a success.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Developed baseline and future state model of the ~1,000 stores and 12k LP SKUs; compared 4 network scenarios with significant change implications.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Identified the cash release and margin improvement potential needed to create a self-funding program through improvements in inventory, warehousing, and transportation processes. Established program governance and activation plan to enable a successful launch.</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E650827F-AA65-5957-6784-9EA745C80C1F}"/>
              </a:ext>
            </a:extLst>
          </p:cNvPr>
          <p:cNvSpPr txBox="1">
            <a:spLocks/>
          </p:cNvSpPr>
          <p:nvPr/>
        </p:nvSpPr>
        <p:spPr>
          <a:xfrm>
            <a:off x="483827" y="4688156"/>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FF7F7944-0275-4EC2-D5AE-2B3A4F379CD7}"/>
              </a:ext>
            </a:extLst>
          </p:cNvPr>
          <p:cNvSpPr txBox="1">
            <a:spLocks/>
          </p:cNvSpPr>
          <p:nvPr/>
        </p:nvSpPr>
        <p:spPr>
          <a:xfrm>
            <a:off x="483827" y="5016508"/>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helped the client to:</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90%+ of demand to be serviced within 3 days via optimized fulfillment network.</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~$70M reduction in warehouse and transportation costs via streamlined network.</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~$175M working capital takeout via consolidation of slow movers and delayed reservation of sales orders, outside of network implementation.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181D5E62-9BA8-E0D0-B6AB-5155F1433EB8}"/>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53</a:t>
            </a:fld>
            <a:endParaRPr/>
          </a:p>
        </p:txBody>
      </p:sp>
      <p:cxnSp>
        <p:nvCxnSpPr>
          <p:cNvPr id="15" name="Straight Connector 14">
            <a:extLst>
              <a:ext uri="{FF2B5EF4-FFF2-40B4-BE49-F238E27FC236}">
                <a16:creationId xmlns:a16="http://schemas.microsoft.com/office/drawing/2014/main" id="{9B0B7FE8-7C40-C88C-E0C3-F059B422DBAA}"/>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0B1AEA7C-9C1A-7F85-C0F4-56F1A57921E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9870827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B557E818-D7F6-4424-78FA-A2761917DC9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55E1ED1-930D-A8A7-0DFA-AEED21EB0834}"/>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746F026B-7541-0EAF-5A40-AE80711B0CBD}"/>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C4FFABC1-A316-6403-1AFB-BED24C3CD2E8}"/>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prstClr val="white"/>
                </a:solidFill>
                <a:latin typeface="EYInterstate Light" panose="02000506000000020004" pitchFamily="2" charset="0"/>
              </a:rPr>
              <a:t>Best Buy Co., Inc.</a:t>
            </a:r>
            <a:endParaRPr lang="en-IN" sz="1400" dirty="0">
              <a:solidFill>
                <a:schemeClr val="bg1"/>
              </a:solidFill>
            </a:endParaRPr>
          </a:p>
        </p:txBody>
      </p:sp>
      <p:sp>
        <p:nvSpPr>
          <p:cNvPr id="37" name="Content Placeholder 2">
            <a:extLst>
              <a:ext uri="{FF2B5EF4-FFF2-40B4-BE49-F238E27FC236}">
                <a16:creationId xmlns:a16="http://schemas.microsoft.com/office/drawing/2014/main" id="{4D720D9D-E6D6-5981-CF4C-49A53A9B961F}"/>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43BAD9E7-E2F6-AD1D-33E0-109931AF09D5}"/>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15 June 2023</a:t>
            </a:r>
          </a:p>
        </p:txBody>
      </p:sp>
      <p:sp>
        <p:nvSpPr>
          <p:cNvPr id="42" name="Content Placeholder 2">
            <a:extLst>
              <a:ext uri="{FF2B5EF4-FFF2-40B4-BE49-F238E27FC236}">
                <a16:creationId xmlns:a16="http://schemas.microsoft.com/office/drawing/2014/main" id="{5ADA332A-6635-6252-3322-4D2B62C2DFD3}"/>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6903A9D4-5672-8BBB-2E5A-295796A901EC}"/>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prstClr val="white"/>
                </a:solidFill>
                <a:latin typeface="EYInterstate Light" panose="02000506000000020004" pitchFamily="2" charset="0"/>
                <a:hlinkClick r:id="rId3"/>
              </a:rPr>
              <a:t>Yei S Kim</a:t>
            </a:r>
            <a:endParaRPr lang="en-IN" sz="1400" dirty="0">
              <a:solidFill>
                <a:schemeClr val="bg1"/>
              </a:solidFill>
            </a:endParaRPr>
          </a:p>
        </p:txBody>
      </p:sp>
      <p:sp>
        <p:nvSpPr>
          <p:cNvPr id="49" name="Content Placeholder 2">
            <a:extLst>
              <a:ext uri="{FF2B5EF4-FFF2-40B4-BE49-F238E27FC236}">
                <a16:creationId xmlns:a16="http://schemas.microsoft.com/office/drawing/2014/main" id="{83B85713-3C0A-9D1F-2F79-C9F27DC754BB}"/>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CDA23EEF-B2D5-2BFC-ED8B-75FF6F3B2A49}"/>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https://discovercontent.ey.net/crd24061c2s4t8xf</a:t>
            </a:r>
            <a:r>
              <a:rPr lang="en-US" sz="1400" dirty="0">
                <a:solidFill>
                  <a:schemeClr val="bg1"/>
                </a:solidFill>
              </a:rPr>
              <a:t> </a:t>
            </a:r>
          </a:p>
        </p:txBody>
      </p:sp>
      <p:sp>
        <p:nvSpPr>
          <p:cNvPr id="55" name="Content Placeholder 2">
            <a:extLst>
              <a:ext uri="{FF2B5EF4-FFF2-40B4-BE49-F238E27FC236}">
                <a16:creationId xmlns:a16="http://schemas.microsoft.com/office/drawing/2014/main" id="{DC93FC95-B75A-C4A7-6610-BD315E41E4E4}"/>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493C551F-B3AB-0A2D-6444-C4541C23BDED}"/>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ECF0A651-CB17-A701-5CA1-172323384E05}"/>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49D73065-D578-2CD9-E189-FDEC0F1EBDC7}"/>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Canada &amp; USLI</a:t>
            </a:r>
          </a:p>
        </p:txBody>
      </p:sp>
      <p:cxnSp>
        <p:nvCxnSpPr>
          <p:cNvPr id="5" name="Straight Connector 4">
            <a:extLst>
              <a:ext uri="{FF2B5EF4-FFF2-40B4-BE49-F238E27FC236}">
                <a16:creationId xmlns:a16="http://schemas.microsoft.com/office/drawing/2014/main" id="{933DEB93-1654-C20A-5E22-166F415CFE59}"/>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3E6C3B1-E3FF-52D1-F000-723DFC01ED4E}"/>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F47C148-4765-A142-3E0B-4D14C0DD04B3}"/>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3F044122-6AB5-F604-73C7-C511D17965F9}"/>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r>
              <a:rPr lang="en-IN" sz="1400" kern="0" dirty="0">
                <a:solidFill>
                  <a:schemeClr val="accent5"/>
                </a:solidFill>
                <a:latin typeface="EYInterstate Light"/>
              </a:rPr>
              <a:t>                                            </a:t>
            </a:r>
          </a:p>
        </p:txBody>
      </p:sp>
      <p:pic>
        <p:nvPicPr>
          <p:cNvPr id="2" name="Graphic 1">
            <a:hlinkClick r:id="rId5" action="ppaction://hlinksldjump"/>
            <a:extLst>
              <a:ext uri="{FF2B5EF4-FFF2-40B4-BE49-F238E27FC236}">
                <a16:creationId xmlns:a16="http://schemas.microsoft.com/office/drawing/2014/main" id="{3BBFA4A0-1ECA-D5CD-19B8-AFE62477BAB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9CA68A62-2D27-4EF0-F514-79DE9E26FC98}"/>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54</a:t>
            </a:fld>
            <a:endParaRPr lang="en-US"/>
          </a:p>
        </p:txBody>
      </p:sp>
      <p:sp>
        <p:nvSpPr>
          <p:cNvPr id="7" name="TextBox 6">
            <a:extLst>
              <a:ext uri="{FF2B5EF4-FFF2-40B4-BE49-F238E27FC236}">
                <a16:creationId xmlns:a16="http://schemas.microsoft.com/office/drawing/2014/main" id="{4348B7C6-68FD-3518-8750-6C0A39C99553}"/>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1757974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061A1-B95F-661D-1DEF-944C5AF54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B5EC8-B2B0-F9C4-0598-0C5A97B04235}"/>
              </a:ext>
            </a:extLst>
          </p:cNvPr>
          <p:cNvSpPr>
            <a:spLocks noGrp="1"/>
          </p:cNvSpPr>
          <p:nvPr>
            <p:ph type="title"/>
          </p:nvPr>
        </p:nvSpPr>
        <p:spPr/>
        <p:txBody>
          <a:bodyPr/>
          <a:lstStyle/>
          <a:p>
            <a:r>
              <a:rPr lang="en-IN" sz="3200" dirty="0">
                <a:solidFill>
                  <a:schemeClr val="bg1"/>
                </a:solidFill>
              </a:rPr>
              <a:t>Stock alignment solution implementation</a:t>
            </a:r>
          </a:p>
        </p:txBody>
      </p:sp>
      <p:sp>
        <p:nvSpPr>
          <p:cNvPr id="6" name="Text Placeholder 92">
            <a:extLst>
              <a:ext uri="{FF2B5EF4-FFF2-40B4-BE49-F238E27FC236}">
                <a16:creationId xmlns:a16="http://schemas.microsoft.com/office/drawing/2014/main" id="{6EC48FF8-151B-7D40-89BE-FE17AB5A68FA}"/>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92DF36BC-2C5E-8DB0-E4C6-35CE957512EE}"/>
              </a:ext>
            </a:extLst>
          </p:cNvPr>
          <p:cNvSpPr txBox="1">
            <a:spLocks/>
          </p:cNvSpPr>
          <p:nvPr/>
        </p:nvSpPr>
        <p:spPr>
          <a:xfrm>
            <a:off x="485523" y="1373733"/>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had identified a need for a quick and easily accessible view to track inventory throughout the supply chain for all sales channels, since the client’s current solution was not meeting the needs.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requirement of the solution was to enable the client to get a global overview as well as insights regarding detailed trends and KPIs on specific markets.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had performed a pre-study which included a current state data assessment and identifying already available data platforms that were suitable for the solution as well as a detailed implementation plan. </a:t>
            </a:r>
          </a:p>
        </p:txBody>
      </p:sp>
      <p:sp>
        <p:nvSpPr>
          <p:cNvPr id="9" name="Text Placeholder 92">
            <a:extLst>
              <a:ext uri="{FF2B5EF4-FFF2-40B4-BE49-F238E27FC236}">
                <a16:creationId xmlns:a16="http://schemas.microsoft.com/office/drawing/2014/main" id="{B0E3B3F3-8BC4-DAF8-743D-B2F8FD50BFD0}"/>
              </a:ext>
            </a:extLst>
          </p:cNvPr>
          <p:cNvSpPr txBox="1">
            <a:spLocks/>
          </p:cNvSpPr>
          <p:nvPr/>
        </p:nvSpPr>
        <p:spPr>
          <a:xfrm>
            <a:off x="483827" y="2925412"/>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22F4C180-AFCE-3424-80E5-71B4FF30FE41}"/>
              </a:ext>
            </a:extLst>
          </p:cNvPr>
          <p:cNvSpPr txBox="1">
            <a:spLocks/>
          </p:cNvSpPr>
          <p:nvPr/>
        </p:nvSpPr>
        <p:spPr>
          <a:xfrm>
            <a:off x="483827" y="3253765"/>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EY’s Role &amp; Services provided: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led the implementation phase of creating a common view of the current stock. The team created a dashboard in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PowerBI</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that integrated stock data from the entire supply chain which provided a detailed overview of the current stock for number of pieces in stock.</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also led the assessment of business and technical requirements for implementing the value of stock in local, company and purchase currency. This was done by conducting multiple interviews and  workshops with multiple stakeholders.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project was delivered to the CFO, Head of Accounting, and Head of Controlling.</a:t>
            </a:r>
          </a:p>
        </p:txBody>
      </p:sp>
      <p:sp>
        <p:nvSpPr>
          <p:cNvPr id="12" name="Text Placeholder 92">
            <a:extLst>
              <a:ext uri="{FF2B5EF4-FFF2-40B4-BE49-F238E27FC236}">
                <a16:creationId xmlns:a16="http://schemas.microsoft.com/office/drawing/2014/main" id="{C57AF6F8-D88C-0328-2968-497D0DFD9B16}"/>
              </a:ext>
            </a:extLst>
          </p:cNvPr>
          <p:cNvSpPr txBox="1">
            <a:spLocks/>
          </p:cNvSpPr>
          <p:nvPr/>
        </p:nvSpPr>
        <p:spPr>
          <a:xfrm>
            <a:off x="483827" y="4688156"/>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030EF9D8-F48A-AC92-675C-704AC4EE1917}"/>
              </a:ext>
            </a:extLst>
          </p:cNvPr>
          <p:cNvSpPr txBox="1">
            <a:spLocks/>
          </p:cNvSpPr>
          <p:nvPr/>
        </p:nvSpPr>
        <p:spPr>
          <a:xfrm>
            <a:off x="483827" y="5016508"/>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Supported the client with setting detailed business and technical requirements.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Proof of concept and later on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PowerBI</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report showing a common view of stock (both number of items and the value of stock).</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Developed KPIs to provide insight into trends and composition of inventory across all markets and the supply chain.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Collaborated with the client’s technical team to integrate new data flows in their big data platform.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Built several ETL pipelines in the client’s cloud environment to populate the end report.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Data validation to ensure high quality output that was explainable for different departments.</a:t>
            </a:r>
          </a:p>
        </p:txBody>
      </p:sp>
      <p:sp>
        <p:nvSpPr>
          <p:cNvPr id="7" name="Slide Number Placeholder 5">
            <a:extLst>
              <a:ext uri="{FF2B5EF4-FFF2-40B4-BE49-F238E27FC236}">
                <a16:creationId xmlns:a16="http://schemas.microsoft.com/office/drawing/2014/main" id="{A73C3796-D941-F72C-965E-A26E2191500C}"/>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55</a:t>
            </a:fld>
            <a:endParaRPr/>
          </a:p>
        </p:txBody>
      </p:sp>
      <p:cxnSp>
        <p:nvCxnSpPr>
          <p:cNvPr id="15" name="Straight Connector 14">
            <a:extLst>
              <a:ext uri="{FF2B5EF4-FFF2-40B4-BE49-F238E27FC236}">
                <a16:creationId xmlns:a16="http://schemas.microsoft.com/office/drawing/2014/main" id="{CDEF612A-2F3B-9E83-1433-31BA68700C72}"/>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574CC05E-9880-A1F9-2F84-82BDA701082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23238734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5AEDFCD-B293-104C-B103-6D456582235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C1C22F-C39E-7825-DEB0-77325E2F7970}"/>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4DB8E270-6D69-E408-1F64-0BBF5632E358}"/>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780E2342-5A6B-EC50-DB14-3ECF9E57CFFF}"/>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26300761-8E96-DEC5-CFD9-24BA58FB4591}"/>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33BC847F-0965-4179-F3FB-10ECCF7421B3}"/>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2022*</a:t>
            </a:r>
          </a:p>
        </p:txBody>
      </p:sp>
      <p:sp>
        <p:nvSpPr>
          <p:cNvPr id="42" name="Content Placeholder 2">
            <a:extLst>
              <a:ext uri="{FF2B5EF4-FFF2-40B4-BE49-F238E27FC236}">
                <a16:creationId xmlns:a16="http://schemas.microsoft.com/office/drawing/2014/main" id="{B141FD91-CCDA-4345-ACDE-F63D02346422}"/>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6A024962-ECB0-2C84-F795-260BED7FDF5D}"/>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Malin Andrée</a:t>
            </a:r>
            <a:endParaRPr lang="en-IN" sz="1400" dirty="0">
              <a:solidFill>
                <a:schemeClr val="bg1"/>
              </a:solidFill>
            </a:endParaRPr>
          </a:p>
        </p:txBody>
      </p:sp>
      <p:sp>
        <p:nvSpPr>
          <p:cNvPr id="49" name="Content Placeholder 2">
            <a:extLst>
              <a:ext uri="{FF2B5EF4-FFF2-40B4-BE49-F238E27FC236}">
                <a16:creationId xmlns:a16="http://schemas.microsoft.com/office/drawing/2014/main" id="{C4483B40-0F6E-87A2-191D-3F99C7E16234}"/>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CF04C26D-62EA-7DF0-2B20-BD3A4820D294}"/>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p:txBody>
      </p:sp>
      <p:sp>
        <p:nvSpPr>
          <p:cNvPr id="55" name="Content Placeholder 2">
            <a:extLst>
              <a:ext uri="{FF2B5EF4-FFF2-40B4-BE49-F238E27FC236}">
                <a16:creationId xmlns:a16="http://schemas.microsoft.com/office/drawing/2014/main" id="{B74C703D-AA06-4CFD-1A01-42D79E0FDD41}"/>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9D13CAA1-AE89-A575-CE84-0BDE5A9BF994}"/>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1BCBEBE3-DE07-D053-717E-929B927CD8EA}"/>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33C8B53A-86AD-3765-FE86-59F3AB2ABA23}"/>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Europe Central</a:t>
            </a:r>
          </a:p>
        </p:txBody>
      </p:sp>
      <p:cxnSp>
        <p:nvCxnSpPr>
          <p:cNvPr id="5" name="Straight Connector 4">
            <a:extLst>
              <a:ext uri="{FF2B5EF4-FFF2-40B4-BE49-F238E27FC236}">
                <a16:creationId xmlns:a16="http://schemas.microsoft.com/office/drawing/2014/main" id="{22221D49-3817-3832-F502-5F42A0BC2010}"/>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B7BAB8C7-40EA-2299-FCA6-98F6E36B767E}"/>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8DC7BCF-CAA1-26C3-BFC5-A88392BB4436}"/>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AB6242DF-A0B7-2BA8-5A53-3570473FD362}"/>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r>
              <a:rPr lang="en-IN" sz="1400" kern="0" dirty="0">
                <a:solidFill>
                  <a:schemeClr val="accent5"/>
                </a:solidFill>
                <a:latin typeface="EYInterstate Light"/>
              </a:rPr>
              <a:t>                                            </a:t>
            </a:r>
          </a:p>
        </p:txBody>
      </p:sp>
      <p:pic>
        <p:nvPicPr>
          <p:cNvPr id="2" name="Graphic 1">
            <a:hlinkClick r:id="rId4" action="ppaction://hlinksldjump"/>
            <a:extLst>
              <a:ext uri="{FF2B5EF4-FFF2-40B4-BE49-F238E27FC236}">
                <a16:creationId xmlns:a16="http://schemas.microsoft.com/office/drawing/2014/main" id="{745920A8-AC7E-3235-BD83-93C5C2572E3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969B721C-F9FD-7FE4-C5C0-C55851AD7628}"/>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56</a:t>
            </a:fld>
            <a:endParaRPr lang="en-US"/>
          </a:p>
        </p:txBody>
      </p:sp>
      <p:sp>
        <p:nvSpPr>
          <p:cNvPr id="7" name="TextBox 6">
            <a:extLst>
              <a:ext uri="{FF2B5EF4-FFF2-40B4-BE49-F238E27FC236}">
                <a16:creationId xmlns:a16="http://schemas.microsoft.com/office/drawing/2014/main" id="{21C04287-1907-EE05-4ACC-4C9E9B1E9E90}"/>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
        <p:nvSpPr>
          <p:cNvPr id="10" name="TextBox 9">
            <a:extLst>
              <a:ext uri="{FF2B5EF4-FFF2-40B4-BE49-F238E27FC236}">
                <a16:creationId xmlns:a16="http://schemas.microsoft.com/office/drawing/2014/main" id="{6279E17B-142A-6CE1-4A6A-F21391809A20}"/>
              </a:ext>
            </a:extLst>
          </p:cNvPr>
          <p:cNvSpPr txBox="1"/>
          <p:nvPr/>
        </p:nvSpPr>
        <p:spPr>
          <a:xfrm>
            <a:off x="6566169" y="6649440"/>
            <a:ext cx="5303520" cy="161583"/>
          </a:xfrm>
          <a:prstGeom prst="rect">
            <a:avLst/>
          </a:prstGeom>
          <a:noFill/>
        </p:spPr>
        <p:txBody>
          <a:bodyPr wrap="square" lIns="0" tIns="36576" rIns="0" bIns="0" rtlCol="0" anchor="t">
            <a:spAutoFit/>
          </a:bodyPr>
          <a:lstStyle/>
          <a:p>
            <a:pPr>
              <a:lnSpc>
                <a:spcPct val="90000"/>
              </a:lnSpc>
              <a:spcBef>
                <a:spcPts val="400"/>
              </a:spcBef>
              <a:spcAft>
                <a:spcPts val="400"/>
              </a:spcAft>
              <a:buClr>
                <a:schemeClr val="tx2"/>
              </a:buClr>
              <a:buSzPct val="100000"/>
            </a:pPr>
            <a:r>
              <a:rPr lang="en-US" sz="900" dirty="0">
                <a:solidFill>
                  <a:schemeClr val="bg1"/>
                </a:solidFill>
              </a:rPr>
              <a:t>*Dates marked as 2022 denote pre‑2023 engagements where exact dates were not available.</a:t>
            </a:r>
          </a:p>
        </p:txBody>
      </p:sp>
    </p:spTree>
    <p:extLst>
      <p:ext uri="{BB962C8B-B14F-4D97-AF65-F5344CB8AC3E}">
        <p14:creationId xmlns:p14="http://schemas.microsoft.com/office/powerpoint/2010/main" val="10953804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AB67E-2F29-DD40-D86C-0C2C5245910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6DE7275-ECE7-8FC5-7C9F-F679C182F3A3}"/>
              </a:ext>
            </a:extLst>
          </p:cNvPr>
          <p:cNvSpPr>
            <a:spLocks noGrp="1"/>
          </p:cNvSpPr>
          <p:nvPr>
            <p:ph type="title"/>
          </p:nvPr>
        </p:nvSpPr>
        <p:spPr/>
        <p:txBody>
          <a:bodyPr/>
          <a:lstStyle/>
          <a:p>
            <a:r>
              <a:rPr lang="en-US" dirty="0"/>
              <a:t>AI &amp; Technology Transformation</a:t>
            </a:r>
          </a:p>
        </p:txBody>
      </p:sp>
      <p:sp>
        <p:nvSpPr>
          <p:cNvPr id="3" name="Slide Number Placeholder 5">
            <a:extLst>
              <a:ext uri="{FF2B5EF4-FFF2-40B4-BE49-F238E27FC236}">
                <a16:creationId xmlns:a16="http://schemas.microsoft.com/office/drawing/2014/main" id="{ACFC019D-A9B2-CB0D-93AC-F2D324CF72C2}"/>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smtClean="0"/>
              <a:pPr/>
              <a:t>57</a:t>
            </a:fld>
            <a:endParaRPr/>
          </a:p>
        </p:txBody>
      </p:sp>
    </p:spTree>
    <p:extLst>
      <p:ext uri="{BB962C8B-B14F-4D97-AF65-F5344CB8AC3E}">
        <p14:creationId xmlns:p14="http://schemas.microsoft.com/office/powerpoint/2010/main" val="39019538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56AA7-6D2C-7FF9-2F93-1C4C6975AD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41664-6F52-E2BB-DCB4-74A8E451035D}"/>
              </a:ext>
            </a:extLst>
          </p:cNvPr>
          <p:cNvSpPr>
            <a:spLocks noGrp="1"/>
          </p:cNvSpPr>
          <p:nvPr>
            <p:ph type="title"/>
          </p:nvPr>
        </p:nvSpPr>
        <p:spPr>
          <a:xfrm>
            <a:off x="485523" y="87782"/>
            <a:ext cx="11224347" cy="470898"/>
          </a:xfrm>
        </p:spPr>
        <p:txBody>
          <a:bodyPr/>
          <a:lstStyle/>
          <a:p>
            <a:r>
              <a:rPr lang="en-US" sz="3200" dirty="0">
                <a:solidFill>
                  <a:schemeClr val="bg1"/>
                </a:solidFill>
              </a:rPr>
              <a:t>Implementation of D365 Finance and Supply Chain Management</a:t>
            </a:r>
            <a:endParaRPr lang="en-IN" sz="3200" dirty="0">
              <a:solidFill>
                <a:schemeClr val="bg1"/>
              </a:solidFill>
            </a:endParaRPr>
          </a:p>
        </p:txBody>
      </p:sp>
      <p:sp>
        <p:nvSpPr>
          <p:cNvPr id="6" name="Text Placeholder 92">
            <a:extLst>
              <a:ext uri="{FF2B5EF4-FFF2-40B4-BE49-F238E27FC236}">
                <a16:creationId xmlns:a16="http://schemas.microsoft.com/office/drawing/2014/main" id="{75DFF711-0A88-521A-C861-562E7C919BBD}"/>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15E89BA8-8BDC-787B-A1BC-A78C365BD112}"/>
              </a:ext>
            </a:extLst>
          </p:cNvPr>
          <p:cNvSpPr txBox="1">
            <a:spLocks/>
          </p:cNvSpPr>
          <p:nvPr/>
        </p:nvSpPr>
        <p:spPr>
          <a:xfrm>
            <a:off x="485523" y="1373733"/>
            <a:ext cx="10500519" cy="155448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had a legacy ERP platform that were hampering the agility of the business and were about to go out of support​.</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decided to replace their legacy Microsoft on-prem ERP with a modern Microsoft D365 solution to improve their efficiency and flexibility within finance, sales and supply chain management.</a:t>
            </a:r>
            <a:br>
              <a:rPr kumimoji="0" lang="en-US" sz="1100" b="0" i="0" u="none" strike="noStrike" kern="1200" cap="none" spc="0" normalizeH="0" baseline="0" noProof="0" dirty="0">
                <a:ln>
                  <a:noFill/>
                </a:ln>
                <a:solidFill>
                  <a:prstClr val="white"/>
                </a:solidFill>
                <a:effectLst/>
                <a:uLnTx/>
                <a:uFillTx/>
                <a:latin typeface="EYInterstate Light"/>
                <a:ea typeface="+mj-ea"/>
                <a:cs typeface="+mj-cs"/>
              </a:rPr>
            </a:b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There were several related projects going on within PIM, Integration Platform (AIS), new 3PL and other areas that needed to be aligned and coordinated.</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C62C32AD-5DE9-B4BD-13E1-098784B89A30}"/>
              </a:ext>
            </a:extLst>
          </p:cNvPr>
          <p:cNvSpPr txBox="1">
            <a:spLocks/>
          </p:cNvSpPr>
          <p:nvPr/>
        </p:nvSpPr>
        <p:spPr>
          <a:xfrm>
            <a:off x="483827" y="303242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1AE8C0C1-DC46-E5D6-7059-BB26FCB377D7}"/>
              </a:ext>
            </a:extLst>
          </p:cNvPr>
          <p:cNvSpPr txBox="1">
            <a:spLocks/>
          </p:cNvSpPr>
          <p:nvPr/>
        </p:nvSpPr>
        <p:spPr>
          <a:xfrm>
            <a:off x="483827" y="3360773"/>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were one of two main partners to the Client in this project and together EY managed to plan, deliver and release a solution that covers a wide array of requirements within B2C, B2B, store operations, e-Commerce.​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Due to external factors during the project, the client had to force an earlier go-live than planned which added another complexity to the challenge.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Implementation of D365 F&amp;SCM, Power BI, Azure Cloud Services, Azure DevOps and many other applications/tools in the Microsoft portfolio along with best-of-breed products such as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Riversand</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PIM​.</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9F79F617-DFA6-D45C-63FB-6FAE4E44401B}"/>
              </a:ext>
            </a:extLst>
          </p:cNvPr>
          <p:cNvSpPr txBox="1">
            <a:spLocks/>
          </p:cNvSpPr>
          <p:nvPr/>
        </p:nvSpPr>
        <p:spPr>
          <a:xfrm>
            <a:off x="483827" y="4629788"/>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74BC559D-8D7C-1155-4A75-8D64E3790060}"/>
              </a:ext>
            </a:extLst>
          </p:cNvPr>
          <p:cNvSpPr txBox="1">
            <a:spLocks/>
          </p:cNvSpPr>
          <p:nvPr/>
        </p:nvSpPr>
        <p:spPr>
          <a:xfrm>
            <a:off x="483827" y="4958140"/>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now has a modern cloud-based ERP that is scalable, secure, rich in functionality and well integrated with surrounding systems.​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More standardized processes and control over the daily operations​.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Automated processes and correct data that flows within the platform and to the related integrations​.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Extensive business intelligence platform and visibility across processes and functions​.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More efficient ways of working within the Client’s P2P, R2P and O2C operations​.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Manually handled processes were automated, which enabled employees to focus on improvements and quality enhancements​.</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53469A12-2919-E41A-EBB7-23517E31B003}"/>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58</a:t>
            </a:fld>
            <a:endParaRPr/>
          </a:p>
        </p:txBody>
      </p:sp>
      <p:cxnSp>
        <p:nvCxnSpPr>
          <p:cNvPr id="15" name="Straight Connector 14">
            <a:extLst>
              <a:ext uri="{FF2B5EF4-FFF2-40B4-BE49-F238E27FC236}">
                <a16:creationId xmlns:a16="http://schemas.microsoft.com/office/drawing/2014/main" id="{C2ECF695-BAC8-57BE-370A-1D7A3BB91370}"/>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96B567D2-4B1E-47A2-1FBB-25A0888E59A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0146172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EB44FCC-CDEA-B432-5582-694CA2EDEA3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CC8FA2-CB6F-8F83-DB50-0423760326A0}"/>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9A8854C7-CDCF-712F-EBB8-B8C51F07D769}"/>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3216E469-E2B3-FD6D-3F5F-60EDDA306A2B}"/>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C4E657FB-C85D-5FAD-059E-5BDDB06F495C}"/>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0DE3FCBE-DC07-98AE-C026-1FCA31613223}"/>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22 June 2022</a:t>
            </a:r>
          </a:p>
        </p:txBody>
      </p:sp>
      <p:sp>
        <p:nvSpPr>
          <p:cNvPr id="42" name="Content Placeholder 2">
            <a:extLst>
              <a:ext uri="{FF2B5EF4-FFF2-40B4-BE49-F238E27FC236}">
                <a16:creationId xmlns:a16="http://schemas.microsoft.com/office/drawing/2014/main" id="{4FC28A93-7428-9FB1-5053-7189A94F0D8B}"/>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940A5963-A7FC-A40C-CBB7-9F7A313C3CB3}"/>
              </a:ext>
            </a:extLst>
          </p:cNvPr>
          <p:cNvSpPr txBox="1">
            <a:spLocks/>
          </p:cNvSpPr>
          <p:nvPr/>
        </p:nvSpPr>
        <p:spPr>
          <a:xfrm>
            <a:off x="512402" y="3047147"/>
            <a:ext cx="3131945" cy="46665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kern="1200" dirty="0">
                <a:solidFill>
                  <a:srgbClr val="FFFFFF"/>
                </a:solidFill>
                <a:hlinkClick r:id="rId3"/>
              </a:rPr>
              <a:t>Olef Akesson</a:t>
            </a:r>
            <a:endParaRPr lang="en-IN" sz="1400" dirty="0">
              <a:solidFill>
                <a:schemeClr val="bg1"/>
              </a:solidFill>
            </a:endParaRPr>
          </a:p>
        </p:txBody>
      </p:sp>
      <p:sp>
        <p:nvSpPr>
          <p:cNvPr id="49" name="Content Placeholder 2">
            <a:extLst>
              <a:ext uri="{FF2B5EF4-FFF2-40B4-BE49-F238E27FC236}">
                <a16:creationId xmlns:a16="http://schemas.microsoft.com/office/drawing/2014/main" id="{8CFEA0D5-E863-BCCB-7C82-8A87A4BEA862}"/>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E0DA0A71-238C-A766-C73E-F67A0D7D4B51}"/>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https://discovercontent.ey.net/crd25114esg1p3k6</a:t>
            </a:r>
            <a:r>
              <a:rPr lang="en-US" sz="1400" dirty="0">
                <a:solidFill>
                  <a:schemeClr val="bg1"/>
                </a:solidFill>
              </a:rPr>
              <a:t> </a:t>
            </a:r>
          </a:p>
        </p:txBody>
      </p:sp>
      <p:sp>
        <p:nvSpPr>
          <p:cNvPr id="55" name="Content Placeholder 2">
            <a:extLst>
              <a:ext uri="{FF2B5EF4-FFF2-40B4-BE49-F238E27FC236}">
                <a16:creationId xmlns:a16="http://schemas.microsoft.com/office/drawing/2014/main" id="{3531F26C-3723-BEC1-07C2-AB278ABF3F2B}"/>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B147527A-3874-6B16-2B14-BCFFB0FDDE1D}"/>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713FAB7A-C35B-02A0-C9AA-7C7B56CFAC0F}"/>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372D9AF5-A86C-5ED3-0E91-333B67403478}"/>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Sweden</a:t>
            </a:r>
          </a:p>
        </p:txBody>
      </p:sp>
      <p:cxnSp>
        <p:nvCxnSpPr>
          <p:cNvPr id="5" name="Straight Connector 4">
            <a:extLst>
              <a:ext uri="{FF2B5EF4-FFF2-40B4-BE49-F238E27FC236}">
                <a16:creationId xmlns:a16="http://schemas.microsoft.com/office/drawing/2014/main" id="{292C5F42-9730-E755-AE40-F7F5F71A2B71}"/>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C724B73F-4043-957F-F822-A01CE7BEDAB2}"/>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EE06F9F-0346-D883-1CA2-35F4B4114671}"/>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707E3D3F-605C-C371-158B-86531751366A}"/>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0D755384-9539-3BBB-B801-931494A6980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195BB07E-E653-5DF8-71CE-12ECFE5309BF}"/>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59</a:t>
            </a:fld>
            <a:endParaRPr lang="en-US"/>
          </a:p>
        </p:txBody>
      </p:sp>
      <p:sp>
        <p:nvSpPr>
          <p:cNvPr id="7" name="TextBox 6">
            <a:extLst>
              <a:ext uri="{FF2B5EF4-FFF2-40B4-BE49-F238E27FC236}">
                <a16:creationId xmlns:a16="http://schemas.microsoft.com/office/drawing/2014/main" id="{299B4688-61EE-AE32-E197-09C44240F252}"/>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36583242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8B2CF-7AEC-458D-43CF-EE6069AD92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A62A7F-09E0-80A7-86A5-A0EAD9D20A18}"/>
              </a:ext>
            </a:extLst>
          </p:cNvPr>
          <p:cNvSpPr>
            <a:spLocks noGrp="1"/>
          </p:cNvSpPr>
          <p:nvPr>
            <p:ph type="title"/>
          </p:nvPr>
        </p:nvSpPr>
        <p:spPr>
          <a:xfrm>
            <a:off x="485523" y="68326"/>
            <a:ext cx="11224347" cy="470898"/>
          </a:xfrm>
        </p:spPr>
        <p:txBody>
          <a:bodyPr/>
          <a:lstStyle/>
          <a:p>
            <a:r>
              <a:rPr lang="en-US" sz="3200" dirty="0">
                <a:solidFill>
                  <a:schemeClr val="bg1"/>
                </a:solidFill>
              </a:rPr>
              <a:t>ESG Reporting Requirement - SAP Sustainability Control Tower</a:t>
            </a:r>
            <a:endParaRPr lang="en-IN" sz="3200" dirty="0">
              <a:solidFill>
                <a:schemeClr val="bg1"/>
              </a:solidFill>
            </a:endParaRPr>
          </a:p>
        </p:txBody>
      </p:sp>
      <p:sp>
        <p:nvSpPr>
          <p:cNvPr id="6" name="Text Placeholder 92">
            <a:extLst>
              <a:ext uri="{FF2B5EF4-FFF2-40B4-BE49-F238E27FC236}">
                <a16:creationId xmlns:a16="http://schemas.microsoft.com/office/drawing/2014/main" id="{3A3351A3-EC91-B496-E2BC-1D683DAC437B}"/>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6210A146-282D-65C9-FAB8-3E0CC0E59A05}"/>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operates multiple business sectors (hypermarkets, discount stores, restaurants, real estate etc.) through various legal entities.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ESG team required a technological solution to address their ESG reporting requirements, particularly focusing on the Corporate Sustainability Reporting Directive and the calculation of carbon footprint, utilizing as much primary data as possible from suppliers, given that '3.1 Purchased Goods and Services' constitutes the majority of the client's emissions.</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0E125203-8553-4225-85FF-A2C840EC8671}"/>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02C952F3-88CE-19BF-CF7A-342F0C095633}"/>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SAP Sustainability Control Tower is gathering data from various business data owners via Excel templates that address the user experience limitations of the standard SAP templates.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Furthermore, SAP Sustainability Footprint management is configuring six GHG categories using a mixed approach, incorporating business activity, meter data, and transactional data.</a:t>
            </a:r>
            <a:endParaRPr kumimoji="0" lang="en-IN" sz="1100" b="0" i="0" u="none" strike="noStrike" kern="1200" cap="none" spc="0" normalizeH="0" baseline="0" noProof="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5AED9048-40BE-7FB5-6BC7-FC5ACBAB0E96}"/>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3C17F738-9353-DE79-A7BF-862D32AF2A72}"/>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SAP sustainability solutions are always advancing, making it essential to strike the right balance between meeting client needs, adhering to timelines, and allowing for customization.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From the very first day of the project, EY sets up a collaborative communication channel with the SAP Adoption Care Program to stay informed about the latest developments in the product roadmap and to share configuration strategies that will help reduce the need for rework in the future.</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A3EF70D3-7569-339F-02FC-EEBBCF9E069C}"/>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60</a:t>
            </a:fld>
            <a:endParaRPr/>
          </a:p>
        </p:txBody>
      </p:sp>
      <p:cxnSp>
        <p:nvCxnSpPr>
          <p:cNvPr id="15" name="Straight Connector 14">
            <a:extLst>
              <a:ext uri="{FF2B5EF4-FFF2-40B4-BE49-F238E27FC236}">
                <a16:creationId xmlns:a16="http://schemas.microsoft.com/office/drawing/2014/main" id="{D573C512-EC0C-3F5B-CAB8-085AC407588D}"/>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B56A1168-B416-C145-2856-A4AF108B657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28474550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B6B8821-E21A-43E1-1A6E-72008F7EEA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4CDEB2-BAB4-3552-4763-EBA44991CF75}"/>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21AA3DB5-D885-53EF-A9CA-F1AD7D50A477}"/>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9885CC7F-23CD-69F5-8E7A-B5CCA038F75E}"/>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Finiper Canova Group S.P.A</a:t>
            </a:r>
          </a:p>
        </p:txBody>
      </p:sp>
      <p:sp>
        <p:nvSpPr>
          <p:cNvPr id="37" name="Content Placeholder 2">
            <a:extLst>
              <a:ext uri="{FF2B5EF4-FFF2-40B4-BE49-F238E27FC236}">
                <a16:creationId xmlns:a16="http://schemas.microsoft.com/office/drawing/2014/main" id="{D4157629-E779-395D-1C28-59D41E0505D1}"/>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908AB138-2B5D-36E1-C877-42274154B7EB}"/>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27 February 2025</a:t>
            </a:r>
          </a:p>
        </p:txBody>
      </p:sp>
      <p:sp>
        <p:nvSpPr>
          <p:cNvPr id="42" name="Content Placeholder 2">
            <a:extLst>
              <a:ext uri="{FF2B5EF4-FFF2-40B4-BE49-F238E27FC236}">
                <a16:creationId xmlns:a16="http://schemas.microsoft.com/office/drawing/2014/main" id="{6A190C4D-8E1A-FAB4-D721-EF0027015D99}"/>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83297CE8-7039-C22E-09EC-0995DE0BE9DB}"/>
              </a:ext>
            </a:extLst>
          </p:cNvPr>
          <p:cNvSpPr txBox="1">
            <a:spLocks/>
          </p:cNvSpPr>
          <p:nvPr/>
        </p:nvSpPr>
        <p:spPr>
          <a:xfrm>
            <a:off x="512402" y="3047147"/>
            <a:ext cx="3131945" cy="46665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kern="1200" dirty="0">
                <a:solidFill>
                  <a:srgbClr val="FFFFFF"/>
                </a:solidFill>
                <a:hlinkClick r:id="rId3"/>
              </a:rPr>
              <a:t>Andrea Negrini</a:t>
            </a:r>
            <a:endParaRPr lang="en-IN" sz="1400" dirty="0">
              <a:solidFill>
                <a:schemeClr val="bg1"/>
              </a:solidFill>
            </a:endParaRPr>
          </a:p>
        </p:txBody>
      </p:sp>
      <p:sp>
        <p:nvSpPr>
          <p:cNvPr id="49" name="Content Placeholder 2">
            <a:extLst>
              <a:ext uri="{FF2B5EF4-FFF2-40B4-BE49-F238E27FC236}">
                <a16:creationId xmlns:a16="http://schemas.microsoft.com/office/drawing/2014/main" id="{AB0DED76-C88D-E562-AE69-885A00E9823A}"/>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5645DFFF-9437-B902-3E4D-59538AB9356D}"/>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https://discovercontent.ey.net/crd25073otxbo6ri</a:t>
            </a:r>
            <a:r>
              <a:rPr lang="en-US" sz="1400" dirty="0">
                <a:solidFill>
                  <a:schemeClr val="bg1"/>
                </a:solidFill>
              </a:rPr>
              <a:t> </a:t>
            </a:r>
          </a:p>
        </p:txBody>
      </p:sp>
      <p:sp>
        <p:nvSpPr>
          <p:cNvPr id="55" name="Content Placeholder 2">
            <a:extLst>
              <a:ext uri="{FF2B5EF4-FFF2-40B4-BE49-F238E27FC236}">
                <a16:creationId xmlns:a16="http://schemas.microsoft.com/office/drawing/2014/main" id="{DA118494-8546-7720-A18B-1A1760483C0C}"/>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EA73A09F-C4E7-DD51-CC47-BD26B6C86F4D}"/>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2C64426D-7151-D043-78C2-BED8C85CB280}"/>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78A74955-4162-3C2D-D3F9-42337A9952B8}"/>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Global</a:t>
            </a:r>
          </a:p>
        </p:txBody>
      </p:sp>
      <p:cxnSp>
        <p:nvCxnSpPr>
          <p:cNvPr id="5" name="Straight Connector 4">
            <a:extLst>
              <a:ext uri="{FF2B5EF4-FFF2-40B4-BE49-F238E27FC236}">
                <a16:creationId xmlns:a16="http://schemas.microsoft.com/office/drawing/2014/main" id="{4E99E7A7-B626-C4C8-0886-CB277995D2B0}"/>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1C21361-8666-6095-A177-3ED8B4C01CFD}"/>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E1311E7-439A-30E1-ACC8-2FDFDB2C37F4}"/>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F178C967-477B-1464-8102-9750A4ECBCE7}"/>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1B16E31F-DDEE-48EA-AE2C-F466FDAE52B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C150B4E0-42CD-CFF6-5071-A31468387916}"/>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61</a:t>
            </a:fld>
            <a:endParaRPr lang="en-US"/>
          </a:p>
        </p:txBody>
      </p:sp>
      <p:sp>
        <p:nvSpPr>
          <p:cNvPr id="7" name="TextBox 6">
            <a:extLst>
              <a:ext uri="{FF2B5EF4-FFF2-40B4-BE49-F238E27FC236}">
                <a16:creationId xmlns:a16="http://schemas.microsoft.com/office/drawing/2014/main" id="{A14A66B7-C818-2F4F-DB54-A9223E957D82}"/>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4112709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FD074-51C6-6AF7-1F1E-61EC597E0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F3CE61-2406-B15F-5883-CB72790E547B}"/>
              </a:ext>
            </a:extLst>
          </p:cNvPr>
          <p:cNvSpPr>
            <a:spLocks noGrp="1"/>
          </p:cNvSpPr>
          <p:nvPr>
            <p:ph type="title"/>
          </p:nvPr>
        </p:nvSpPr>
        <p:spPr>
          <a:xfrm>
            <a:off x="485523" y="87776"/>
            <a:ext cx="11224347" cy="470898"/>
          </a:xfrm>
        </p:spPr>
        <p:txBody>
          <a:bodyPr/>
          <a:lstStyle/>
          <a:p>
            <a:r>
              <a:rPr lang="en-US" sz="3200" dirty="0">
                <a:solidFill>
                  <a:schemeClr val="bg1"/>
                </a:solidFill>
              </a:rPr>
              <a:t>Digital Transformation Roadmap for a Future-Ready Finance</a:t>
            </a:r>
            <a:endParaRPr lang="en-IN" sz="3200" dirty="0">
              <a:solidFill>
                <a:schemeClr val="bg1"/>
              </a:solidFill>
            </a:endParaRPr>
          </a:p>
        </p:txBody>
      </p:sp>
      <p:sp>
        <p:nvSpPr>
          <p:cNvPr id="6" name="Text Placeholder 92">
            <a:extLst>
              <a:ext uri="{FF2B5EF4-FFF2-40B4-BE49-F238E27FC236}">
                <a16:creationId xmlns:a16="http://schemas.microsoft.com/office/drawing/2014/main" id="{9E30D110-10AA-AE87-20EC-FDDEA89AABFB}"/>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9ACAF871-2345-7808-7E8F-E835105171D3}"/>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Standard maintenance of the SAP core system is expiring.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Historically grown, complex IT landscape with (processually undocumented) custom development &amp; interfaces.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Risk to compliance and efficiency.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Lack of consistent quality, reliability, and availability of data.</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Missing end-to-end alignment of processes.</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E4CCBC8D-33BB-1C57-1731-D68AE795BFE0}"/>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F00D147D-C237-43C5-C116-7B7F99A37D10}"/>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Development of the strategy for the digital transformation of the finance E2E processes for the client (e.g., R2R, O2C, S2P, Real Estate Management).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Show-and-tell workshops across all processes and cross-functional topics (e.g., architecture, MDM/MDG).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TARGET architecture for the future system landscape (including interfaces b/w S/4HANA, CRM and BI solutions for increased automation).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Roadmap Design of multiple scenarios incl. budget estimation.</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7F63B300-64C6-0DEC-8031-BEFCC0B6748B}"/>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80EB46FF-380B-1775-FF05-EF7DE8555913}"/>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Non-trade goods as a blueprint for a subsequent consideration of trade goods.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Target vision for processes and SAP system &amp; modules as well as evaluation of required adjustments, among others, to the merchandise management system (WWS) and the interfaces.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Consideration of project management (skills &amp; resources and project risks) Development of a transformation roadmap.</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8E0E7A44-D965-DF21-DD89-BF1E9D6F1172}"/>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62</a:t>
            </a:fld>
            <a:endParaRPr/>
          </a:p>
        </p:txBody>
      </p:sp>
      <p:cxnSp>
        <p:nvCxnSpPr>
          <p:cNvPr id="15" name="Straight Connector 14">
            <a:extLst>
              <a:ext uri="{FF2B5EF4-FFF2-40B4-BE49-F238E27FC236}">
                <a16:creationId xmlns:a16="http://schemas.microsoft.com/office/drawing/2014/main" id="{B4BBB29F-E3B1-378E-7405-729EEDC7EDD4}"/>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788EDB42-F479-BF53-CF6E-2FC651667AD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41597072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9D0ACF7-34F9-9B3C-BA43-6C4382DE152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1C49555-3B65-4D87-8D84-EDBFFFC2D1EE}"/>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B5A3DA87-3974-2320-E76C-67553EAF185E}"/>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4E21A46C-312A-3036-4BCC-2C5762201B6C}"/>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Deichmann SE</a:t>
            </a:r>
          </a:p>
        </p:txBody>
      </p:sp>
      <p:sp>
        <p:nvSpPr>
          <p:cNvPr id="37" name="Content Placeholder 2">
            <a:extLst>
              <a:ext uri="{FF2B5EF4-FFF2-40B4-BE49-F238E27FC236}">
                <a16:creationId xmlns:a16="http://schemas.microsoft.com/office/drawing/2014/main" id="{06ACF625-840E-475A-23A2-58FA82860935}"/>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B8AFDD6B-F055-9C67-2496-7F7AE720BA06}"/>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4 April 2024</a:t>
            </a:r>
          </a:p>
        </p:txBody>
      </p:sp>
      <p:sp>
        <p:nvSpPr>
          <p:cNvPr id="42" name="Content Placeholder 2">
            <a:extLst>
              <a:ext uri="{FF2B5EF4-FFF2-40B4-BE49-F238E27FC236}">
                <a16:creationId xmlns:a16="http://schemas.microsoft.com/office/drawing/2014/main" id="{1F105389-B077-F145-77DE-BFA3DAA2DAF6}"/>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35D491B5-1797-A894-F53A-03D81B6CBA36}"/>
              </a:ext>
            </a:extLst>
          </p:cNvPr>
          <p:cNvSpPr txBox="1">
            <a:spLocks/>
          </p:cNvSpPr>
          <p:nvPr/>
        </p:nvSpPr>
        <p:spPr>
          <a:xfrm>
            <a:off x="512402" y="3047147"/>
            <a:ext cx="3131945" cy="46665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kern="1200" dirty="0">
                <a:solidFill>
                  <a:srgbClr val="FFFFFF"/>
                </a:solidFill>
                <a:hlinkClick r:id="rId3"/>
              </a:rPr>
              <a:t>Valerie Karmann</a:t>
            </a:r>
            <a:endParaRPr lang="en-IN" sz="1400" dirty="0">
              <a:solidFill>
                <a:schemeClr val="bg1"/>
              </a:solidFill>
            </a:endParaRPr>
          </a:p>
        </p:txBody>
      </p:sp>
      <p:sp>
        <p:nvSpPr>
          <p:cNvPr id="49" name="Content Placeholder 2">
            <a:extLst>
              <a:ext uri="{FF2B5EF4-FFF2-40B4-BE49-F238E27FC236}">
                <a16:creationId xmlns:a16="http://schemas.microsoft.com/office/drawing/2014/main" id="{9696F1D7-F6D9-CB1C-C05B-490C24BFFE28}"/>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8F464E35-79CE-DF0B-B819-1153309B502D}"/>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https://discovercontent.ey.net/crd25071jk2810mc</a:t>
            </a:r>
            <a:r>
              <a:rPr lang="en-US" sz="1400" dirty="0">
                <a:solidFill>
                  <a:schemeClr val="bg1"/>
                </a:solidFill>
              </a:rPr>
              <a:t> </a:t>
            </a:r>
          </a:p>
        </p:txBody>
      </p:sp>
      <p:sp>
        <p:nvSpPr>
          <p:cNvPr id="55" name="Content Placeholder 2">
            <a:extLst>
              <a:ext uri="{FF2B5EF4-FFF2-40B4-BE49-F238E27FC236}">
                <a16:creationId xmlns:a16="http://schemas.microsoft.com/office/drawing/2014/main" id="{9262DAAD-956C-5883-98C7-7FFAD5ED564E}"/>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24D769CE-F415-A668-893B-809606C538CF}"/>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5A2F2CB9-8E21-A293-CCC1-D25BE719F152}"/>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709AEA6F-1BED-5B91-5D4A-7F7A4AE5EE46}"/>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Germany</a:t>
            </a:r>
          </a:p>
        </p:txBody>
      </p:sp>
      <p:cxnSp>
        <p:nvCxnSpPr>
          <p:cNvPr id="5" name="Straight Connector 4">
            <a:extLst>
              <a:ext uri="{FF2B5EF4-FFF2-40B4-BE49-F238E27FC236}">
                <a16:creationId xmlns:a16="http://schemas.microsoft.com/office/drawing/2014/main" id="{CEBC3EA0-CC0B-E02B-ED93-952088FC003C}"/>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2A81AFF-F910-193A-DD94-F59C38849CA2}"/>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2AEA917-01E2-3D5C-6BE0-2E77C140A17A}"/>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50D82367-B520-21D6-9E64-CC39A35EF81B}"/>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65E34951-B44E-8CB3-4FF1-59CC3CDB1BC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66DB6251-8824-5279-F4C6-02BFC6CB4C4D}"/>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63</a:t>
            </a:fld>
            <a:endParaRPr lang="en-US"/>
          </a:p>
        </p:txBody>
      </p:sp>
      <p:sp>
        <p:nvSpPr>
          <p:cNvPr id="7" name="TextBox 6">
            <a:extLst>
              <a:ext uri="{FF2B5EF4-FFF2-40B4-BE49-F238E27FC236}">
                <a16:creationId xmlns:a16="http://schemas.microsoft.com/office/drawing/2014/main" id="{733A8CF8-1FE7-AFF5-8DCB-9FC048FE88B8}"/>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1</a:t>
            </a:r>
          </a:p>
        </p:txBody>
      </p:sp>
    </p:spTree>
    <p:extLst>
      <p:ext uri="{BB962C8B-B14F-4D97-AF65-F5344CB8AC3E}">
        <p14:creationId xmlns:p14="http://schemas.microsoft.com/office/powerpoint/2010/main" val="29053709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3AE89-3C98-F496-6A3F-09B49C90BE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DFB0A-D791-4CEF-2828-2AE5F81C359A}"/>
              </a:ext>
            </a:extLst>
          </p:cNvPr>
          <p:cNvSpPr>
            <a:spLocks noGrp="1"/>
          </p:cNvSpPr>
          <p:nvPr>
            <p:ph type="title"/>
          </p:nvPr>
        </p:nvSpPr>
        <p:spPr/>
        <p:txBody>
          <a:bodyPr/>
          <a:lstStyle/>
          <a:p>
            <a:r>
              <a:rPr lang="en-IN" sz="3200" dirty="0">
                <a:solidFill>
                  <a:schemeClr val="bg1"/>
                </a:solidFill>
              </a:rPr>
              <a:t>Data &amp; AI Assessment</a:t>
            </a:r>
          </a:p>
        </p:txBody>
      </p:sp>
      <p:sp>
        <p:nvSpPr>
          <p:cNvPr id="6" name="Text Placeholder 92">
            <a:extLst>
              <a:ext uri="{FF2B5EF4-FFF2-40B4-BE49-F238E27FC236}">
                <a16:creationId xmlns:a16="http://schemas.microsoft.com/office/drawing/2014/main" id="{54587DC5-E88D-46C6-1987-8E5FD8CEB75D}"/>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C6F91D43-1EB1-D78D-0012-EE411F7E09A0}"/>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Canadian Tire has been a longstanding client of EY. Although our engagement with them has been limited in recent times, we had a significant collaboration from 2021 to 2022. During that period, our AI data practice played a pivotal role in developing their Data Strategy, as well as in its implementation and operationalization of the Data in Action function. Now, three years into the program, Canadian Tire has expressed interest in having us conduct a follow-up assessment to benchmark their progress across various components and organizational functions. In our recent discussions, we presented EY Velocity and our approach to assessing AI maturity, which aligns with their objectives.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This was a sole source win, as we have helped them during their journey, besides that we have developed strong relationships with senior leadership including the executive leadership and their teams</a:t>
            </a:r>
            <a:endParaRPr kumimoji="0" lang="en-IN" sz="1100" b="0" i="0" u="none" strike="noStrike" kern="1200" cap="none" spc="0" normalizeH="0" baseline="0" noProof="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95ABEEE0-41D1-BA96-3E4D-3C8F6481A515}"/>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20E6822B-B7FA-73E3-D15F-BC3D58648AE8}"/>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This was a 6-week engagement. EY.ai Maturity Model was used to host a facilitated workshops (included assessing their current state across the 7 organizational pillars, and aspirational target state).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Action cards / Initiatives available in the </a:t>
            </a:r>
            <a:r>
              <a:rPr kumimoji="0" lang="en-US" sz="1100" b="0" i="0" u="none" strike="noStrike" kern="1200" cap="none" spc="0" normalizeH="0" baseline="0" noProof="0" dirty="0">
                <a:ln>
                  <a:noFill/>
                </a:ln>
                <a:solidFill>
                  <a:prstClr val="white"/>
                </a:solidFill>
                <a:effectLst/>
                <a:uLnTx/>
                <a:uFillTx/>
                <a:latin typeface="EYInterstate Light"/>
                <a:ea typeface="+mj-ea"/>
                <a:cs typeface="+mj-cs"/>
                <a:hlinkClick r:id="rId3"/>
              </a:rPr>
              <a:t>EY Velocity tool </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were selected and prioritized, which helped inform their two-year roadmap and immediate next steps. The final deliverable will integrate the data assessment with the AI Maturity Model.</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C4B2DF0B-8848-F3E8-C8C1-2C20A4DB507A}"/>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6FA56CAA-BD0A-5CCB-7D0E-61D31CDDD8A5}"/>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project began with a thorough analysis of the gap by creating a collaborative space for discussions, providing a holistic view of the strategy across 7 dimensions and enabled people to work with AI going forward.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lang="en-US" sz="1100" dirty="0">
              <a:solidFill>
                <a:prstClr val="white"/>
              </a:solidFill>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workshop setting has also allowed for a diversity of perspectives, uncovered underlying challenges, and facilitated the exchange of best practices.</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B7767B90-C727-BF1F-E516-DBD0B3C87235}"/>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64</a:t>
            </a:fld>
            <a:endParaRPr/>
          </a:p>
        </p:txBody>
      </p:sp>
      <p:cxnSp>
        <p:nvCxnSpPr>
          <p:cNvPr id="15" name="Straight Connector 14">
            <a:extLst>
              <a:ext uri="{FF2B5EF4-FFF2-40B4-BE49-F238E27FC236}">
                <a16:creationId xmlns:a16="http://schemas.microsoft.com/office/drawing/2014/main" id="{A9C5CB80-9CD4-2D93-7531-238D1BE4281F}"/>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4" action="ppaction://hlinksldjump"/>
            <a:extLst>
              <a:ext uri="{FF2B5EF4-FFF2-40B4-BE49-F238E27FC236}">
                <a16:creationId xmlns:a16="http://schemas.microsoft.com/office/drawing/2014/main" id="{DCAB7A39-17A1-3BAC-A21F-80F7F50B8A4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1205857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F50A3FB-F063-26A9-0A8C-3F7EA6429F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6955020-D840-283B-BBD4-E3DDF5289184}"/>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E936C484-B0F1-4D64-530F-7937029102E0}"/>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6FDCBA91-C462-CFCB-1064-3049CE7376E0}"/>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57E13906-3AA5-BCC1-C760-7315F83B562B}"/>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F47761D6-7DCB-BB82-79A9-E65E05728A81}"/>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15 September 2024</a:t>
            </a:r>
          </a:p>
        </p:txBody>
      </p:sp>
      <p:sp>
        <p:nvSpPr>
          <p:cNvPr id="42" name="Content Placeholder 2">
            <a:extLst>
              <a:ext uri="{FF2B5EF4-FFF2-40B4-BE49-F238E27FC236}">
                <a16:creationId xmlns:a16="http://schemas.microsoft.com/office/drawing/2014/main" id="{A48395B5-011C-8312-D5C3-2C8AE966A5DB}"/>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1539D1DF-C675-E770-E2B4-CE3C7B0FCE61}"/>
              </a:ext>
            </a:extLst>
          </p:cNvPr>
          <p:cNvSpPr txBox="1">
            <a:spLocks/>
          </p:cNvSpPr>
          <p:nvPr/>
        </p:nvSpPr>
        <p:spPr>
          <a:xfrm>
            <a:off x="512402" y="3047147"/>
            <a:ext cx="3131945" cy="46665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kern="1200" dirty="0">
                <a:solidFill>
                  <a:srgbClr val="FFFFFF"/>
                </a:solidFill>
                <a:hlinkClick r:id="rId3"/>
              </a:rPr>
              <a:t>Tarun Mehta</a:t>
            </a:r>
            <a:endParaRPr lang="en-IN" sz="1400" dirty="0">
              <a:solidFill>
                <a:schemeClr val="bg1"/>
              </a:solidFill>
            </a:endParaRPr>
          </a:p>
        </p:txBody>
      </p:sp>
      <p:sp>
        <p:nvSpPr>
          <p:cNvPr id="49" name="Content Placeholder 2">
            <a:extLst>
              <a:ext uri="{FF2B5EF4-FFF2-40B4-BE49-F238E27FC236}">
                <a16:creationId xmlns:a16="http://schemas.microsoft.com/office/drawing/2014/main" id="{1426030C-012A-2CA3-3730-09C7D4F6E3DE}"/>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BFC3F280-657B-77EB-4FE9-54DDDDA636F3}"/>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https://discovercontent.ey.net/crd25062sg2mu2u3</a:t>
            </a:r>
            <a:r>
              <a:rPr lang="en-US" sz="1400" dirty="0">
                <a:solidFill>
                  <a:schemeClr val="bg1"/>
                </a:solidFill>
              </a:rPr>
              <a:t> </a:t>
            </a:r>
          </a:p>
        </p:txBody>
      </p:sp>
      <p:sp>
        <p:nvSpPr>
          <p:cNvPr id="55" name="Content Placeholder 2">
            <a:extLst>
              <a:ext uri="{FF2B5EF4-FFF2-40B4-BE49-F238E27FC236}">
                <a16:creationId xmlns:a16="http://schemas.microsoft.com/office/drawing/2014/main" id="{63EF52B4-7E45-2261-200C-5C05A00E14F3}"/>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12090BCE-22E5-D555-2E0B-4775EC7C6EE4}"/>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3DB43B35-F1BA-A399-C76E-AF8CB2B12BB6}"/>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6C590546-763D-713B-3DF4-8461E2797281}"/>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Canada</a:t>
            </a:r>
          </a:p>
        </p:txBody>
      </p:sp>
      <p:cxnSp>
        <p:nvCxnSpPr>
          <p:cNvPr id="5" name="Straight Connector 4">
            <a:extLst>
              <a:ext uri="{FF2B5EF4-FFF2-40B4-BE49-F238E27FC236}">
                <a16:creationId xmlns:a16="http://schemas.microsoft.com/office/drawing/2014/main" id="{B1452324-E38C-A247-DDC2-1FA1D9A86D08}"/>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CE89624-7A97-6877-880C-80BCF3FE7A77}"/>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884E19A-8C09-43E3-0AC8-2A326255F609}"/>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D14CBA1B-194C-D231-A426-5F999892D0AE}"/>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A7E718C2-DB75-A221-3E2B-16B7956A386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7C7A9660-9E33-0BF1-68EC-F903CC8D7BDB}"/>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65</a:t>
            </a:fld>
            <a:endParaRPr lang="en-US"/>
          </a:p>
        </p:txBody>
      </p:sp>
      <p:sp>
        <p:nvSpPr>
          <p:cNvPr id="7" name="TextBox 6">
            <a:extLst>
              <a:ext uri="{FF2B5EF4-FFF2-40B4-BE49-F238E27FC236}">
                <a16:creationId xmlns:a16="http://schemas.microsoft.com/office/drawing/2014/main" id="{8FB08E5C-0C4E-9E87-A653-F82D91EFE38D}"/>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38406942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199F8-6BE7-E251-C16F-D98CA6C8A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EA82A-CCC9-058F-9D16-A2359123C8A8}"/>
              </a:ext>
            </a:extLst>
          </p:cNvPr>
          <p:cNvSpPr>
            <a:spLocks noGrp="1"/>
          </p:cNvSpPr>
          <p:nvPr>
            <p:ph type="title"/>
          </p:nvPr>
        </p:nvSpPr>
        <p:spPr>
          <a:xfrm>
            <a:off x="485523" y="68329"/>
            <a:ext cx="11224347" cy="470898"/>
          </a:xfrm>
        </p:spPr>
        <p:txBody>
          <a:bodyPr/>
          <a:lstStyle/>
          <a:p>
            <a:r>
              <a:rPr lang="en-US" sz="3200" dirty="0">
                <a:solidFill>
                  <a:schemeClr val="bg1"/>
                </a:solidFill>
              </a:rPr>
              <a:t>ECC to S4 Hana Migration Implementation and Cost-Benefit Analysis</a:t>
            </a:r>
            <a:endParaRPr lang="en-IN" sz="3200" dirty="0">
              <a:solidFill>
                <a:schemeClr val="bg1"/>
              </a:solidFill>
            </a:endParaRPr>
          </a:p>
        </p:txBody>
      </p:sp>
      <p:sp>
        <p:nvSpPr>
          <p:cNvPr id="6" name="Text Placeholder 92">
            <a:extLst>
              <a:ext uri="{FF2B5EF4-FFF2-40B4-BE49-F238E27FC236}">
                <a16:creationId xmlns:a16="http://schemas.microsoft.com/office/drawing/2014/main" id="{009ABA30-E8A9-4FB7-6B47-C0D65D825938}"/>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43EEDD8F-B834-7AC1-0345-5DE318088F77}"/>
              </a:ext>
            </a:extLst>
          </p:cNvPr>
          <p:cNvSpPr txBox="1">
            <a:spLocks/>
          </p:cNvSpPr>
          <p:nvPr/>
        </p:nvSpPr>
        <p:spPr>
          <a:xfrm>
            <a:off x="485523" y="1373733"/>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Adaptation to the changes brought by the Tax Reform, both at the process level and at the systems level.</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current system shows a high level of obsolescence, with many customizations that hinder maintenance and evolution. Additionally, several processes and controls are performed manually.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Structural errors in the current system, such as the need for adjustments in the chart of accounts, standardization of this chart, and data cleansing.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Coexistence of multiple systems and complexity of integrations.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Low maturity of some processes, presenting weaknesses that impact operational efficiency.</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665DC9D3-D4AD-9D62-71CE-54EBD1D8A788}"/>
              </a:ext>
            </a:extLst>
          </p:cNvPr>
          <p:cNvSpPr txBox="1">
            <a:spLocks/>
          </p:cNvSpPr>
          <p:nvPr/>
        </p:nvSpPr>
        <p:spPr>
          <a:xfrm>
            <a:off x="483827" y="2905961"/>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B8E9B801-B33F-21D1-7B0F-B9D65162690A}"/>
              </a:ext>
            </a:extLst>
          </p:cNvPr>
          <p:cNvSpPr txBox="1">
            <a:spLocks/>
          </p:cNvSpPr>
          <p:nvPr/>
        </p:nvSpPr>
        <p:spPr>
          <a:xfrm>
            <a:off x="483827" y="3234314"/>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An integrated approach between the areas of Tax, Tech Consulting, and Business Consulting combining: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Mapping of the current process and indication of action plans for the tax reform (processes, system, people).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Mapping of capabilities that can be enabled by S/4, as well as identification of pain points and recommendations aimed at addressing current issues for future implementation in SAP S/4HANA.</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Identification of value levers and monetization of these gains with the implementation of S/4 Hana.</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Development of a roadmap indicating the strategy for implementing S/4 Hana, timeline, team, and modules of S/4 Hana.</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Creation of a Business Case with a cost-benefit analysis for migrating from ECC to S/4 Hana.</a:t>
            </a:r>
            <a:endParaRPr kumimoji="0" lang="en-IN"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F4EECEB2-255F-8AA8-5347-4A70F1828B84}"/>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F348E504-B646-C40F-017D-F2BD3C2D2996}"/>
              </a:ext>
            </a:extLst>
          </p:cNvPr>
          <p:cNvSpPr txBox="1">
            <a:spLocks/>
          </p:cNvSpPr>
          <p:nvPr/>
        </p:nvSpPr>
        <p:spPr>
          <a:xfrm>
            <a:off x="483827" y="5045692"/>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Visibility of the necessary actions for compliance with the Tax Reform; Visibility of the current costs of the SAP ECC system.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Opportunities for improvements in processes and systems, promoting operational efficiency and cost reduction.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Systemic recommendations that promote: Technological updates.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Elimination of vulnerabilities present in the current ERP's technical architecture and risk mitigation.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Simplification of the technological architecture.</a:t>
            </a:r>
            <a:endParaRPr kumimoji="0" lang="en-IN" sz="10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E8CF5237-EDBC-1DBA-3CC2-102332950480}"/>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66</a:t>
            </a:fld>
            <a:endParaRPr/>
          </a:p>
        </p:txBody>
      </p:sp>
      <p:cxnSp>
        <p:nvCxnSpPr>
          <p:cNvPr id="15" name="Straight Connector 14">
            <a:extLst>
              <a:ext uri="{FF2B5EF4-FFF2-40B4-BE49-F238E27FC236}">
                <a16:creationId xmlns:a16="http://schemas.microsoft.com/office/drawing/2014/main" id="{2F681D4B-0085-DC9F-9E13-3CC550BB3C44}"/>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625AB7B4-616E-2DFD-8C8D-D7C49BE2BD0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42237542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D3D7618-0EEC-F269-E572-447D4EB6866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748D90-E947-D00B-E5D8-51D391AEF144}"/>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A14E788B-1D6C-037B-6523-36E62DD87801}"/>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2CE4A7BC-DEA8-DA56-9AEC-BE62FBCBA4AF}"/>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Lojas Riachuelo S/A</a:t>
            </a:r>
          </a:p>
        </p:txBody>
      </p:sp>
      <p:sp>
        <p:nvSpPr>
          <p:cNvPr id="37" name="Content Placeholder 2">
            <a:extLst>
              <a:ext uri="{FF2B5EF4-FFF2-40B4-BE49-F238E27FC236}">
                <a16:creationId xmlns:a16="http://schemas.microsoft.com/office/drawing/2014/main" id="{5F28F0D2-1A00-D0D6-1B08-7695B0C9C111}"/>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84042296-808F-9FF3-AE18-40D943381221}"/>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10 February 2025</a:t>
            </a:r>
          </a:p>
        </p:txBody>
      </p:sp>
      <p:sp>
        <p:nvSpPr>
          <p:cNvPr id="42" name="Content Placeholder 2">
            <a:extLst>
              <a:ext uri="{FF2B5EF4-FFF2-40B4-BE49-F238E27FC236}">
                <a16:creationId xmlns:a16="http://schemas.microsoft.com/office/drawing/2014/main" id="{C087A89B-F2F1-1A4C-0645-B147271BF7F4}"/>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BDD2E1F1-9685-19D7-71B3-6E1DC654BF0D}"/>
              </a:ext>
            </a:extLst>
          </p:cNvPr>
          <p:cNvSpPr txBox="1">
            <a:spLocks/>
          </p:cNvSpPr>
          <p:nvPr/>
        </p:nvSpPr>
        <p:spPr>
          <a:xfrm>
            <a:off x="512402" y="3047147"/>
            <a:ext cx="3131945" cy="46665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kern="1200" dirty="0">
                <a:solidFill>
                  <a:srgbClr val="FFFFFF"/>
                </a:solidFill>
                <a:hlinkClick r:id="rId3"/>
              </a:rPr>
              <a:t>Felipe Fonseca</a:t>
            </a:r>
            <a:endParaRPr lang="en-IN" sz="1400" dirty="0">
              <a:solidFill>
                <a:schemeClr val="bg1"/>
              </a:solidFill>
            </a:endParaRPr>
          </a:p>
        </p:txBody>
      </p:sp>
      <p:sp>
        <p:nvSpPr>
          <p:cNvPr id="49" name="Content Placeholder 2">
            <a:extLst>
              <a:ext uri="{FF2B5EF4-FFF2-40B4-BE49-F238E27FC236}">
                <a16:creationId xmlns:a16="http://schemas.microsoft.com/office/drawing/2014/main" id="{42737D10-A498-71ED-9033-C2A47E549BC8}"/>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59734FD8-96F8-DC1E-B256-98236A0006D5}"/>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https://discovercontent.ey.net/crd25061z0gx5l8b</a:t>
            </a:r>
            <a:r>
              <a:rPr lang="en-US" sz="1400" dirty="0">
                <a:solidFill>
                  <a:schemeClr val="bg1"/>
                </a:solidFill>
              </a:rPr>
              <a:t> </a:t>
            </a:r>
          </a:p>
        </p:txBody>
      </p:sp>
      <p:sp>
        <p:nvSpPr>
          <p:cNvPr id="55" name="Content Placeholder 2">
            <a:extLst>
              <a:ext uri="{FF2B5EF4-FFF2-40B4-BE49-F238E27FC236}">
                <a16:creationId xmlns:a16="http://schemas.microsoft.com/office/drawing/2014/main" id="{6CFF4158-C07B-82B3-384E-EC7A518CDAB6}"/>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51EE0A67-B7C4-9772-F4F8-830716AB99F9}"/>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1F13C0B9-96AE-1178-19A8-A9AA4E3619C0}"/>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CEC1BC0D-B176-3D05-ABA1-A9243FADE458}"/>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Americas &amp; Brazil</a:t>
            </a:r>
          </a:p>
        </p:txBody>
      </p:sp>
      <p:cxnSp>
        <p:nvCxnSpPr>
          <p:cNvPr id="5" name="Straight Connector 4">
            <a:extLst>
              <a:ext uri="{FF2B5EF4-FFF2-40B4-BE49-F238E27FC236}">
                <a16:creationId xmlns:a16="http://schemas.microsoft.com/office/drawing/2014/main" id="{30C09B39-706F-7551-6F99-62F5C90805C5}"/>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73843E1-A72C-CFD0-C96D-A9E9D81031E0}"/>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BB4EABD-DBD7-ABD9-933F-F68E434666A1}"/>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67CBB84D-7370-1876-A24B-9E87FE2E9C1C}"/>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328C4834-74DB-CF17-AF5A-E71940758F8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78F489AC-49B9-DA6D-0B78-D5A654509326}"/>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67</a:t>
            </a:fld>
            <a:endParaRPr lang="en-US"/>
          </a:p>
        </p:txBody>
      </p:sp>
      <p:sp>
        <p:nvSpPr>
          <p:cNvPr id="7" name="TextBox 6">
            <a:extLst>
              <a:ext uri="{FF2B5EF4-FFF2-40B4-BE49-F238E27FC236}">
                <a16:creationId xmlns:a16="http://schemas.microsoft.com/office/drawing/2014/main" id="{26E09DBD-3260-FAD4-B4BD-2C25BC587A30}"/>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1</a:t>
            </a:r>
          </a:p>
        </p:txBody>
      </p:sp>
    </p:spTree>
    <p:extLst>
      <p:ext uri="{BB962C8B-B14F-4D97-AF65-F5344CB8AC3E}">
        <p14:creationId xmlns:p14="http://schemas.microsoft.com/office/powerpoint/2010/main" val="18022933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C8D06-6082-62A4-40E5-E6519E17B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EB9CE-DD23-C969-D7C5-AFC0A9E74D30}"/>
              </a:ext>
            </a:extLst>
          </p:cNvPr>
          <p:cNvSpPr>
            <a:spLocks noGrp="1"/>
          </p:cNvSpPr>
          <p:nvPr>
            <p:ph type="title"/>
          </p:nvPr>
        </p:nvSpPr>
        <p:spPr>
          <a:xfrm>
            <a:off x="485523" y="58602"/>
            <a:ext cx="11224347" cy="470898"/>
          </a:xfrm>
        </p:spPr>
        <p:txBody>
          <a:bodyPr/>
          <a:lstStyle/>
          <a:p>
            <a:r>
              <a:rPr lang="en-US" sz="3200" dirty="0">
                <a:solidFill>
                  <a:schemeClr val="bg1"/>
                </a:solidFill>
              </a:rPr>
              <a:t>Enterprise Release Assessment - Governance, Processes and Technology</a:t>
            </a:r>
            <a:endParaRPr lang="en-IN" sz="3200" dirty="0">
              <a:solidFill>
                <a:schemeClr val="bg1"/>
              </a:solidFill>
            </a:endParaRPr>
          </a:p>
        </p:txBody>
      </p:sp>
      <p:sp>
        <p:nvSpPr>
          <p:cNvPr id="6" name="Text Placeholder 92">
            <a:extLst>
              <a:ext uri="{FF2B5EF4-FFF2-40B4-BE49-F238E27FC236}">
                <a16:creationId xmlns:a16="http://schemas.microsoft.com/office/drawing/2014/main" id="{372DFA68-5228-3BF2-F5B7-F44E1A79324C}"/>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AD41E606-DB5E-FEEC-9F8B-61CE96125253}"/>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Deployment of “Enterprise Release 3.0” of the client’s global AHEAD program impacted the business on a global scale with several major incidents.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main part of the Enterprise Release has been an SAP upgrade plus additional functional enhancements.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goal of the Enterprise Release 3.0 Assessment is to identify challenges and pain points, as well as to provide neutral recommendations.</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6E75C411-F7D9-29D6-F052-CA61593ADBE0}"/>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E6292EAC-419C-2701-0A88-971AEA22557A}"/>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was engaged to:</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Evaluate the release challenges from Organizational, Process, and IT standpoints.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Identify areas for improvement and prospective optimizations.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Provide a neutral recommendation on necessary actions to improve future outcomes.</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1FE4052C-1033-B1A4-D20E-FB4BEF40225F}"/>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71C20D91-46F2-8EF5-D5C6-1B143C7C0E9A}"/>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was presented with the most important insights EY have gained during assessment, which relates primarily to the impact of system upgrade and overarching aspects of the program.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They were able to recognize the area of improvement as all the key findings of the assessment were categorized into the areas of governance, processes, and technology.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At the end, EY client was able to visualize a recommended roadmap for future which outlined key improvement recommendations in order to address the challenges in short, mid and long-term.</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8892BFEE-47F2-B7E2-8B3C-7352D4511167}"/>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68</a:t>
            </a:fld>
            <a:endParaRPr/>
          </a:p>
        </p:txBody>
      </p:sp>
      <p:cxnSp>
        <p:nvCxnSpPr>
          <p:cNvPr id="15" name="Straight Connector 14">
            <a:extLst>
              <a:ext uri="{FF2B5EF4-FFF2-40B4-BE49-F238E27FC236}">
                <a16:creationId xmlns:a16="http://schemas.microsoft.com/office/drawing/2014/main" id="{DBB4E8BF-B956-9015-6B56-B4DF5E915535}"/>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EC06F1F7-AC51-564A-706A-279BEA2B288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3232069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CBC05F0-F339-7722-D07D-E07DE74E05B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C31B2F-31A4-DDEF-3F4A-1EA95CE2FA5F}"/>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C4D845EA-CC01-4682-8DD2-415E4390EAF4}"/>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F967FB10-9D2D-452F-686C-EACF64C0B624}"/>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fr-FR" sz="1200">
                <a:solidFill>
                  <a:schemeClr val="bg1"/>
                </a:solidFill>
              </a:rPr>
              <a:t>ALDI International Services SE &amp; Co. oHG</a:t>
            </a:r>
            <a:endParaRPr lang="en-IN" sz="1200">
              <a:solidFill>
                <a:schemeClr val="bg1"/>
              </a:solidFill>
            </a:endParaRPr>
          </a:p>
        </p:txBody>
      </p:sp>
      <p:sp>
        <p:nvSpPr>
          <p:cNvPr id="37" name="Content Placeholder 2">
            <a:extLst>
              <a:ext uri="{FF2B5EF4-FFF2-40B4-BE49-F238E27FC236}">
                <a16:creationId xmlns:a16="http://schemas.microsoft.com/office/drawing/2014/main" id="{1CC89E30-E806-2743-BA50-783932233BD7}"/>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F79429FF-0514-4C72-6D3C-C490C1A91256}"/>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15 October 2024</a:t>
            </a:r>
          </a:p>
        </p:txBody>
      </p:sp>
      <p:sp>
        <p:nvSpPr>
          <p:cNvPr id="42" name="Content Placeholder 2">
            <a:extLst>
              <a:ext uri="{FF2B5EF4-FFF2-40B4-BE49-F238E27FC236}">
                <a16:creationId xmlns:a16="http://schemas.microsoft.com/office/drawing/2014/main" id="{DDAD37A8-AD1F-6183-6789-D4A31FACD347}"/>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C62ECCAC-144B-BD2A-C6DC-ED7F3D5D7F80}"/>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Tarang Jalan</a:t>
            </a:r>
            <a:endParaRPr lang="en-IN" sz="1400" dirty="0">
              <a:solidFill>
                <a:schemeClr val="bg1"/>
              </a:solidFill>
            </a:endParaRPr>
          </a:p>
        </p:txBody>
      </p:sp>
      <p:sp>
        <p:nvSpPr>
          <p:cNvPr id="49" name="Content Placeholder 2">
            <a:extLst>
              <a:ext uri="{FF2B5EF4-FFF2-40B4-BE49-F238E27FC236}">
                <a16:creationId xmlns:a16="http://schemas.microsoft.com/office/drawing/2014/main" id="{21CE2F7B-F6D1-F96E-47C6-10AD5F429F35}"/>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D63728B5-79FC-6574-BC83-F65F90DADEB7}"/>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https://discovercontent.ey.net/crd25042brb0cexv</a:t>
            </a:r>
            <a:r>
              <a:rPr lang="en-US" sz="1400" dirty="0">
                <a:solidFill>
                  <a:schemeClr val="bg1"/>
                </a:solidFill>
              </a:rPr>
              <a:t> </a:t>
            </a:r>
          </a:p>
        </p:txBody>
      </p:sp>
      <p:sp>
        <p:nvSpPr>
          <p:cNvPr id="55" name="Content Placeholder 2">
            <a:extLst>
              <a:ext uri="{FF2B5EF4-FFF2-40B4-BE49-F238E27FC236}">
                <a16:creationId xmlns:a16="http://schemas.microsoft.com/office/drawing/2014/main" id="{39527116-849B-DB61-6DFD-8787A7B95EFC}"/>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A862057A-98AD-83FC-8F34-E6FE58A0EAC4}"/>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5D0B904C-539C-0B57-0F6D-9E0C7FDF1FD9}"/>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295DC37B-5620-BF25-4E5C-EBFF7B44DA74}"/>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Germany</a:t>
            </a:r>
          </a:p>
        </p:txBody>
      </p:sp>
      <p:cxnSp>
        <p:nvCxnSpPr>
          <p:cNvPr id="5" name="Straight Connector 4">
            <a:extLst>
              <a:ext uri="{FF2B5EF4-FFF2-40B4-BE49-F238E27FC236}">
                <a16:creationId xmlns:a16="http://schemas.microsoft.com/office/drawing/2014/main" id="{75705F66-7E9B-6805-135E-6B92CE9CA87E}"/>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E686897-27F9-20CB-079E-E116EAA938B7}"/>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B455EA5-93D0-6D07-0C84-D9D62A0CDB78}"/>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352A04F2-5124-370B-FA82-0195C44A5C05}"/>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580F8C28-6C8C-3DB6-4F28-231AF217DAD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21CFE0B7-3664-0B91-22E4-0FD668E710A1}"/>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69</a:t>
            </a:fld>
            <a:endParaRPr lang="en-US"/>
          </a:p>
        </p:txBody>
      </p:sp>
      <p:sp>
        <p:nvSpPr>
          <p:cNvPr id="7" name="TextBox 6">
            <a:extLst>
              <a:ext uri="{FF2B5EF4-FFF2-40B4-BE49-F238E27FC236}">
                <a16:creationId xmlns:a16="http://schemas.microsoft.com/office/drawing/2014/main" id="{D5501AD4-EFC4-DC29-F557-7ADA52800A6A}"/>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16495519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6BE5-6E98-001E-328E-D93AD07BD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3CBA8-14A3-3DC3-BC2B-4373EDAB2BA3}"/>
              </a:ext>
            </a:extLst>
          </p:cNvPr>
          <p:cNvSpPr>
            <a:spLocks noGrp="1"/>
          </p:cNvSpPr>
          <p:nvPr>
            <p:ph type="title"/>
          </p:nvPr>
        </p:nvSpPr>
        <p:spPr/>
        <p:txBody>
          <a:bodyPr/>
          <a:lstStyle/>
          <a:p>
            <a:r>
              <a:rPr lang="en-IN" sz="3200" dirty="0">
                <a:solidFill>
                  <a:schemeClr val="bg1"/>
                </a:solidFill>
              </a:rPr>
              <a:t>Core Business Transformation</a:t>
            </a:r>
          </a:p>
        </p:txBody>
      </p:sp>
      <p:sp>
        <p:nvSpPr>
          <p:cNvPr id="6" name="Text Placeholder 92">
            <a:extLst>
              <a:ext uri="{FF2B5EF4-FFF2-40B4-BE49-F238E27FC236}">
                <a16:creationId xmlns:a16="http://schemas.microsoft.com/office/drawing/2014/main" id="{F9D6A6C3-3F0D-6E91-8EA5-D598DC28337D}"/>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AE0AB9CD-FA41-9F5C-BC82-F5CB71FA1783}"/>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clients critical business processes run currently on SAP ECC6 and having recognized they were on a burning platform, with SAP ceasing support for SAP ECC6 by the end of 2027,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lang="en-US" sz="1100" dirty="0">
              <a:solidFill>
                <a:prstClr val="white"/>
              </a:solidFill>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This client had tried previously and failed to get a program of work started to address this issue.</a:t>
            </a:r>
          </a:p>
        </p:txBody>
      </p:sp>
      <p:sp>
        <p:nvSpPr>
          <p:cNvPr id="9" name="Text Placeholder 92">
            <a:extLst>
              <a:ext uri="{FF2B5EF4-FFF2-40B4-BE49-F238E27FC236}">
                <a16:creationId xmlns:a16="http://schemas.microsoft.com/office/drawing/2014/main" id="{DB307CBD-C7A1-5D4B-8C1E-06551D113352}"/>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956C8C80-4E5C-BCE8-B8B7-E8E7414A76AD}"/>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ran a Discovery phase for the client enabling them to build a business case based not only on addressing the end-of-life issue for their SAP estate and the need to upgrade to SAP S4/HANA but also leveraging this program as an opportunity to realize value driven business transformation. EY supported the building of a business case where the client could incorporate process standardization, use of best practice and leveraging of SAP innovations, into their roadmap. This gave a value proposition that the Executive Leadership could get behind and give their blessing to the program proceeding.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used their Transform for SAP methodology based on SAP Activate, as well as their expertise in SAP tools such as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Signavio</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to give substance to the value case.</a:t>
            </a:r>
          </a:p>
        </p:txBody>
      </p:sp>
      <p:sp>
        <p:nvSpPr>
          <p:cNvPr id="12" name="Text Placeholder 92">
            <a:extLst>
              <a:ext uri="{FF2B5EF4-FFF2-40B4-BE49-F238E27FC236}">
                <a16:creationId xmlns:a16="http://schemas.microsoft.com/office/drawing/2014/main" id="{100C8508-075D-596A-CE8D-36D768D7DAEE}"/>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0809A716-0744-F86B-7720-E8226D983286}"/>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EYs work identified a number of substantial efficiencies for the client, ways they could improve the quality and use of their data to achieve significant cost savings.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The overall business case proved that a ROI over 5 years for the implementation and exploitation of SAP S4 HANA was achievable.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EY worked closely with the benefit owners, within the clients business, to gain sign off to realistic shifts in their KPI targets.</a:t>
            </a:r>
          </a:p>
        </p:txBody>
      </p:sp>
      <p:sp>
        <p:nvSpPr>
          <p:cNvPr id="7" name="Slide Number Placeholder 5">
            <a:extLst>
              <a:ext uri="{FF2B5EF4-FFF2-40B4-BE49-F238E27FC236}">
                <a16:creationId xmlns:a16="http://schemas.microsoft.com/office/drawing/2014/main" id="{81ED1949-C59C-FE10-7731-152D27F4F3C8}"/>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70</a:t>
            </a:fld>
            <a:endParaRPr/>
          </a:p>
        </p:txBody>
      </p:sp>
      <p:cxnSp>
        <p:nvCxnSpPr>
          <p:cNvPr id="15" name="Straight Connector 14">
            <a:extLst>
              <a:ext uri="{FF2B5EF4-FFF2-40B4-BE49-F238E27FC236}">
                <a16:creationId xmlns:a16="http://schemas.microsoft.com/office/drawing/2014/main" id="{C36F51BF-FB0E-E38C-7FFB-D674981DE82F}"/>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2AEC3753-8046-F9F7-0642-3E44862207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22017807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304F582-629C-CC58-3B4D-3A1A45C23F6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0D9863C-0A90-E234-9466-D5C9B242DD7C}"/>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D9102D26-B0DD-5B8D-D9C4-596C1E685838}"/>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3B2B9666-FEB5-2B74-4A34-0F9A2885D7DC}"/>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10D37E65-1290-C00A-B2E8-0D0993F78436}"/>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C8BBCA70-4C17-F43F-F29C-33DFD8DD79A5}"/>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May 2025</a:t>
            </a:r>
          </a:p>
        </p:txBody>
      </p:sp>
      <p:sp>
        <p:nvSpPr>
          <p:cNvPr id="42" name="Content Placeholder 2">
            <a:extLst>
              <a:ext uri="{FF2B5EF4-FFF2-40B4-BE49-F238E27FC236}">
                <a16:creationId xmlns:a16="http://schemas.microsoft.com/office/drawing/2014/main" id="{A5419428-FDBC-511A-DC5C-9FDE01611CED}"/>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18DD1DA4-8E66-9E73-B315-EF2C1C896E17}"/>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Malin Andree</a:t>
            </a:r>
            <a:r>
              <a:rPr lang="en-IN" sz="1400" dirty="0">
                <a:solidFill>
                  <a:schemeClr val="bg1"/>
                </a:solidFill>
              </a:rPr>
              <a:t> &amp; </a:t>
            </a:r>
            <a:r>
              <a:rPr lang="en-IN" sz="1400" dirty="0">
                <a:solidFill>
                  <a:schemeClr val="bg1"/>
                </a:solidFill>
                <a:hlinkClick r:id="rId4"/>
              </a:rPr>
              <a:t>Ben Robinson</a:t>
            </a:r>
            <a:endParaRPr lang="en-IN" sz="1400" dirty="0">
              <a:solidFill>
                <a:schemeClr val="bg1"/>
              </a:solidFill>
            </a:endParaRPr>
          </a:p>
        </p:txBody>
      </p:sp>
      <p:sp>
        <p:nvSpPr>
          <p:cNvPr id="49" name="Content Placeholder 2">
            <a:extLst>
              <a:ext uri="{FF2B5EF4-FFF2-40B4-BE49-F238E27FC236}">
                <a16:creationId xmlns:a16="http://schemas.microsoft.com/office/drawing/2014/main" id="{3EB89CDD-E6D5-9722-0C01-D62B3EC439ED}"/>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223A7FEB-046D-9277-56F0-36C0EC42D87C}"/>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p:txBody>
      </p:sp>
      <p:sp>
        <p:nvSpPr>
          <p:cNvPr id="55" name="Content Placeholder 2">
            <a:extLst>
              <a:ext uri="{FF2B5EF4-FFF2-40B4-BE49-F238E27FC236}">
                <a16:creationId xmlns:a16="http://schemas.microsoft.com/office/drawing/2014/main" id="{E336E730-7E9C-6830-0E80-40408EA31217}"/>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B515E2FD-DE0E-E6F3-F973-9315E8581C9D}"/>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4E3CEA58-F720-2FA5-2931-ABF349ED86B6}"/>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469CF358-E111-F36C-7F4A-15C84FC3E880}"/>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Europe Central</a:t>
            </a:r>
          </a:p>
        </p:txBody>
      </p:sp>
      <p:cxnSp>
        <p:nvCxnSpPr>
          <p:cNvPr id="5" name="Straight Connector 4">
            <a:extLst>
              <a:ext uri="{FF2B5EF4-FFF2-40B4-BE49-F238E27FC236}">
                <a16:creationId xmlns:a16="http://schemas.microsoft.com/office/drawing/2014/main" id="{35B7F418-4F5D-A8A4-7732-7169FE0FF92C}"/>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5A5918A9-9703-D3FE-DB11-01158A65DD24}"/>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1974069-EB1F-0FD6-7CEB-3448974F0EBD}"/>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50574446-6908-9998-E083-AFE5D1C9D29A}"/>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D4C4E36D-B26E-A2D4-8EF8-F88730B700D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28DA6B21-DE4A-42AE-ECC6-5562DFF97DE3}"/>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71</a:t>
            </a:fld>
            <a:endParaRPr lang="en-US"/>
          </a:p>
        </p:txBody>
      </p:sp>
      <p:sp>
        <p:nvSpPr>
          <p:cNvPr id="7" name="TextBox 6">
            <a:extLst>
              <a:ext uri="{FF2B5EF4-FFF2-40B4-BE49-F238E27FC236}">
                <a16:creationId xmlns:a16="http://schemas.microsoft.com/office/drawing/2014/main" id="{CF2D933A-A449-28FC-E4FC-B2290A34BA93}"/>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36440649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F408D-CED6-A028-9E9D-A02587FDF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46B01-F17A-EA47-9BAC-096CADD76EB0}"/>
              </a:ext>
            </a:extLst>
          </p:cNvPr>
          <p:cNvSpPr>
            <a:spLocks noGrp="1"/>
          </p:cNvSpPr>
          <p:nvPr>
            <p:ph type="title"/>
          </p:nvPr>
        </p:nvSpPr>
        <p:spPr/>
        <p:txBody>
          <a:bodyPr/>
          <a:lstStyle/>
          <a:p>
            <a:r>
              <a:rPr lang="en-IN" sz="3200" dirty="0">
                <a:solidFill>
                  <a:schemeClr val="bg1"/>
                </a:solidFill>
              </a:rPr>
              <a:t>E-commerce Platform Replacement</a:t>
            </a:r>
          </a:p>
        </p:txBody>
      </p:sp>
      <p:sp>
        <p:nvSpPr>
          <p:cNvPr id="6" name="Text Placeholder 92">
            <a:extLst>
              <a:ext uri="{FF2B5EF4-FFF2-40B4-BE49-F238E27FC236}">
                <a16:creationId xmlns:a16="http://schemas.microsoft.com/office/drawing/2014/main" id="{9091FB94-738E-621A-5311-6725AE93533B}"/>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8F444060-69AD-0058-B3F5-F3763198FD71}"/>
              </a:ext>
            </a:extLst>
          </p:cNvPr>
          <p:cNvSpPr txBox="1">
            <a:spLocks/>
          </p:cNvSpPr>
          <p:nvPr/>
        </p:nvSpPr>
        <p:spPr>
          <a:xfrm>
            <a:off x="485523" y="1373733"/>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client was undertaking a program to replace their existing e-commerce platform, which accounted for 40% of the company's total revenue.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They faced challenges related to efficiency and governance within their current program setup and sought assistance in establishing a structured approach to drive the program effectively.</a:t>
            </a:r>
          </a:p>
        </p:txBody>
      </p:sp>
      <p:sp>
        <p:nvSpPr>
          <p:cNvPr id="9" name="Text Placeholder 92">
            <a:extLst>
              <a:ext uri="{FF2B5EF4-FFF2-40B4-BE49-F238E27FC236}">
                <a16:creationId xmlns:a16="http://schemas.microsoft.com/office/drawing/2014/main" id="{49F7DB74-C37C-FCB3-56FC-417700C864B2}"/>
              </a:ext>
            </a:extLst>
          </p:cNvPr>
          <p:cNvSpPr txBox="1">
            <a:spLocks/>
          </p:cNvSpPr>
          <p:nvPr/>
        </p:nvSpPr>
        <p:spPr>
          <a:xfrm>
            <a:off x="483827" y="266276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7D6A300F-FA78-4482-E467-F7A41210430E}"/>
              </a:ext>
            </a:extLst>
          </p:cNvPr>
          <p:cNvSpPr txBox="1">
            <a:spLocks/>
          </p:cNvSpPr>
          <p:nvPr/>
        </p:nvSpPr>
        <p:spPr>
          <a:xfrm>
            <a:off x="483827" y="2991116"/>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supported the client by designing, implementing and driving a new governance model tailored to their needs. This support included: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Conducting a comprehensive assessment of the current state of the program.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Designing and implementing a robust governance model to enhance program oversight.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Driving the program forward by leading the Project Management Office (PMO) to ensure alignment, collaboration and effective execution, including status, risk management and dependency management.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Establishing a Total Cost of Ownership (TCO) framework for the program.</a:t>
            </a:r>
          </a:p>
        </p:txBody>
      </p:sp>
      <p:sp>
        <p:nvSpPr>
          <p:cNvPr id="12" name="Text Placeholder 92">
            <a:extLst>
              <a:ext uri="{FF2B5EF4-FFF2-40B4-BE49-F238E27FC236}">
                <a16:creationId xmlns:a16="http://schemas.microsoft.com/office/drawing/2014/main" id="{8FD3F38E-9003-CBD0-6E38-84B50C23D3A3}"/>
              </a:ext>
            </a:extLst>
          </p:cNvPr>
          <p:cNvSpPr txBox="1">
            <a:spLocks/>
          </p:cNvSpPr>
          <p:nvPr/>
        </p:nvSpPr>
        <p:spPr>
          <a:xfrm>
            <a:off x="483827" y="4435228"/>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48BEEE9B-C963-CB16-B893-B611DB1527D5}"/>
              </a:ext>
            </a:extLst>
          </p:cNvPr>
          <p:cNvSpPr txBox="1">
            <a:spLocks/>
          </p:cNvSpPr>
          <p:nvPr/>
        </p:nvSpPr>
        <p:spPr>
          <a:xfrm>
            <a:off x="483827" y="4763580"/>
            <a:ext cx="10500519" cy="17373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played a pivotal role in supporting the client by establishing a new governance model and leading the Project Management Office (PMO). Through effective facilitation of communication and collaboration among diverse teams, EY ensured alignment with the organization's objectives and strategic goals. The key deliverables included: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Assessment report detailing the current state of the program.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 clearly defined governance model and decision-making process, complete with forums for collaboration and steering.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Continuous identification and resolution of risks, issues and dependencies, as well as secured collaboration with relevant stakeholders. The program also identified and ensured decisions were taken in a timely manner.</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Clarity and overview of program costs and budget implications.</a:t>
            </a:r>
          </a:p>
        </p:txBody>
      </p:sp>
      <p:sp>
        <p:nvSpPr>
          <p:cNvPr id="7" name="Slide Number Placeholder 5">
            <a:extLst>
              <a:ext uri="{FF2B5EF4-FFF2-40B4-BE49-F238E27FC236}">
                <a16:creationId xmlns:a16="http://schemas.microsoft.com/office/drawing/2014/main" id="{09A44781-9401-1C3B-F67A-5BAAAD3034B0}"/>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72</a:t>
            </a:fld>
            <a:endParaRPr/>
          </a:p>
        </p:txBody>
      </p:sp>
      <p:cxnSp>
        <p:nvCxnSpPr>
          <p:cNvPr id="15" name="Straight Connector 14">
            <a:extLst>
              <a:ext uri="{FF2B5EF4-FFF2-40B4-BE49-F238E27FC236}">
                <a16:creationId xmlns:a16="http://schemas.microsoft.com/office/drawing/2014/main" id="{BAC6EB59-2F36-2D4C-0E8D-A20D00510EAA}"/>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0AC09AB5-5A3C-1474-176F-D7E304A245F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2468339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F0CEF52-33E0-C6EA-9320-F1E1EDDD4B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691C81-59F5-F676-C9CE-68564FC5312D}"/>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06AF7051-B81B-0F0A-3BAD-D15C19D4479B}"/>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F9259774-E088-F0E0-0BC5-0C20144572E9}"/>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6C2EADF4-8FDA-5160-EEC9-E25E5CD405DB}"/>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2491B885-D288-3FC9-638B-4C7A1842D420}"/>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2025</a:t>
            </a:r>
          </a:p>
        </p:txBody>
      </p:sp>
      <p:sp>
        <p:nvSpPr>
          <p:cNvPr id="42" name="Content Placeholder 2">
            <a:extLst>
              <a:ext uri="{FF2B5EF4-FFF2-40B4-BE49-F238E27FC236}">
                <a16:creationId xmlns:a16="http://schemas.microsoft.com/office/drawing/2014/main" id="{4C220DAE-C7BC-25C9-51DD-6E187EBD8FC7}"/>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A3C1340F-1F3D-7320-6BE5-1F0DE35D3A77}"/>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Malin Andree</a:t>
            </a:r>
            <a:r>
              <a:rPr lang="en-IN" sz="1400" dirty="0">
                <a:solidFill>
                  <a:schemeClr val="bg1"/>
                </a:solidFill>
              </a:rPr>
              <a:t> &amp; </a:t>
            </a:r>
            <a:r>
              <a:rPr lang="en-IN" sz="1400" dirty="0">
                <a:solidFill>
                  <a:schemeClr val="bg1"/>
                </a:solidFill>
                <a:hlinkClick r:id="rId4"/>
              </a:rPr>
              <a:t>Emma Albertz</a:t>
            </a:r>
            <a:endParaRPr lang="en-IN" sz="1400" dirty="0">
              <a:solidFill>
                <a:schemeClr val="bg1"/>
              </a:solidFill>
            </a:endParaRPr>
          </a:p>
        </p:txBody>
      </p:sp>
      <p:sp>
        <p:nvSpPr>
          <p:cNvPr id="49" name="Content Placeholder 2">
            <a:extLst>
              <a:ext uri="{FF2B5EF4-FFF2-40B4-BE49-F238E27FC236}">
                <a16:creationId xmlns:a16="http://schemas.microsoft.com/office/drawing/2014/main" id="{8FCAB48A-6EF6-E1E5-2A51-48538BF3B8C9}"/>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F40F21C4-2839-61A7-3AC1-CBC2D44BB630}"/>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p:txBody>
      </p:sp>
      <p:sp>
        <p:nvSpPr>
          <p:cNvPr id="55" name="Content Placeholder 2">
            <a:extLst>
              <a:ext uri="{FF2B5EF4-FFF2-40B4-BE49-F238E27FC236}">
                <a16:creationId xmlns:a16="http://schemas.microsoft.com/office/drawing/2014/main" id="{7B5BEA95-73BD-C50D-D39E-BC88921A3B97}"/>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02DE46F0-A0A2-B428-50AE-B538EA61CBB2}"/>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40E6DB0A-76CA-AD7B-A309-3CCE7E62DDFC}"/>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FFF19122-E72C-9C79-487C-2DCBA5BBD4BF}"/>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Europe Central</a:t>
            </a:r>
          </a:p>
        </p:txBody>
      </p:sp>
      <p:cxnSp>
        <p:nvCxnSpPr>
          <p:cNvPr id="5" name="Straight Connector 4">
            <a:extLst>
              <a:ext uri="{FF2B5EF4-FFF2-40B4-BE49-F238E27FC236}">
                <a16:creationId xmlns:a16="http://schemas.microsoft.com/office/drawing/2014/main" id="{DC37471E-C802-5368-C7A8-93B89372EE1D}"/>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1E6333A-D6D7-79A1-46CA-2073618ECFD3}"/>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B02C696-D6EC-CF49-F11A-38FD9CF27ED5}"/>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2A357E83-6323-6A90-D085-1CC0ED7DCBBF}"/>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0D9574C5-B7A5-2DE8-7A09-9F7EE5D25CE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69038D0D-BE99-FD6E-3FA3-B9A44E395C16}"/>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73</a:t>
            </a:fld>
            <a:endParaRPr lang="en-US"/>
          </a:p>
        </p:txBody>
      </p:sp>
      <p:sp>
        <p:nvSpPr>
          <p:cNvPr id="7" name="TextBox 6">
            <a:extLst>
              <a:ext uri="{FF2B5EF4-FFF2-40B4-BE49-F238E27FC236}">
                <a16:creationId xmlns:a16="http://schemas.microsoft.com/office/drawing/2014/main" id="{6DCF86C4-108D-D7C7-B8BF-A1E16440D01E}"/>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17849173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74213-1158-693A-7E74-824222A75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3ADF6-CF4F-E5FE-29CB-F91B333B5B39}"/>
              </a:ext>
            </a:extLst>
          </p:cNvPr>
          <p:cNvSpPr>
            <a:spLocks noGrp="1"/>
          </p:cNvSpPr>
          <p:nvPr>
            <p:ph type="title"/>
          </p:nvPr>
        </p:nvSpPr>
        <p:spPr>
          <a:xfrm>
            <a:off x="485523" y="78052"/>
            <a:ext cx="11224347" cy="470898"/>
          </a:xfrm>
        </p:spPr>
        <p:txBody>
          <a:bodyPr/>
          <a:lstStyle/>
          <a:p>
            <a:r>
              <a:rPr lang="en-US" sz="3200" dirty="0">
                <a:solidFill>
                  <a:schemeClr val="bg1"/>
                </a:solidFill>
              </a:rPr>
              <a:t>Customer Experience Transformation through Digital Signage</a:t>
            </a:r>
            <a:endParaRPr lang="en-IN" sz="3200" dirty="0">
              <a:solidFill>
                <a:schemeClr val="bg1"/>
              </a:solidFill>
            </a:endParaRPr>
          </a:p>
        </p:txBody>
      </p:sp>
      <p:sp>
        <p:nvSpPr>
          <p:cNvPr id="6" name="Text Placeholder 92">
            <a:extLst>
              <a:ext uri="{FF2B5EF4-FFF2-40B4-BE49-F238E27FC236}">
                <a16:creationId xmlns:a16="http://schemas.microsoft.com/office/drawing/2014/main" id="{9C330D89-6BD7-8BEB-183E-8811B7E162CE}"/>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F2970C62-3440-2C67-A11E-72CDA6EE1A86}"/>
              </a:ext>
            </a:extLst>
          </p:cNvPr>
          <p:cNvSpPr txBox="1">
            <a:spLocks/>
          </p:cNvSpPr>
          <p:nvPr/>
        </p:nvSpPr>
        <p:spPr>
          <a:xfrm>
            <a:off x="485523" y="1373733"/>
            <a:ext cx="10500519" cy="155448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The client, a leading global quick-service restaurant, launched a transformative program aimed at enhancing menu flexibility to drive customer engagement and align with evolving customer expectations.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Recognizing the need to evolve from traditional printed menus, they sought to implement scalable digital menus across drive-thru and café, with goals to streamline revenue and inventory management.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They aimed to enhance customer engagement across various touchpoints (drive-thru and in-café) while maintaining flexibility in pricing, product features, and inventory management. Additionally, they sought automated revenue management.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50" b="0" i="0" u="none" strike="noStrike" kern="1200" cap="none" spc="0" normalizeH="0" baseline="0" noProof="0" dirty="0">
                <a:ln>
                  <a:noFill/>
                </a:ln>
                <a:solidFill>
                  <a:prstClr val="white"/>
                </a:solidFill>
                <a:effectLst/>
                <a:uLnTx/>
                <a:uFillTx/>
                <a:latin typeface="EYInterstate Light"/>
                <a:ea typeface="+mj-ea"/>
                <a:cs typeface="+mj-cs"/>
              </a:rPr>
              <a:t>Previous failed experiences with other venders led the client to seek EYs expertise. EY relationships with the client led to an introduction, where EYs expertise in digital signage and QSR helped us develop a tailored solution after understanding their challenges.</a:t>
            </a:r>
          </a:p>
        </p:txBody>
      </p:sp>
      <p:sp>
        <p:nvSpPr>
          <p:cNvPr id="9" name="Text Placeholder 92">
            <a:extLst>
              <a:ext uri="{FF2B5EF4-FFF2-40B4-BE49-F238E27FC236}">
                <a16:creationId xmlns:a16="http://schemas.microsoft.com/office/drawing/2014/main" id="{761053A4-D5E6-49A5-29DE-A9AD67943224}"/>
              </a:ext>
            </a:extLst>
          </p:cNvPr>
          <p:cNvSpPr txBox="1">
            <a:spLocks/>
          </p:cNvSpPr>
          <p:nvPr/>
        </p:nvSpPr>
        <p:spPr>
          <a:xfrm>
            <a:off x="483827" y="303242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AC33DFCD-2B70-0AAA-A4D9-2DA8D7AABAFF}"/>
              </a:ext>
            </a:extLst>
          </p:cNvPr>
          <p:cNvSpPr txBox="1">
            <a:spLocks/>
          </p:cNvSpPr>
          <p:nvPr/>
        </p:nvSpPr>
        <p:spPr>
          <a:xfrm>
            <a:off x="483827" y="3360773"/>
            <a:ext cx="10500519" cy="12801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began its engagement with the client in March 2023 to perform a comprehensive Discovery Phase and a 20-month long Implementation Phase for the Digital Signage Program to deliver “Signage Builder”, a custom digital signage content management system (CMS) and digital menu board application.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To address the client’s needs, EY assembled a cross-functional team spanning Business Design, Innovation &amp; Experience Design, Data &amp; Analytics, and Digital Transformation Services to deliver across Product, Development, Design, and Content Testing workstreams.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goal is to empower the client with an industry-leading digital solution that not only enhances customer engagement, but also enables dynamic pricing, dayparting, and marketing promotions.</a:t>
            </a:r>
          </a:p>
        </p:txBody>
      </p:sp>
      <p:sp>
        <p:nvSpPr>
          <p:cNvPr id="12" name="Text Placeholder 92">
            <a:extLst>
              <a:ext uri="{FF2B5EF4-FFF2-40B4-BE49-F238E27FC236}">
                <a16:creationId xmlns:a16="http://schemas.microsoft.com/office/drawing/2014/main" id="{533BEBE8-4255-53FA-4F11-E275861C175B}"/>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9356BCB6-A824-84A7-1B84-1499E47444AF}"/>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 just 12 months, EY progressed from a concept to scale of the digital platform through strong collaboration between end-to-end team and client teams.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Signage Builder has been deployed to all 2,000+ U.S. Company owned Digital Stores.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Clients’ new content management system will not only allow them to create new and exciting menus faster; they will also be able to automatically adjust products, prices, and offerings in real-time, unlocking dynamic menu and revenue management capabilities.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By reducing marketing complexity, delivering real-time updates, and empowering marketers with new tools, EY is positioning the client as a leader in QSR in digital innovation, and equipping their teams to meet growing customer demands in the digital age.</a:t>
            </a:r>
          </a:p>
        </p:txBody>
      </p:sp>
      <p:sp>
        <p:nvSpPr>
          <p:cNvPr id="7" name="Slide Number Placeholder 5">
            <a:extLst>
              <a:ext uri="{FF2B5EF4-FFF2-40B4-BE49-F238E27FC236}">
                <a16:creationId xmlns:a16="http://schemas.microsoft.com/office/drawing/2014/main" id="{197BC744-4F16-F419-16ED-07CFB4C083BA}"/>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74</a:t>
            </a:fld>
            <a:endParaRPr/>
          </a:p>
        </p:txBody>
      </p:sp>
      <p:cxnSp>
        <p:nvCxnSpPr>
          <p:cNvPr id="15" name="Straight Connector 14">
            <a:extLst>
              <a:ext uri="{FF2B5EF4-FFF2-40B4-BE49-F238E27FC236}">
                <a16:creationId xmlns:a16="http://schemas.microsoft.com/office/drawing/2014/main" id="{E8535DAB-D7F9-1859-A882-A5C16ED6ED61}"/>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7CE83AAF-F5E3-6759-0880-E20141EEB32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0635874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495B3983-C5FC-07EB-5A73-C1CF72E277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1DBFCD-2B39-4CB7-519F-6173105CBAD7}"/>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0723222F-AF07-0CF9-8122-8BC024420549}"/>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4A8872F0-E4D6-238D-AEA6-7DC29730FBAF}"/>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Starbucks Corporation</a:t>
            </a:r>
          </a:p>
        </p:txBody>
      </p:sp>
      <p:sp>
        <p:nvSpPr>
          <p:cNvPr id="37" name="Content Placeholder 2">
            <a:extLst>
              <a:ext uri="{FF2B5EF4-FFF2-40B4-BE49-F238E27FC236}">
                <a16:creationId xmlns:a16="http://schemas.microsoft.com/office/drawing/2014/main" id="{66AF9F70-A853-9593-C691-C819CC7CD746}"/>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9F7F1F87-2785-C787-00E4-3F884004745F}"/>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 March 2023</a:t>
            </a:r>
          </a:p>
        </p:txBody>
      </p:sp>
      <p:sp>
        <p:nvSpPr>
          <p:cNvPr id="42" name="Content Placeholder 2">
            <a:extLst>
              <a:ext uri="{FF2B5EF4-FFF2-40B4-BE49-F238E27FC236}">
                <a16:creationId xmlns:a16="http://schemas.microsoft.com/office/drawing/2014/main" id="{23C338CE-C752-0872-560D-619409676E05}"/>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2D0ADA2B-5989-E323-7E94-2B9D6FFABCF1}"/>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prstClr val="white"/>
                </a:solidFill>
                <a:latin typeface="EYInterstate Light" panose="02000506000000020004" pitchFamily="2" charset="0"/>
                <a:hlinkClick r:id="rId3"/>
              </a:rPr>
              <a:t>Audi Rowe</a:t>
            </a:r>
            <a:endParaRPr lang="en-IN" sz="1400" dirty="0">
              <a:solidFill>
                <a:schemeClr val="bg1"/>
              </a:solidFill>
            </a:endParaRPr>
          </a:p>
        </p:txBody>
      </p:sp>
      <p:sp>
        <p:nvSpPr>
          <p:cNvPr id="49" name="Content Placeholder 2">
            <a:extLst>
              <a:ext uri="{FF2B5EF4-FFF2-40B4-BE49-F238E27FC236}">
                <a16:creationId xmlns:a16="http://schemas.microsoft.com/office/drawing/2014/main" id="{C022C55D-B18D-83F3-224D-9D4D6C7C3869}"/>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95B8ACC3-A688-08B9-F49B-D044334A4D9C}"/>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https://discovercontent.ey.net/crd24113ezs1fkft</a:t>
            </a:r>
            <a:r>
              <a:rPr lang="en-US" sz="1400" dirty="0">
                <a:solidFill>
                  <a:schemeClr val="bg1"/>
                </a:solidFill>
              </a:rPr>
              <a:t> </a:t>
            </a:r>
          </a:p>
        </p:txBody>
      </p:sp>
      <p:sp>
        <p:nvSpPr>
          <p:cNvPr id="55" name="Content Placeholder 2">
            <a:extLst>
              <a:ext uri="{FF2B5EF4-FFF2-40B4-BE49-F238E27FC236}">
                <a16:creationId xmlns:a16="http://schemas.microsoft.com/office/drawing/2014/main" id="{4DD56A05-3570-4086-F32E-39982ADAC309}"/>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D3D54AF3-B679-6DBC-6777-92ADB32DA7C5}"/>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62B368F2-CE6E-CAC4-C0FE-69CB38E021AB}"/>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F3F459FA-ED2B-4DEE-1600-C970B34322B9}"/>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Canada, USLI &amp; Global</a:t>
            </a:r>
          </a:p>
        </p:txBody>
      </p:sp>
      <p:cxnSp>
        <p:nvCxnSpPr>
          <p:cNvPr id="5" name="Straight Connector 4">
            <a:extLst>
              <a:ext uri="{FF2B5EF4-FFF2-40B4-BE49-F238E27FC236}">
                <a16:creationId xmlns:a16="http://schemas.microsoft.com/office/drawing/2014/main" id="{9D09BA34-F037-3516-8FB5-4D998FA322D3}"/>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74E2F88-B271-6AE1-4B81-BFF60B5A94E2}"/>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8E972F6-3829-B0D8-E852-E2853EF882D2}"/>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C412FA21-B49F-2AB7-1E60-9EDCA49AE305}"/>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21576571-387D-7E9F-7764-8882DA0B4AF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49B4FF72-3FD1-0C3F-F2B1-99D4AD72D629}"/>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75</a:t>
            </a:fld>
            <a:endParaRPr lang="en-US"/>
          </a:p>
        </p:txBody>
      </p:sp>
      <p:sp>
        <p:nvSpPr>
          <p:cNvPr id="7" name="TextBox 6">
            <a:extLst>
              <a:ext uri="{FF2B5EF4-FFF2-40B4-BE49-F238E27FC236}">
                <a16:creationId xmlns:a16="http://schemas.microsoft.com/office/drawing/2014/main" id="{153FCE08-A481-09DA-0FCF-DA64D3BFEEAE}"/>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21463694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BE08F-9C0A-3B87-F090-1049A973C1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E3EBA-022B-65D8-6BA6-751991FD7F62}"/>
              </a:ext>
            </a:extLst>
          </p:cNvPr>
          <p:cNvSpPr>
            <a:spLocks noGrp="1"/>
          </p:cNvSpPr>
          <p:nvPr>
            <p:ph type="title"/>
          </p:nvPr>
        </p:nvSpPr>
        <p:spPr/>
        <p:txBody>
          <a:bodyPr/>
          <a:lstStyle/>
          <a:p>
            <a:r>
              <a:rPr lang="en-US" sz="3200" dirty="0">
                <a:solidFill>
                  <a:schemeClr val="bg1"/>
                </a:solidFill>
              </a:rPr>
              <a:t>Fulfillment Systems with OMS Overhaul and Enhanced CX</a:t>
            </a:r>
            <a:endParaRPr lang="en-IN" sz="3200" dirty="0">
              <a:solidFill>
                <a:schemeClr val="bg1"/>
              </a:solidFill>
            </a:endParaRPr>
          </a:p>
        </p:txBody>
      </p:sp>
      <p:sp>
        <p:nvSpPr>
          <p:cNvPr id="6" name="Text Placeholder 92">
            <a:extLst>
              <a:ext uri="{FF2B5EF4-FFF2-40B4-BE49-F238E27FC236}">
                <a16:creationId xmlns:a16="http://schemas.microsoft.com/office/drawing/2014/main" id="{311DC0EB-BE42-DE53-9966-0DBF77925A0A}"/>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92663A3B-7359-4736-698E-D3F3C1844063}"/>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The client, a leading B2B cash-and-carry grocery retailer operating serving enterprise and mid-size retailers across Thailand. The digital O2O model consisted of small, mid-size retailers placing bulk orders from their online channels which are fulfilled by stores in the region. The client was facing challenges across customer experience, marketing, order, inventory and warehouse management.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The customer was using Shopify as its customer facing e-commerce platform and OMS limiting aspirations to scale across multiple channels and enabling complex channel integrations, license and platform management costs were also high. Existing client Order Management System also had synchronous order processing issues and was incapable of handling large order volumes in-line with business growth aspirations.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In-store Pick and Pack System had very low adoption/utilization and usage rate from stores because store associates found it more difficult to process orders. The existing fulfillment systems had delayed order sync issues resulting in poor inventory management, reduced OTIF and inaccurate order shipments.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The retailer also lacked an engaging app with features to inspire users to shop from the app causing limited stickiness, lower retention and higher churn. Customer service was also lagging behind competition as client users were unable to contact CS using the app and had to use channels on social media messaging apps like LINE.</a:t>
            </a:r>
            <a:endParaRPr kumimoji="0" lang="en-IN"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C1033469-49A9-0628-7F16-008ECD982CB5}"/>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5F061355-C2DF-F98B-B772-1A7DEDB94BF7}"/>
              </a:ext>
            </a:extLst>
          </p:cNvPr>
          <p:cNvSpPr txBox="1">
            <a:spLocks/>
          </p:cNvSpPr>
          <p:nvPr/>
        </p:nvSpPr>
        <p:spPr>
          <a:xfrm>
            <a:off x="483827" y="3487237"/>
            <a:ext cx="10500519" cy="10058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EY supported critical transformation program to overhaul fulfillment systems. This included: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Decommission old OMS and define the roadmap for scaled version of a new OMS system (Medusa) built on micro-service oriented, Kafka event-driven architecture, tailored to help retailer integrate with multiple channels and cater to future omni-channel needs.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Perform analysis of as-is order management and store-based fulfillment processes for the new OMS being built.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White-boarding, blue-printing and PRD for new store-based WMS. Build and release mission critical features to achieve commercial objectives and pain-points to help support.</a:t>
            </a:r>
          </a:p>
        </p:txBody>
      </p:sp>
      <p:sp>
        <p:nvSpPr>
          <p:cNvPr id="12" name="Text Placeholder 92">
            <a:extLst>
              <a:ext uri="{FF2B5EF4-FFF2-40B4-BE49-F238E27FC236}">
                <a16:creationId xmlns:a16="http://schemas.microsoft.com/office/drawing/2014/main" id="{76FE6FF9-765C-E709-A8B9-CB8F5942C869}"/>
              </a:ext>
            </a:extLst>
          </p:cNvPr>
          <p:cNvSpPr txBox="1">
            <a:spLocks/>
          </p:cNvSpPr>
          <p:nvPr/>
        </p:nvSpPr>
        <p:spPr>
          <a:xfrm>
            <a:off x="483827" y="4581148"/>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Benefits</a:t>
            </a:r>
          </a:p>
        </p:txBody>
      </p:sp>
      <p:sp>
        <p:nvSpPr>
          <p:cNvPr id="14" name="Text Placeholder 2">
            <a:extLst>
              <a:ext uri="{FF2B5EF4-FFF2-40B4-BE49-F238E27FC236}">
                <a16:creationId xmlns:a16="http://schemas.microsoft.com/office/drawing/2014/main" id="{959332DA-EDE9-282B-14F6-55548E7B1BC0}"/>
              </a:ext>
            </a:extLst>
          </p:cNvPr>
          <p:cNvSpPr txBox="1">
            <a:spLocks/>
          </p:cNvSpPr>
          <p:nvPr/>
        </p:nvSpPr>
        <p:spPr>
          <a:xfrm>
            <a:off x="483827" y="4909500"/>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30% improvement in weighted fresh sales. 2.5% increase in GMV by enabling store pick-up options.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Maintain OTIF levels above 95% and perfect order levels above 95% by reducing synchronous order processing issues and enabling a scaled order management system.</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De-</a:t>
            </a:r>
            <a:r>
              <a:rPr kumimoji="0" lang="en-US" b="0" i="0" u="none" strike="noStrike" kern="1200" cap="none" spc="0" normalizeH="0" baseline="0" noProof="0" dirty="0" err="1">
                <a:ln>
                  <a:noFill/>
                </a:ln>
                <a:solidFill>
                  <a:prstClr val="white"/>
                </a:solidFill>
                <a:effectLst/>
                <a:uLnTx/>
                <a:uFillTx/>
                <a:latin typeface="EYInterstate Light"/>
                <a:ea typeface="+mj-ea"/>
                <a:cs typeface="+mj-cs"/>
              </a:rPr>
              <a:t>comissioning</a:t>
            </a:r>
            <a:r>
              <a:rPr kumimoji="0" lang="en-US" b="0" i="0" u="none" strike="noStrike" kern="1200" cap="none" spc="0" normalizeH="0" baseline="0" noProof="0" dirty="0">
                <a:ln>
                  <a:noFill/>
                </a:ln>
                <a:solidFill>
                  <a:prstClr val="white"/>
                </a:solidFill>
                <a:effectLst/>
                <a:uLnTx/>
                <a:uFillTx/>
                <a:latin typeface="EYInterstate Light"/>
                <a:ea typeface="+mj-ea"/>
                <a:cs typeface="+mj-cs"/>
              </a:rPr>
              <a:t> Shopify and client software order management system leading to annual savings of </a:t>
            </a:r>
            <a:r>
              <a:rPr kumimoji="0" lang="en-US" b="0" i="0" u="none" strike="noStrike" kern="1200" cap="none" spc="0" normalizeH="0" baseline="0" noProof="0" dirty="0" err="1">
                <a:ln>
                  <a:noFill/>
                </a:ln>
                <a:solidFill>
                  <a:prstClr val="white"/>
                </a:solidFill>
                <a:effectLst/>
                <a:uLnTx/>
                <a:uFillTx/>
                <a:latin typeface="EYInterstate Light"/>
                <a:ea typeface="+mj-ea"/>
                <a:cs typeface="+mj-cs"/>
              </a:rPr>
              <a:t>upto</a:t>
            </a:r>
            <a:r>
              <a:rPr kumimoji="0" lang="en-US" b="0" i="0" u="none" strike="noStrike" kern="1200" cap="none" spc="0" normalizeH="0" baseline="0" noProof="0" dirty="0">
                <a:ln>
                  <a:noFill/>
                </a:ln>
                <a:solidFill>
                  <a:prstClr val="white"/>
                </a:solidFill>
                <a:effectLst/>
                <a:uLnTx/>
                <a:uFillTx/>
                <a:latin typeface="EYInterstate Light"/>
                <a:ea typeface="+mj-ea"/>
                <a:cs typeface="+mj-cs"/>
              </a:rPr>
              <a:t> 170 </a:t>
            </a:r>
            <a:r>
              <a:rPr kumimoji="0" lang="en-US" b="0" i="0" u="none" strike="noStrike" kern="1200" cap="none" spc="0" normalizeH="0" baseline="0" noProof="0" dirty="0" err="1">
                <a:ln>
                  <a:noFill/>
                </a:ln>
                <a:solidFill>
                  <a:prstClr val="white"/>
                </a:solidFill>
                <a:effectLst/>
                <a:uLnTx/>
                <a:uFillTx/>
                <a:latin typeface="EYInterstate Light"/>
                <a:ea typeface="+mj-ea"/>
                <a:cs typeface="+mj-cs"/>
              </a:rPr>
              <a:t>mn</a:t>
            </a:r>
            <a:r>
              <a:rPr kumimoji="0" lang="en-US" b="0" i="0" u="none" strike="noStrike" kern="1200" cap="none" spc="0" normalizeH="0" baseline="0" noProof="0" dirty="0">
                <a:ln>
                  <a:noFill/>
                </a:ln>
                <a:solidFill>
                  <a:prstClr val="white"/>
                </a:solidFill>
                <a:effectLst/>
                <a:uLnTx/>
                <a:uFillTx/>
                <a:latin typeface="EYInterstate Light"/>
                <a:ea typeface="+mj-ea"/>
                <a:cs typeface="+mj-cs"/>
              </a:rPr>
              <a:t> USD (5.6 bn THB) and replacing it with a micro-service oriented </a:t>
            </a:r>
            <a:r>
              <a:rPr kumimoji="0" lang="en-US" b="0" i="0" u="none" strike="noStrike" kern="1200" cap="none" spc="0" normalizeH="0" baseline="0" noProof="0" dirty="0" err="1">
                <a:ln>
                  <a:noFill/>
                </a:ln>
                <a:solidFill>
                  <a:prstClr val="white"/>
                </a:solidFill>
                <a:effectLst/>
                <a:uLnTx/>
                <a:uFillTx/>
                <a:latin typeface="EYInterstate Light"/>
                <a:ea typeface="+mj-ea"/>
                <a:cs typeface="+mj-cs"/>
              </a:rPr>
              <a:t>kafka</a:t>
            </a:r>
            <a:r>
              <a:rPr kumimoji="0" lang="en-US" b="0" i="0" u="none" strike="noStrike" kern="1200" cap="none" spc="0" normalizeH="0" baseline="0" noProof="0" dirty="0">
                <a:ln>
                  <a:noFill/>
                </a:ln>
                <a:solidFill>
                  <a:prstClr val="white"/>
                </a:solidFill>
                <a:effectLst/>
                <a:uLnTx/>
                <a:uFillTx/>
                <a:latin typeface="EYInterstate Light"/>
                <a:ea typeface="+mj-ea"/>
                <a:cs typeface="+mj-cs"/>
              </a:rPr>
              <a:t> based event driven OMS.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Optimize delivery slot utilization by 12% to reduce dropped sales. Enabled perfect order related KPI tracking for last mile and customer support teams. Reduction in customer social media complaints by </a:t>
            </a:r>
            <a:r>
              <a:rPr kumimoji="0" lang="en-US" b="0" i="0" u="none" strike="noStrike" kern="1200" cap="none" spc="0" normalizeH="0" baseline="0" noProof="0" dirty="0" err="1">
                <a:ln>
                  <a:noFill/>
                </a:ln>
                <a:solidFill>
                  <a:prstClr val="white"/>
                </a:solidFill>
                <a:effectLst/>
                <a:uLnTx/>
                <a:uFillTx/>
                <a:latin typeface="EYInterstate Light"/>
                <a:ea typeface="+mj-ea"/>
                <a:cs typeface="+mj-cs"/>
              </a:rPr>
              <a:t>upto</a:t>
            </a:r>
            <a:r>
              <a:rPr kumimoji="0" lang="en-US" b="0" i="0" u="none" strike="noStrike" kern="1200" cap="none" spc="0" normalizeH="0" baseline="0" noProof="0" dirty="0">
                <a:ln>
                  <a:noFill/>
                </a:ln>
                <a:solidFill>
                  <a:prstClr val="white"/>
                </a:solidFill>
                <a:effectLst/>
                <a:uLnTx/>
                <a:uFillTx/>
                <a:latin typeface="EYInterstate Light"/>
                <a:ea typeface="+mj-ea"/>
                <a:cs typeface="+mj-cs"/>
              </a:rPr>
              <a:t> 80%. UI/UX Transformation by enabling customer friendly mobile and email notifications.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b="0" i="0" u="none" strike="noStrike" kern="1200" cap="none" spc="0" normalizeH="0" baseline="0" noProof="0" dirty="0">
                <a:ln>
                  <a:noFill/>
                </a:ln>
                <a:solidFill>
                  <a:prstClr val="white"/>
                </a:solidFill>
                <a:effectLst/>
                <a:uLnTx/>
                <a:uFillTx/>
                <a:latin typeface="EYInterstate Light"/>
                <a:ea typeface="+mj-ea"/>
                <a:cs typeface="+mj-cs"/>
              </a:rPr>
              <a:t>Drive implementation for new store-based WMS by driving discussions with key stakeholders and defining PRD. Due to very high user adoptability and acceptance, EY rolled out </a:t>
            </a:r>
            <a:r>
              <a:rPr kumimoji="0" lang="en-US" b="0" i="0" u="none" strike="noStrike" kern="1200" cap="none" spc="0" normalizeH="0" baseline="0" noProof="0" dirty="0" err="1">
                <a:ln>
                  <a:noFill/>
                </a:ln>
                <a:solidFill>
                  <a:prstClr val="white"/>
                </a:solidFill>
                <a:effectLst/>
                <a:uLnTx/>
                <a:uFillTx/>
                <a:latin typeface="EYInterstate Light"/>
                <a:ea typeface="+mj-ea"/>
                <a:cs typeface="+mj-cs"/>
              </a:rPr>
              <a:t>iWMS</a:t>
            </a:r>
            <a:r>
              <a:rPr kumimoji="0" lang="en-US" b="0" i="0" u="none" strike="noStrike" kern="1200" cap="none" spc="0" normalizeH="0" baseline="0" noProof="0" dirty="0">
                <a:ln>
                  <a:noFill/>
                </a:ln>
                <a:solidFill>
                  <a:prstClr val="white"/>
                </a:solidFill>
                <a:effectLst/>
                <a:uLnTx/>
                <a:uFillTx/>
                <a:latin typeface="EYInterstate Light"/>
                <a:ea typeface="+mj-ea"/>
                <a:cs typeface="+mj-cs"/>
              </a:rPr>
              <a:t> to more than 150 stores in less than 4 months without major issues. Increased Picker productivity by doubling the number of orders picked for </a:t>
            </a:r>
            <a:r>
              <a:rPr kumimoji="0" lang="en-US" b="0" i="0" u="none" strike="noStrike" kern="1200" cap="none" spc="0" normalizeH="0" baseline="0" noProof="0" dirty="0" err="1">
                <a:ln>
                  <a:noFill/>
                </a:ln>
                <a:solidFill>
                  <a:prstClr val="white"/>
                </a:solidFill>
                <a:effectLst/>
                <a:uLnTx/>
                <a:uFillTx/>
                <a:latin typeface="EYInterstate Light"/>
                <a:ea typeface="+mj-ea"/>
                <a:cs typeface="+mj-cs"/>
              </a:rPr>
              <a:t>upto</a:t>
            </a:r>
            <a:r>
              <a:rPr kumimoji="0" lang="en-US" b="0" i="0" u="none" strike="noStrike" kern="1200" cap="none" spc="0" normalizeH="0" baseline="0" noProof="0" dirty="0">
                <a:ln>
                  <a:noFill/>
                </a:ln>
                <a:solidFill>
                  <a:prstClr val="white"/>
                </a:solidFill>
                <a:effectLst/>
                <a:uLnTx/>
                <a:uFillTx/>
                <a:latin typeface="EYInterstate Light"/>
                <a:ea typeface="+mj-ea"/>
                <a:cs typeface="+mj-cs"/>
              </a:rPr>
              <a:t> 80% for the pickers.</a:t>
            </a:r>
          </a:p>
        </p:txBody>
      </p:sp>
      <p:sp>
        <p:nvSpPr>
          <p:cNvPr id="7" name="Slide Number Placeholder 5">
            <a:extLst>
              <a:ext uri="{FF2B5EF4-FFF2-40B4-BE49-F238E27FC236}">
                <a16:creationId xmlns:a16="http://schemas.microsoft.com/office/drawing/2014/main" id="{2F57C02F-35C0-2FC3-5256-FA8CFB96754F}"/>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76</a:t>
            </a:fld>
            <a:endParaRPr/>
          </a:p>
        </p:txBody>
      </p:sp>
      <p:cxnSp>
        <p:nvCxnSpPr>
          <p:cNvPr id="15" name="Straight Connector 14">
            <a:extLst>
              <a:ext uri="{FF2B5EF4-FFF2-40B4-BE49-F238E27FC236}">
                <a16:creationId xmlns:a16="http://schemas.microsoft.com/office/drawing/2014/main" id="{BF856448-BFED-ED9D-8F78-633FDA70BF5F}"/>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BA8C08B1-5216-9662-DC23-70FBEA9D7EA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169311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E457C6B-08C3-E980-54E5-914EA714CC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97F0CF-6E92-F3C4-D12D-364A1C1A29F1}"/>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3EAD7C47-6F1D-5AD3-497B-ACC980D9A804}"/>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4894E198-C73D-7332-E9AF-52356B40F502}"/>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prstClr val="white"/>
                </a:solidFill>
                <a:latin typeface="EYInterstate Light" panose="02000506000000020004" pitchFamily="2" charset="0"/>
              </a:rPr>
              <a:t>CP AXTRA Public Company Limited</a:t>
            </a:r>
            <a:endParaRPr lang="en-IN" sz="1400" dirty="0">
              <a:solidFill>
                <a:schemeClr val="bg1"/>
              </a:solidFill>
            </a:endParaRPr>
          </a:p>
        </p:txBody>
      </p:sp>
      <p:sp>
        <p:nvSpPr>
          <p:cNvPr id="37" name="Content Placeholder 2">
            <a:extLst>
              <a:ext uri="{FF2B5EF4-FFF2-40B4-BE49-F238E27FC236}">
                <a16:creationId xmlns:a16="http://schemas.microsoft.com/office/drawing/2014/main" id="{F049E8DE-E34C-62CD-7C9C-D18CB8808833}"/>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2CEC5955-4C6D-49CB-3714-2BF60AF518C1}"/>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15 March 2023</a:t>
            </a:r>
          </a:p>
        </p:txBody>
      </p:sp>
      <p:sp>
        <p:nvSpPr>
          <p:cNvPr id="42" name="Content Placeholder 2">
            <a:extLst>
              <a:ext uri="{FF2B5EF4-FFF2-40B4-BE49-F238E27FC236}">
                <a16:creationId xmlns:a16="http://schemas.microsoft.com/office/drawing/2014/main" id="{A5C2FBD5-CDF6-94CF-B568-C5D4A14E9EAA}"/>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3B3034F7-C562-8B54-9FEF-A45B0D3A62C7}"/>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Atul Chandna</a:t>
            </a:r>
            <a:endParaRPr lang="en-IN" sz="1400" dirty="0">
              <a:solidFill>
                <a:schemeClr val="bg1"/>
              </a:solidFill>
            </a:endParaRPr>
          </a:p>
        </p:txBody>
      </p:sp>
      <p:sp>
        <p:nvSpPr>
          <p:cNvPr id="49" name="Content Placeholder 2">
            <a:extLst>
              <a:ext uri="{FF2B5EF4-FFF2-40B4-BE49-F238E27FC236}">
                <a16:creationId xmlns:a16="http://schemas.microsoft.com/office/drawing/2014/main" id="{69F43BD8-06F6-A832-E235-925ADEB2DB2A}"/>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5E4EB51E-2F55-2DD9-FAC8-C2709585DB81}"/>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https://discovercontent.ey.net/crd24112wb8riunx</a:t>
            </a:r>
            <a:r>
              <a:rPr lang="en-US" sz="1400" dirty="0">
                <a:solidFill>
                  <a:schemeClr val="bg1"/>
                </a:solidFill>
              </a:rPr>
              <a:t> </a:t>
            </a:r>
          </a:p>
        </p:txBody>
      </p:sp>
      <p:sp>
        <p:nvSpPr>
          <p:cNvPr id="55" name="Content Placeholder 2">
            <a:extLst>
              <a:ext uri="{FF2B5EF4-FFF2-40B4-BE49-F238E27FC236}">
                <a16:creationId xmlns:a16="http://schemas.microsoft.com/office/drawing/2014/main" id="{063741EC-4351-F981-380E-D3573F43CF9D}"/>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7F903132-AAA8-12A0-3AD5-BF77E7803AC6}"/>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0BE78442-A5CB-64D3-E05E-FC09350C7DC4}"/>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267FE4D0-98B8-3D98-97B8-500C954C970D}"/>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Asia East</a:t>
            </a:r>
          </a:p>
        </p:txBody>
      </p:sp>
      <p:cxnSp>
        <p:nvCxnSpPr>
          <p:cNvPr id="5" name="Straight Connector 4">
            <a:extLst>
              <a:ext uri="{FF2B5EF4-FFF2-40B4-BE49-F238E27FC236}">
                <a16:creationId xmlns:a16="http://schemas.microsoft.com/office/drawing/2014/main" id="{3A0A3281-3653-5273-94EB-22373DF2A6B6}"/>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24F7CE3-CA5D-B9AD-CEBE-93323A88E63F}"/>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71BB5C0-577B-D326-5CFA-84DCFC351F67}"/>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FDFFCDB2-44CD-B89A-231C-635238F292D1}"/>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EBE33BFC-2E78-81E3-AF35-49ECC1D6BCE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3FC9A2F8-B519-0EEB-0278-D7E09DA4DDBB}"/>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77</a:t>
            </a:fld>
            <a:endParaRPr lang="en-US"/>
          </a:p>
        </p:txBody>
      </p:sp>
      <p:sp>
        <p:nvSpPr>
          <p:cNvPr id="7" name="TextBox 6">
            <a:extLst>
              <a:ext uri="{FF2B5EF4-FFF2-40B4-BE49-F238E27FC236}">
                <a16:creationId xmlns:a16="http://schemas.microsoft.com/office/drawing/2014/main" id="{0FBE4B1A-B54A-2572-CFD3-9405B23935D8}"/>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6176150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7163B-A4C9-D69A-F98D-F98553276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D7882-9320-7D00-6572-1F0BA4029360}"/>
              </a:ext>
            </a:extLst>
          </p:cNvPr>
          <p:cNvSpPr>
            <a:spLocks noGrp="1"/>
          </p:cNvSpPr>
          <p:nvPr>
            <p:ph type="title"/>
          </p:nvPr>
        </p:nvSpPr>
        <p:spPr>
          <a:xfrm>
            <a:off x="485523" y="78052"/>
            <a:ext cx="11224347" cy="470898"/>
          </a:xfrm>
        </p:spPr>
        <p:txBody>
          <a:bodyPr/>
          <a:lstStyle/>
          <a:p>
            <a:r>
              <a:rPr lang="en-US" sz="3200" dirty="0">
                <a:solidFill>
                  <a:schemeClr val="bg1"/>
                </a:solidFill>
              </a:rPr>
              <a:t>Software Asset Management Review Process and Gap Identification</a:t>
            </a:r>
            <a:endParaRPr lang="en-IN" sz="3200" dirty="0">
              <a:solidFill>
                <a:schemeClr val="bg1"/>
              </a:solidFill>
            </a:endParaRPr>
          </a:p>
        </p:txBody>
      </p:sp>
      <p:sp>
        <p:nvSpPr>
          <p:cNvPr id="6" name="Text Placeholder 92">
            <a:extLst>
              <a:ext uri="{FF2B5EF4-FFF2-40B4-BE49-F238E27FC236}">
                <a16:creationId xmlns:a16="http://schemas.microsoft.com/office/drawing/2014/main" id="{743C97B9-EAC5-25CA-68F6-2EF9490FE063}"/>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AAABC847-EBB9-87CB-375F-E1060D6391E7}"/>
              </a:ext>
            </a:extLst>
          </p:cNvPr>
          <p:cNvSpPr txBox="1">
            <a:spLocks/>
          </p:cNvSpPr>
          <p:nvPr/>
        </p:nvSpPr>
        <p:spPr>
          <a:xfrm>
            <a:off x="485523" y="1373733"/>
            <a:ext cx="10500519" cy="155448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Entitlement and Contract Management: Efficient tracking, management and timely update of software licenses and contracts.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Identification of SaaS Software: Identify all the SaaS applications used in client’s environment.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Unauthorized Software Validation: Validate the SaaS applications in scope and identify the unauthorized SaaS software/applications in use.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Tool coverage and capability check: Assessing the maturity of the tool managing software applications and evaluating the capabilities and saturation of the tool.</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License Position validation for sample applications: Validate the actual usage of select applications basis deployment and compare with license procurements and highlight deviations (if any).</a:t>
            </a:r>
          </a:p>
        </p:txBody>
      </p:sp>
      <p:sp>
        <p:nvSpPr>
          <p:cNvPr id="9" name="Text Placeholder 92">
            <a:extLst>
              <a:ext uri="{FF2B5EF4-FFF2-40B4-BE49-F238E27FC236}">
                <a16:creationId xmlns:a16="http://schemas.microsoft.com/office/drawing/2014/main" id="{8A1EE32A-9FA4-5109-13CF-DC6FEE36B7BC}"/>
              </a:ext>
            </a:extLst>
          </p:cNvPr>
          <p:cNvSpPr txBox="1">
            <a:spLocks/>
          </p:cNvSpPr>
          <p:nvPr/>
        </p:nvSpPr>
        <p:spPr>
          <a:xfrm>
            <a:off x="483827" y="2972132"/>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656511CF-0DE2-31F8-2B35-302D849A58B4}"/>
              </a:ext>
            </a:extLst>
          </p:cNvPr>
          <p:cNvSpPr txBox="1">
            <a:spLocks/>
          </p:cNvSpPr>
          <p:nvPr/>
        </p:nvSpPr>
        <p:spPr>
          <a:xfrm>
            <a:off x="483827" y="3300485"/>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Review key artifacts related to contract and entitlement management, as well as software deployment inventory management.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Evaluate the effectiveness of current inventory tools and gap identification in the organization's Software Asset Management (SAM) process, such as the lack of centralized IT asset management, no system for tracking upcoming contract renewals and inefficient chargeback processes.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Classify software as licensable, freeware, driver etc. based on the installations provided by current inventory tool. Additionally, tag the software as authorized/ unauthorized based on approved software list.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Reconcile the entitlements with deployments for a sample set of products and identify the areas of optimization.</a:t>
            </a:r>
          </a:p>
        </p:txBody>
      </p:sp>
      <p:sp>
        <p:nvSpPr>
          <p:cNvPr id="12" name="Text Placeholder 92">
            <a:extLst>
              <a:ext uri="{FF2B5EF4-FFF2-40B4-BE49-F238E27FC236}">
                <a16:creationId xmlns:a16="http://schemas.microsoft.com/office/drawing/2014/main" id="{B241C595-7C66-7F4C-A693-12B7CF0D0269}"/>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327AC6D3-6349-CA09-5303-2500AD209523}"/>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Identified 87% unauthorized applications present with no corresponding entitlement.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For a sample size of 12 products identified as Shadow IT, an exposure of ZAR 62.3M was identified.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Delivered optimal recommendations to enhance SAM processes in alignment with ISO standards.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Identified 5% of authorized paid versions of products in use to be either EOL or EOS.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Presented recommendations to enhance procurement services and potentially save over ZAR 140K.</a:t>
            </a:r>
          </a:p>
        </p:txBody>
      </p:sp>
      <p:sp>
        <p:nvSpPr>
          <p:cNvPr id="7" name="Slide Number Placeholder 5">
            <a:extLst>
              <a:ext uri="{FF2B5EF4-FFF2-40B4-BE49-F238E27FC236}">
                <a16:creationId xmlns:a16="http://schemas.microsoft.com/office/drawing/2014/main" id="{0A773FF4-3A92-269F-BD43-7D35048CBC27}"/>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78</a:t>
            </a:fld>
            <a:endParaRPr/>
          </a:p>
        </p:txBody>
      </p:sp>
      <p:cxnSp>
        <p:nvCxnSpPr>
          <p:cNvPr id="15" name="Straight Connector 14">
            <a:extLst>
              <a:ext uri="{FF2B5EF4-FFF2-40B4-BE49-F238E27FC236}">
                <a16:creationId xmlns:a16="http://schemas.microsoft.com/office/drawing/2014/main" id="{F98119A7-5215-3C40-2482-C7B6058495AA}"/>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5E093F0F-BF49-9676-5EC1-CC00AE46EB5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26276000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C02B57B-4047-557B-CC96-B11C5E5DCB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E2B0FA-8057-49CD-857A-BD2189C83386}"/>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93B8440C-D726-9778-89A7-3754A394E218}"/>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E79CC55C-03DB-8500-FD59-4C89FDF12950}"/>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THE SPAR GROUP LTD</a:t>
            </a:r>
          </a:p>
        </p:txBody>
      </p:sp>
      <p:sp>
        <p:nvSpPr>
          <p:cNvPr id="37" name="Content Placeholder 2">
            <a:extLst>
              <a:ext uri="{FF2B5EF4-FFF2-40B4-BE49-F238E27FC236}">
                <a16:creationId xmlns:a16="http://schemas.microsoft.com/office/drawing/2014/main" id="{80E058E4-3500-FB92-244B-646898D44859}"/>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63C0231C-AFF2-3F1D-3614-47BB0D4AE1D6}"/>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20 May 2024</a:t>
            </a:r>
          </a:p>
        </p:txBody>
      </p:sp>
      <p:sp>
        <p:nvSpPr>
          <p:cNvPr id="42" name="Content Placeholder 2">
            <a:extLst>
              <a:ext uri="{FF2B5EF4-FFF2-40B4-BE49-F238E27FC236}">
                <a16:creationId xmlns:a16="http://schemas.microsoft.com/office/drawing/2014/main" id="{CE1603E0-C36E-CE28-2E76-40BD5471BE59}"/>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6E1B49DB-CCB7-34A1-7C75-78A4F1478AB5}"/>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prstClr val="white"/>
                </a:solidFill>
                <a:latin typeface="EYInterstate Light" panose="02000506000000020004" pitchFamily="2" charset="0"/>
                <a:hlinkClick r:id="rId3"/>
              </a:rPr>
              <a:t>Maya Ramchandran</a:t>
            </a:r>
            <a:endParaRPr lang="en-IN" sz="1400" dirty="0">
              <a:solidFill>
                <a:schemeClr val="bg1"/>
              </a:solidFill>
            </a:endParaRPr>
          </a:p>
        </p:txBody>
      </p:sp>
      <p:sp>
        <p:nvSpPr>
          <p:cNvPr id="49" name="Content Placeholder 2">
            <a:extLst>
              <a:ext uri="{FF2B5EF4-FFF2-40B4-BE49-F238E27FC236}">
                <a16:creationId xmlns:a16="http://schemas.microsoft.com/office/drawing/2014/main" id="{40DBAC22-AEED-2D57-2D7F-D363624498A0}"/>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423F8DAD-455B-F0ED-594C-F66255DE00B3}"/>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hlinkClick r:id="rId4"/>
              </a:rPr>
              <a:t>https://discovercontent.ey.net/crd24081wasujmjk</a:t>
            </a:r>
            <a:r>
              <a:rPr lang="en-US" sz="1400" dirty="0">
                <a:solidFill>
                  <a:schemeClr val="bg1"/>
                </a:solidFill>
              </a:rPr>
              <a:t> </a:t>
            </a:r>
          </a:p>
        </p:txBody>
      </p:sp>
      <p:sp>
        <p:nvSpPr>
          <p:cNvPr id="55" name="Content Placeholder 2">
            <a:extLst>
              <a:ext uri="{FF2B5EF4-FFF2-40B4-BE49-F238E27FC236}">
                <a16:creationId xmlns:a16="http://schemas.microsoft.com/office/drawing/2014/main" id="{51205858-5946-0727-B35C-EC5EB437875E}"/>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FD098B4E-C680-2E91-A1A6-FC6DB2544CE7}"/>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C9ACCF11-0096-FC9B-22E0-BBFBB088CF24}"/>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9B1F7DA0-2701-CAE3-E937-7F9C1BFE9C45}"/>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200" dirty="0">
                <a:solidFill>
                  <a:schemeClr val="bg1"/>
                </a:solidFill>
              </a:rPr>
              <a:t>Africa India, South Africa, Europe Central &amp; West, MENA &amp; UK&amp;I</a:t>
            </a:r>
          </a:p>
        </p:txBody>
      </p:sp>
      <p:cxnSp>
        <p:nvCxnSpPr>
          <p:cNvPr id="5" name="Straight Connector 4">
            <a:extLst>
              <a:ext uri="{FF2B5EF4-FFF2-40B4-BE49-F238E27FC236}">
                <a16:creationId xmlns:a16="http://schemas.microsoft.com/office/drawing/2014/main" id="{42546911-201A-E39E-4B44-7B0BFD0BECB9}"/>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FA9B17A-ECFB-D5E6-FCE7-2C6CEEE6B37A}"/>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DDF5658-2633-A3EE-92D3-A6209FF19DEC}"/>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BA4BBC02-4394-BC67-CDF6-5D4E132AF29A}"/>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70320698-5E84-6789-0EF9-4ABE1F2496D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4E8D4BF8-DE7F-3742-BE24-C7435D3F80E1}"/>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79</a:t>
            </a:fld>
            <a:endParaRPr lang="en-US"/>
          </a:p>
        </p:txBody>
      </p:sp>
      <p:sp>
        <p:nvSpPr>
          <p:cNvPr id="7" name="TextBox 6">
            <a:extLst>
              <a:ext uri="{FF2B5EF4-FFF2-40B4-BE49-F238E27FC236}">
                <a16:creationId xmlns:a16="http://schemas.microsoft.com/office/drawing/2014/main" id="{F419FE98-6607-DEF4-E005-6F174D242CB9}"/>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2</a:t>
            </a:r>
          </a:p>
        </p:txBody>
      </p:sp>
    </p:spTree>
    <p:extLst>
      <p:ext uri="{BB962C8B-B14F-4D97-AF65-F5344CB8AC3E}">
        <p14:creationId xmlns:p14="http://schemas.microsoft.com/office/powerpoint/2010/main" val="28042485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3CDE5-EBEA-8319-D811-62219AB61D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31755-AC97-A063-7E8C-218C0BA376F6}"/>
              </a:ext>
            </a:extLst>
          </p:cNvPr>
          <p:cNvSpPr>
            <a:spLocks noGrp="1"/>
          </p:cNvSpPr>
          <p:nvPr>
            <p:ph type="title"/>
          </p:nvPr>
        </p:nvSpPr>
        <p:spPr/>
        <p:txBody>
          <a:bodyPr/>
          <a:lstStyle/>
          <a:p>
            <a:r>
              <a:rPr lang="en-IN" sz="3200" dirty="0">
                <a:solidFill>
                  <a:schemeClr val="bg1"/>
                </a:solidFill>
              </a:rPr>
              <a:t>Smart Retail</a:t>
            </a:r>
          </a:p>
        </p:txBody>
      </p:sp>
      <p:sp>
        <p:nvSpPr>
          <p:cNvPr id="6" name="Text Placeholder 92">
            <a:extLst>
              <a:ext uri="{FF2B5EF4-FFF2-40B4-BE49-F238E27FC236}">
                <a16:creationId xmlns:a16="http://schemas.microsoft.com/office/drawing/2014/main" id="{7A216E49-48F7-4583-E747-C9447D55FEBF}"/>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6015E4F7-7550-674E-D95C-455B50A5AB98}"/>
              </a:ext>
            </a:extLst>
          </p:cNvPr>
          <p:cNvSpPr txBox="1">
            <a:spLocks/>
          </p:cNvSpPr>
          <p:nvPr/>
        </p:nvSpPr>
        <p:spPr>
          <a:xfrm>
            <a:off x="485523" y="1373733"/>
            <a:ext cx="10500519" cy="168810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Store sales still account for ~70% of Retail revenues, but these are more under threat from “ultra-fast”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eCom</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competitors (e.g. Shein​) and evolving consumer demand.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Retailers are investing in ​“Smart Retail” (e.g. IoT, AI) to enhance shopping experiences and improve operations.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“Smart Retail” market is growing ~20-30% CAGR ($275b by 2033).</a:t>
            </a:r>
          </a:p>
        </p:txBody>
      </p:sp>
      <p:sp>
        <p:nvSpPr>
          <p:cNvPr id="9" name="Text Placeholder 92">
            <a:extLst>
              <a:ext uri="{FF2B5EF4-FFF2-40B4-BE49-F238E27FC236}">
                <a16:creationId xmlns:a16="http://schemas.microsoft.com/office/drawing/2014/main" id="{95AB8514-98E9-9E69-6D34-2CF8CCEC45A5}"/>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EC087D43-5A21-B5BD-ADD8-15604AEEEE42}"/>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have helped our Retail clients achieve 3-10%+ sales uplift in 6 months via: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E2E support – biz case to scale-out.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Real-time monitoring dashboard.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AI-enabled recommendation engine.</a:t>
            </a:r>
          </a:p>
        </p:txBody>
      </p:sp>
      <p:sp>
        <p:nvSpPr>
          <p:cNvPr id="12" name="Text Placeholder 92">
            <a:extLst>
              <a:ext uri="{FF2B5EF4-FFF2-40B4-BE49-F238E27FC236}">
                <a16:creationId xmlns:a16="http://schemas.microsoft.com/office/drawing/2014/main" id="{AF22F686-7997-46F3-CE37-CB0E4DED7983}"/>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A081D1E3-D971-6C2E-6651-7857A46B6017}"/>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+3-10% Sales uplift.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+3% Gross Proft.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2.0x 5Y ROI.</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98%+ Stock Accuracy.</a:t>
            </a:r>
          </a:p>
        </p:txBody>
      </p:sp>
      <p:sp>
        <p:nvSpPr>
          <p:cNvPr id="7" name="Slide Number Placeholder 5">
            <a:extLst>
              <a:ext uri="{FF2B5EF4-FFF2-40B4-BE49-F238E27FC236}">
                <a16:creationId xmlns:a16="http://schemas.microsoft.com/office/drawing/2014/main" id="{ADAF47F1-CA14-BBB5-1D23-DA68E32335B1}"/>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80</a:t>
            </a:fld>
            <a:endParaRPr/>
          </a:p>
        </p:txBody>
      </p:sp>
      <p:cxnSp>
        <p:nvCxnSpPr>
          <p:cNvPr id="15" name="Straight Connector 14">
            <a:extLst>
              <a:ext uri="{FF2B5EF4-FFF2-40B4-BE49-F238E27FC236}">
                <a16:creationId xmlns:a16="http://schemas.microsoft.com/office/drawing/2014/main" id="{58F917E1-1576-A2B9-0C3C-9F0118878393}"/>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31C6BD8A-C8DD-F178-A7FA-32969CF6838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2832258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D7EC95F-B88A-811B-E4D9-B0B1B01AADA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BE6FB86-A9BB-20EC-AC3E-B8F11DFF5BB0}"/>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3AD45A7E-4FD8-D64D-B0DA-1BF61D00B195}"/>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16BEED8B-3CE3-B055-463C-7CC78B28031C}"/>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A9AEB79D-FF82-7CB7-5713-4D5699AEBF1F}"/>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BF21B0AF-6E9B-6D20-6D5C-AD90651946BA}"/>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June 2024</a:t>
            </a:r>
          </a:p>
        </p:txBody>
      </p:sp>
      <p:sp>
        <p:nvSpPr>
          <p:cNvPr id="42" name="Content Placeholder 2">
            <a:extLst>
              <a:ext uri="{FF2B5EF4-FFF2-40B4-BE49-F238E27FC236}">
                <a16:creationId xmlns:a16="http://schemas.microsoft.com/office/drawing/2014/main" id="{65187111-FE3C-3EAC-77CE-73EB6E810558}"/>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DB41FA68-4367-2441-2DAE-0C77D70D644E}"/>
              </a:ext>
            </a:extLst>
          </p:cNvPr>
          <p:cNvSpPr txBox="1">
            <a:spLocks/>
          </p:cNvSpPr>
          <p:nvPr/>
        </p:nvSpPr>
        <p:spPr>
          <a:xfrm>
            <a:off x="512402" y="3047147"/>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Malin Andree</a:t>
            </a:r>
            <a:r>
              <a:rPr lang="en-IN" sz="1400" dirty="0">
                <a:solidFill>
                  <a:schemeClr val="bg1"/>
                </a:solidFill>
              </a:rPr>
              <a:t> &amp; </a:t>
            </a:r>
            <a:r>
              <a:rPr lang="en-IN" sz="1400" dirty="0">
                <a:solidFill>
                  <a:schemeClr val="bg1"/>
                </a:solidFill>
                <a:hlinkClick r:id="rId4"/>
              </a:rPr>
              <a:t>Deb Sinha Roy</a:t>
            </a:r>
            <a:endParaRPr lang="en-IN" sz="1400" dirty="0">
              <a:solidFill>
                <a:schemeClr val="bg1"/>
              </a:solidFill>
            </a:endParaRPr>
          </a:p>
        </p:txBody>
      </p:sp>
      <p:sp>
        <p:nvSpPr>
          <p:cNvPr id="49" name="Content Placeholder 2">
            <a:extLst>
              <a:ext uri="{FF2B5EF4-FFF2-40B4-BE49-F238E27FC236}">
                <a16:creationId xmlns:a16="http://schemas.microsoft.com/office/drawing/2014/main" id="{552107F2-7D78-F80D-1FDD-2D12D97DC626}"/>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C7A438E0-0FE6-60A0-2B8A-C7A78818B843}"/>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p:txBody>
      </p:sp>
      <p:sp>
        <p:nvSpPr>
          <p:cNvPr id="55" name="Content Placeholder 2">
            <a:extLst>
              <a:ext uri="{FF2B5EF4-FFF2-40B4-BE49-F238E27FC236}">
                <a16:creationId xmlns:a16="http://schemas.microsoft.com/office/drawing/2014/main" id="{1F2CA8EC-B741-F3F3-198C-41E13BA5B947}"/>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C14A2CFC-0B73-B865-86F8-C76A4282A44F}"/>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A5DFA07B-B987-0467-AA59-350383F42792}"/>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4501B560-55B0-85E0-83ED-13152632C939}"/>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Europe Central</a:t>
            </a:r>
          </a:p>
        </p:txBody>
      </p:sp>
      <p:cxnSp>
        <p:nvCxnSpPr>
          <p:cNvPr id="5" name="Straight Connector 4">
            <a:extLst>
              <a:ext uri="{FF2B5EF4-FFF2-40B4-BE49-F238E27FC236}">
                <a16:creationId xmlns:a16="http://schemas.microsoft.com/office/drawing/2014/main" id="{6F96DFFD-2DA9-F43E-7726-7AA61987B1B7}"/>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8F6ACF2D-02AC-5440-7E3B-B0C9419DCF55}"/>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5410A41-9D59-965F-F9DB-77F29B538EE7}"/>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33FCD2B5-36F8-197C-6862-4AA6EB96BD1E}"/>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5" action="ppaction://hlinksldjump"/>
            <a:extLst>
              <a:ext uri="{FF2B5EF4-FFF2-40B4-BE49-F238E27FC236}">
                <a16:creationId xmlns:a16="http://schemas.microsoft.com/office/drawing/2014/main" id="{A3948DF1-7949-2377-5879-4A30C77B9AF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3BF6A934-9F87-3156-884A-0D7FD9DD800F}"/>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81</a:t>
            </a:fld>
            <a:endParaRPr lang="en-US"/>
          </a:p>
        </p:txBody>
      </p:sp>
      <p:sp>
        <p:nvSpPr>
          <p:cNvPr id="7" name="TextBox 6">
            <a:extLst>
              <a:ext uri="{FF2B5EF4-FFF2-40B4-BE49-F238E27FC236}">
                <a16:creationId xmlns:a16="http://schemas.microsoft.com/office/drawing/2014/main" id="{07AFCC79-5D0A-955A-3306-FFDD830C451C}"/>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42236333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BE7B-0C19-E5E9-4396-DA25C5674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5EDB2D-1152-413C-1739-5B6F05B568C2}"/>
              </a:ext>
            </a:extLst>
          </p:cNvPr>
          <p:cNvSpPr>
            <a:spLocks noGrp="1"/>
          </p:cNvSpPr>
          <p:nvPr>
            <p:ph type="title"/>
          </p:nvPr>
        </p:nvSpPr>
        <p:spPr/>
        <p:txBody>
          <a:bodyPr/>
          <a:lstStyle/>
          <a:p>
            <a:r>
              <a:rPr lang="en-IN" sz="3200" dirty="0">
                <a:solidFill>
                  <a:schemeClr val="bg1"/>
                </a:solidFill>
              </a:rPr>
              <a:t>E-commerce pre-study and procurement</a:t>
            </a:r>
          </a:p>
        </p:txBody>
      </p:sp>
      <p:sp>
        <p:nvSpPr>
          <p:cNvPr id="6" name="Text Placeholder 92">
            <a:extLst>
              <a:ext uri="{FF2B5EF4-FFF2-40B4-BE49-F238E27FC236}">
                <a16:creationId xmlns:a16="http://schemas.microsoft.com/office/drawing/2014/main" id="{BA935717-CF80-3912-83D2-038513489C5B}"/>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40C562B3-DD58-798F-F731-AF95CB78A62C}"/>
              </a:ext>
            </a:extLst>
          </p:cNvPr>
          <p:cNvSpPr txBox="1">
            <a:spLocks/>
          </p:cNvSpPr>
          <p:nvPr/>
        </p:nvSpPr>
        <p:spPr>
          <a:xfrm>
            <a:off x="485523" y="1373733"/>
            <a:ext cx="10500519" cy="173736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company is one of Sweden's largest e-commerce fashion retailers. As a result of the ERP-system being highly integrated with an internally developed E-commerce solution, the company wished to replace it for another standardized E-commerce platform. The company also wished to evaluate whether the ERP-system should be replaced.</a:t>
            </a:r>
          </a:p>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The client needed EY to:</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Analyze already started and in-flight procurement initiatives and provide a summary of findings.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Develop a holistic target to-be architecture for the client</a:t>
            </a:r>
            <a:r>
              <a:rPr lang="en-US" sz="1000" dirty="0">
                <a:solidFill>
                  <a:prstClr val="white"/>
                </a:solidFill>
                <a:latin typeface="EYInterstate Light"/>
                <a:ea typeface="+mj-ea"/>
                <a:cs typeface="+mj-cs"/>
              </a:rPr>
              <a:t>.</a:t>
            </a:r>
            <a:endParaRPr kumimoji="0" lang="en-US" sz="10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Provide guidance and leadership in selecting the right ERP and Ecommerce platform that meets the company’s requirements.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Negotiate agreements with solution providers and implementation partners.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Manage the implementation of the new Ecommerce platform, ensuring minimal business disruption, minimizing risk and cost.</a:t>
            </a:r>
          </a:p>
        </p:txBody>
      </p:sp>
      <p:sp>
        <p:nvSpPr>
          <p:cNvPr id="9" name="Text Placeholder 92">
            <a:extLst>
              <a:ext uri="{FF2B5EF4-FFF2-40B4-BE49-F238E27FC236}">
                <a16:creationId xmlns:a16="http://schemas.microsoft.com/office/drawing/2014/main" id="{781601CA-A787-B74F-7C87-589D4BB8A1EB}"/>
              </a:ext>
            </a:extLst>
          </p:cNvPr>
          <p:cNvSpPr txBox="1">
            <a:spLocks/>
          </p:cNvSpPr>
          <p:nvPr/>
        </p:nvSpPr>
        <p:spPr>
          <a:xfrm>
            <a:off x="483827" y="3158884"/>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CF2A5660-FF26-93AB-A90A-28DFBF734D6A}"/>
              </a:ext>
            </a:extLst>
          </p:cNvPr>
          <p:cNvSpPr txBox="1">
            <a:spLocks/>
          </p:cNvSpPr>
          <p:nvPr/>
        </p:nvSpPr>
        <p:spPr>
          <a:xfrm>
            <a:off x="483827" y="3487237"/>
            <a:ext cx="10500519" cy="1155962"/>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Initially, EY supported the company in analyzing the current on-going activities, suggesting suitable system vendors, and creating a detailed target state. In addition, created a holistic view of the technical architecture, emphasizing on the ERP and Ecommerce platforms.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In the Ecommerce procurement process, both platform and the system integrator EY provided support and expertise.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Provided guidance in taking a decision if the client would be able to take on an implementation of a new E-com solution and ERP at the same time.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Overall, EY supported the customer in the full journey from finishing the pre-study to conducting the procurement.</a:t>
            </a:r>
          </a:p>
        </p:txBody>
      </p:sp>
      <p:sp>
        <p:nvSpPr>
          <p:cNvPr id="12" name="Text Placeholder 92">
            <a:extLst>
              <a:ext uri="{FF2B5EF4-FFF2-40B4-BE49-F238E27FC236}">
                <a16:creationId xmlns:a16="http://schemas.microsoft.com/office/drawing/2014/main" id="{CF522D7D-6258-8868-C28A-C35F9890FB31}"/>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85F84B45-3646-3F0C-5449-071C0FF3EB08}"/>
              </a:ext>
            </a:extLst>
          </p:cNvPr>
          <p:cNvSpPr txBox="1">
            <a:spLocks/>
          </p:cNvSpPr>
          <p:nvPr/>
        </p:nvSpPr>
        <p:spPr>
          <a:xfrm>
            <a:off x="483827" y="5045692"/>
            <a:ext cx="10500519" cy="155448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By completing all phases in the project methodology, the client was able to select a new E-com system and vendor and take the decision to wait with replacing the ERP solution after the E-com is implemented. EY supported with project management and business expertise throughout all phases by;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Conducting workshops with business representatives and IT to create a capability map.</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Created a target to-be architecture based on the capability map showing how a new ERP and E-com system would integrate in the client's system landscape.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Creation of use cases for the procurement of the new E-commerce solution.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Developed and compiled material created in all phases e.g., summarized view and analysis of as-is and to-be state and all needed material for the procurement process.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000" b="0" i="0" u="none" strike="noStrike" kern="1200" cap="none" spc="0" normalizeH="0" baseline="0" noProof="0" dirty="0">
                <a:ln>
                  <a:noFill/>
                </a:ln>
                <a:solidFill>
                  <a:prstClr val="white"/>
                </a:solidFill>
                <a:effectLst/>
                <a:uLnTx/>
                <a:uFillTx/>
                <a:latin typeface="EYInterstate Light"/>
                <a:ea typeface="+mj-ea"/>
                <a:cs typeface="+mj-cs"/>
              </a:rPr>
              <a:t>Coordinating vendors and facilitating vendor discussions.</a:t>
            </a:r>
          </a:p>
        </p:txBody>
      </p:sp>
      <p:sp>
        <p:nvSpPr>
          <p:cNvPr id="7" name="Slide Number Placeholder 5">
            <a:extLst>
              <a:ext uri="{FF2B5EF4-FFF2-40B4-BE49-F238E27FC236}">
                <a16:creationId xmlns:a16="http://schemas.microsoft.com/office/drawing/2014/main" id="{45C22073-A739-F735-4830-446DFAB1EA1F}"/>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82</a:t>
            </a:fld>
            <a:endParaRPr/>
          </a:p>
        </p:txBody>
      </p:sp>
      <p:cxnSp>
        <p:nvCxnSpPr>
          <p:cNvPr id="15" name="Straight Connector 14">
            <a:extLst>
              <a:ext uri="{FF2B5EF4-FFF2-40B4-BE49-F238E27FC236}">
                <a16:creationId xmlns:a16="http://schemas.microsoft.com/office/drawing/2014/main" id="{504714CC-7D07-1B2E-B11C-090B556CB628}"/>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B86986C0-0722-E902-E5AF-8AB51565D2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8576790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217C293-1421-6B73-6FA9-4526D7054A4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CEC0356-38FA-84EF-379D-2C5A6E71B52B}"/>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D8271D0C-88F8-FFBF-5EB7-1FCDF29D69EB}"/>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6A839F70-23F9-6642-C452-10DA72E900A0}"/>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B9091309-CDC3-D57E-B22B-9554F800BD72}"/>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31FF8A62-30EC-661C-B788-CF240A1BD98E}"/>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May 2023</a:t>
            </a:r>
          </a:p>
        </p:txBody>
      </p:sp>
      <p:sp>
        <p:nvSpPr>
          <p:cNvPr id="42" name="Content Placeholder 2">
            <a:extLst>
              <a:ext uri="{FF2B5EF4-FFF2-40B4-BE49-F238E27FC236}">
                <a16:creationId xmlns:a16="http://schemas.microsoft.com/office/drawing/2014/main" id="{113FC993-89F7-AE85-053E-039C1D4B8282}"/>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C345E895-EC38-81B0-0499-1CD2ACF0F5C5}"/>
              </a:ext>
            </a:extLst>
          </p:cNvPr>
          <p:cNvSpPr txBox="1">
            <a:spLocks/>
          </p:cNvSpPr>
          <p:nvPr/>
        </p:nvSpPr>
        <p:spPr>
          <a:xfrm>
            <a:off x="512402" y="3047147"/>
            <a:ext cx="3131945" cy="46665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kern="1200" dirty="0">
                <a:solidFill>
                  <a:srgbClr val="FFFFFF"/>
                </a:solidFill>
                <a:hlinkClick r:id="rId3"/>
              </a:rPr>
              <a:t>Fredrik </a:t>
            </a:r>
            <a:r>
              <a:rPr lang="en-US" sz="1400" kern="1200" dirty="0" err="1">
                <a:solidFill>
                  <a:srgbClr val="FFFFFF"/>
                </a:solidFill>
                <a:hlinkClick r:id="rId3"/>
              </a:rPr>
              <a:t>Sannergren</a:t>
            </a:r>
            <a:r>
              <a:rPr lang="en-US" sz="1400" kern="1200" dirty="0">
                <a:solidFill>
                  <a:srgbClr val="FFFFFF"/>
                </a:solidFill>
              </a:rPr>
              <a:t>, </a:t>
            </a:r>
            <a:r>
              <a:rPr lang="en-US" sz="1400" kern="1200" dirty="0">
                <a:solidFill>
                  <a:srgbClr val="FFFFFF"/>
                </a:solidFill>
                <a:hlinkClick r:id="rId4"/>
              </a:rPr>
              <a:t>Marcus Antonsson</a:t>
            </a:r>
            <a:r>
              <a:rPr lang="en-US" sz="1400" kern="1200" dirty="0">
                <a:solidFill>
                  <a:srgbClr val="FFFFFF"/>
                </a:solidFill>
              </a:rPr>
              <a:t> &amp; </a:t>
            </a:r>
            <a:r>
              <a:rPr lang="en-US" sz="1400" kern="1200" dirty="0">
                <a:solidFill>
                  <a:srgbClr val="FFFFFF"/>
                </a:solidFill>
                <a:hlinkClick r:id="rId5"/>
              </a:rPr>
              <a:t>Ilari Möller</a:t>
            </a:r>
            <a:endParaRPr lang="en-IN" sz="1400" dirty="0">
              <a:solidFill>
                <a:schemeClr val="bg1"/>
              </a:solidFill>
            </a:endParaRPr>
          </a:p>
        </p:txBody>
      </p:sp>
      <p:sp>
        <p:nvSpPr>
          <p:cNvPr id="49" name="Content Placeholder 2">
            <a:extLst>
              <a:ext uri="{FF2B5EF4-FFF2-40B4-BE49-F238E27FC236}">
                <a16:creationId xmlns:a16="http://schemas.microsoft.com/office/drawing/2014/main" id="{86BC6067-B976-5723-3F63-B46DE67275CD}"/>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4B46B208-271C-93B6-9687-48509ADD43E4}"/>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p:txBody>
      </p:sp>
      <p:sp>
        <p:nvSpPr>
          <p:cNvPr id="55" name="Content Placeholder 2">
            <a:extLst>
              <a:ext uri="{FF2B5EF4-FFF2-40B4-BE49-F238E27FC236}">
                <a16:creationId xmlns:a16="http://schemas.microsoft.com/office/drawing/2014/main" id="{DAE1EC98-B9C2-88EF-F699-9EF692D5E7C0}"/>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8B1BFE3C-ED56-8366-D5EA-A9232214524E}"/>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9C7439F2-C5EF-99D4-D734-DB5DB1D8FF6F}"/>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E4378952-6BED-F961-8220-CD346690B0B0}"/>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Europe Central</a:t>
            </a:r>
          </a:p>
        </p:txBody>
      </p:sp>
      <p:cxnSp>
        <p:nvCxnSpPr>
          <p:cNvPr id="5" name="Straight Connector 4">
            <a:extLst>
              <a:ext uri="{FF2B5EF4-FFF2-40B4-BE49-F238E27FC236}">
                <a16:creationId xmlns:a16="http://schemas.microsoft.com/office/drawing/2014/main" id="{C8A6641A-8A22-9E4A-7765-A76D82217C2A}"/>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8A87919C-B4B8-EC3A-0852-AE01E79EF734}"/>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73B19A03-91DF-52BE-12AF-2BDB92468C72}"/>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74050066-657A-97E0-0B56-1BCE08C10D84}"/>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6" action="ppaction://hlinksldjump"/>
            <a:extLst>
              <a:ext uri="{FF2B5EF4-FFF2-40B4-BE49-F238E27FC236}">
                <a16:creationId xmlns:a16="http://schemas.microsoft.com/office/drawing/2014/main" id="{17866E1A-2822-D7E3-358A-05C4689E9E7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9D535860-9031-C9B3-8428-5AF4F70961BE}"/>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83</a:t>
            </a:fld>
            <a:endParaRPr lang="en-US"/>
          </a:p>
        </p:txBody>
      </p:sp>
      <p:sp>
        <p:nvSpPr>
          <p:cNvPr id="7" name="TextBox 6">
            <a:extLst>
              <a:ext uri="{FF2B5EF4-FFF2-40B4-BE49-F238E27FC236}">
                <a16:creationId xmlns:a16="http://schemas.microsoft.com/office/drawing/2014/main" id="{7D88C0ED-8728-9943-C930-22ED3D6E571F}"/>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42663762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CAF6B-B112-006D-2282-8814429A58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26357A4-74C6-B821-9975-1656EA3B5AD9}"/>
              </a:ext>
            </a:extLst>
          </p:cNvPr>
          <p:cNvSpPr>
            <a:spLocks noGrp="1"/>
          </p:cNvSpPr>
          <p:nvPr>
            <p:ph type="title"/>
          </p:nvPr>
        </p:nvSpPr>
        <p:spPr/>
        <p:txBody>
          <a:bodyPr/>
          <a:lstStyle/>
          <a:p>
            <a:r>
              <a:rPr lang="en-US" dirty="0"/>
              <a:t>Organization &amp; People</a:t>
            </a:r>
          </a:p>
        </p:txBody>
      </p:sp>
      <p:sp>
        <p:nvSpPr>
          <p:cNvPr id="3" name="Slide Number Placeholder 5">
            <a:extLst>
              <a:ext uri="{FF2B5EF4-FFF2-40B4-BE49-F238E27FC236}">
                <a16:creationId xmlns:a16="http://schemas.microsoft.com/office/drawing/2014/main" id="{A285C7AC-A9D2-0A4E-3A84-ACF1559B149F}"/>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smtClean="0"/>
              <a:pPr/>
              <a:t>84</a:t>
            </a:fld>
            <a:endParaRPr/>
          </a:p>
        </p:txBody>
      </p:sp>
    </p:spTree>
    <p:extLst>
      <p:ext uri="{BB962C8B-B14F-4D97-AF65-F5344CB8AC3E}">
        <p14:creationId xmlns:p14="http://schemas.microsoft.com/office/powerpoint/2010/main" val="17112735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06686-ADC1-B4CB-8F7C-65789E3CB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F6D4A-7E68-E84F-724B-D0AB0706681E}"/>
              </a:ext>
            </a:extLst>
          </p:cNvPr>
          <p:cNvSpPr>
            <a:spLocks noGrp="1"/>
          </p:cNvSpPr>
          <p:nvPr>
            <p:ph type="title"/>
          </p:nvPr>
        </p:nvSpPr>
        <p:spPr/>
        <p:txBody>
          <a:bodyPr/>
          <a:lstStyle/>
          <a:p>
            <a:r>
              <a:rPr lang="en-US" sz="3200" dirty="0">
                <a:solidFill>
                  <a:schemeClr val="bg1"/>
                </a:solidFill>
              </a:rPr>
              <a:t>Improve Collaboration and Process Compliance</a:t>
            </a:r>
            <a:endParaRPr lang="en-IN" sz="3200" dirty="0">
              <a:solidFill>
                <a:schemeClr val="bg1"/>
              </a:solidFill>
            </a:endParaRPr>
          </a:p>
        </p:txBody>
      </p:sp>
      <p:sp>
        <p:nvSpPr>
          <p:cNvPr id="6" name="Text Placeholder 92">
            <a:extLst>
              <a:ext uri="{FF2B5EF4-FFF2-40B4-BE49-F238E27FC236}">
                <a16:creationId xmlns:a16="http://schemas.microsoft.com/office/drawing/2014/main" id="{818F3301-CA2B-0160-4A40-DF9154267884}"/>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A95D3F16-1136-A47A-7EFF-C665DB99D261}"/>
              </a:ext>
            </a:extLst>
          </p:cNvPr>
          <p:cNvSpPr txBox="1">
            <a:spLocks/>
          </p:cNvSpPr>
          <p:nvPr/>
        </p:nvSpPr>
        <p:spPr>
          <a:xfrm>
            <a:off x="485523" y="1373733"/>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Following a cost-reduction program and reorganization, collaboration friction emerged between the Sales and Marketing Experience functions.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Issues included inconsistent sales focus, weak process adherence, unclear goals and prioritization, uneven information flows and knowledge, and gaps in system support and follow-up.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The engagement aimed to raise process efficiency and rebuild a shared understanding of roles, mandates, objectives, and KPIs while improving cross-functional ways of working.</a:t>
            </a:r>
          </a:p>
        </p:txBody>
      </p:sp>
      <p:sp>
        <p:nvSpPr>
          <p:cNvPr id="9" name="Text Placeholder 92">
            <a:extLst>
              <a:ext uri="{FF2B5EF4-FFF2-40B4-BE49-F238E27FC236}">
                <a16:creationId xmlns:a16="http://schemas.microsoft.com/office/drawing/2014/main" id="{FBFBD0F7-64D7-9D53-6B9D-3D4EA7B0FD2C}"/>
              </a:ext>
            </a:extLst>
          </p:cNvPr>
          <p:cNvSpPr txBox="1">
            <a:spLocks/>
          </p:cNvSpPr>
          <p:nvPr/>
        </p:nvSpPr>
        <p:spPr>
          <a:xfrm>
            <a:off x="483827" y="2828141"/>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AC0E0D4C-7E5E-E136-30D0-1934EA2019E3}"/>
              </a:ext>
            </a:extLst>
          </p:cNvPr>
          <p:cNvSpPr txBox="1">
            <a:spLocks/>
          </p:cNvSpPr>
          <p:nvPr/>
        </p:nvSpPr>
        <p:spPr>
          <a:xfrm>
            <a:off x="483827" y="3156494"/>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Conducted a people-centered program structured around four phases: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(0) Change Management;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(1) Root-cause discovery via material review and 10–15 stakeholder interviews;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(2) Target-state definition through function-level and joint workshops culminating in detailed role/mandate/KPI descriptions; and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(3) Gap analysis and a prioritized, impact-based action plan with governance, forums, and updated processes.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Activities emphasized stakeholder engagement, communications, and leadership alignment to secure ownership</a:t>
            </a:r>
          </a:p>
        </p:txBody>
      </p:sp>
      <p:sp>
        <p:nvSpPr>
          <p:cNvPr id="12" name="Text Placeholder 92">
            <a:extLst>
              <a:ext uri="{FF2B5EF4-FFF2-40B4-BE49-F238E27FC236}">
                <a16:creationId xmlns:a16="http://schemas.microsoft.com/office/drawing/2014/main" id="{D23F23AF-0C73-C765-B5A9-A6B1CB00131E}"/>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904630F1-1E1F-C933-E0C0-D156ED4A3AC6}"/>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Outcomes targeted: a well‑anchored, shared problem statement; clarified roles, mandates, goals, and KPIs per function; a joint target operating interface between Sales and Marketing Experience; and an agreed, prioritized implementation roadmap to improve process efficiency and collaboration.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a:ln>
                  <a:noFill/>
                </a:ln>
                <a:solidFill>
                  <a:prstClr val="white"/>
                </a:solidFill>
                <a:effectLst/>
                <a:uLnTx/>
                <a:uFillTx/>
                <a:latin typeface="EYInterstate Light"/>
                <a:ea typeface="+mj-ea"/>
                <a:cs typeface="+mj-cs"/>
              </a:rPr>
              <a:t>Change enablement components (communications, impact analysis, and organization readiness) were designed to accelerate adoption and sustainability. </a:t>
            </a:r>
          </a:p>
        </p:txBody>
      </p:sp>
      <p:sp>
        <p:nvSpPr>
          <p:cNvPr id="7" name="Slide Number Placeholder 5">
            <a:extLst>
              <a:ext uri="{FF2B5EF4-FFF2-40B4-BE49-F238E27FC236}">
                <a16:creationId xmlns:a16="http://schemas.microsoft.com/office/drawing/2014/main" id="{2D084B13-017E-E024-B5F0-F3110837D0B7}"/>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85</a:t>
            </a:fld>
            <a:endParaRPr/>
          </a:p>
        </p:txBody>
      </p:sp>
      <p:cxnSp>
        <p:nvCxnSpPr>
          <p:cNvPr id="15" name="Straight Connector 14">
            <a:extLst>
              <a:ext uri="{FF2B5EF4-FFF2-40B4-BE49-F238E27FC236}">
                <a16:creationId xmlns:a16="http://schemas.microsoft.com/office/drawing/2014/main" id="{97794CD2-1DD5-389F-C61B-E05D8085B249}"/>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FBF0A8FF-766B-5F7A-B476-BBFA76F70D6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4357182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919E6EC4-D4A6-9285-CC05-2DC67F08DB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03F7E7-97C3-F724-346D-4FF88A76DFB3}"/>
              </a:ext>
            </a:extLst>
          </p:cNvPr>
          <p:cNvSpPr>
            <a:spLocks noGrp="1"/>
          </p:cNvSpPr>
          <p:nvPr>
            <p:ph type="title"/>
          </p:nvPr>
        </p:nvSpPr>
        <p:spPr>
          <a:xfrm>
            <a:off x="483827" y="369888"/>
            <a:ext cx="4800353" cy="470898"/>
          </a:xfrm>
        </p:spPr>
        <p:txBody>
          <a:bodyPr wrap="none">
            <a:spAutoFit/>
          </a:bodyPr>
          <a:lstStyle/>
          <a:p>
            <a:r>
              <a:rPr lang="en-US">
                <a:solidFill>
                  <a:schemeClr val="bg1"/>
                </a:solidFill>
              </a:rPr>
              <a:t>Engagement summary</a:t>
            </a:r>
          </a:p>
        </p:txBody>
      </p:sp>
      <p:sp>
        <p:nvSpPr>
          <p:cNvPr id="33" name="Content Placeholder 2">
            <a:extLst>
              <a:ext uri="{FF2B5EF4-FFF2-40B4-BE49-F238E27FC236}">
                <a16:creationId xmlns:a16="http://schemas.microsoft.com/office/drawing/2014/main" id="{49F86BAA-AF2D-8637-CEC8-0FEB3255B9A9}"/>
              </a:ext>
            </a:extLst>
          </p:cNvPr>
          <p:cNvSpPr txBox="1">
            <a:spLocks/>
          </p:cNvSpPr>
          <p:nvPr/>
        </p:nvSpPr>
        <p:spPr>
          <a:xfrm>
            <a:off x="512402" y="1384760"/>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Client Name</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36" name="Content Placeholder 2">
            <a:extLst>
              <a:ext uri="{FF2B5EF4-FFF2-40B4-BE49-F238E27FC236}">
                <a16:creationId xmlns:a16="http://schemas.microsoft.com/office/drawing/2014/main" id="{795B2023-5DFC-4926-3900-DF7C9CF65BEE}"/>
              </a:ext>
            </a:extLst>
          </p:cNvPr>
          <p:cNvSpPr txBox="1">
            <a:spLocks/>
          </p:cNvSpPr>
          <p:nvPr/>
        </p:nvSpPr>
        <p:spPr>
          <a:xfrm>
            <a:off x="512403" y="1656644"/>
            <a:ext cx="3131945" cy="347625"/>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Confidential</a:t>
            </a:r>
          </a:p>
        </p:txBody>
      </p:sp>
      <p:sp>
        <p:nvSpPr>
          <p:cNvPr id="37" name="Content Placeholder 2">
            <a:extLst>
              <a:ext uri="{FF2B5EF4-FFF2-40B4-BE49-F238E27FC236}">
                <a16:creationId xmlns:a16="http://schemas.microsoft.com/office/drawing/2014/main" id="{CFF0403B-F62C-B794-6DDF-3E9C3699EB86}"/>
              </a:ext>
            </a:extLst>
          </p:cNvPr>
          <p:cNvSpPr txBox="1">
            <a:spLocks/>
          </p:cNvSpPr>
          <p:nvPr/>
        </p:nvSpPr>
        <p:spPr>
          <a:xfrm>
            <a:off x="512403" y="2066768"/>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Engagement date</a:t>
            </a:r>
          </a:p>
        </p:txBody>
      </p:sp>
      <p:sp>
        <p:nvSpPr>
          <p:cNvPr id="41" name="Content Placeholder 2">
            <a:extLst>
              <a:ext uri="{FF2B5EF4-FFF2-40B4-BE49-F238E27FC236}">
                <a16:creationId xmlns:a16="http://schemas.microsoft.com/office/drawing/2014/main" id="{DAA2DFB4-D069-9D64-14AC-7BC02ABB7383}"/>
              </a:ext>
            </a:extLst>
          </p:cNvPr>
          <p:cNvSpPr txBox="1">
            <a:spLocks/>
          </p:cNvSpPr>
          <p:nvPr/>
        </p:nvSpPr>
        <p:spPr>
          <a:xfrm>
            <a:off x="512403" y="2351249"/>
            <a:ext cx="3131945" cy="354026"/>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May 2019</a:t>
            </a:r>
          </a:p>
        </p:txBody>
      </p:sp>
      <p:sp>
        <p:nvSpPr>
          <p:cNvPr id="42" name="Content Placeholder 2">
            <a:extLst>
              <a:ext uri="{FF2B5EF4-FFF2-40B4-BE49-F238E27FC236}">
                <a16:creationId xmlns:a16="http://schemas.microsoft.com/office/drawing/2014/main" id="{797CEA30-343A-139B-0BF1-46CBB3381255}"/>
              </a:ext>
            </a:extLst>
          </p:cNvPr>
          <p:cNvSpPr txBox="1">
            <a:spLocks/>
          </p:cNvSpPr>
          <p:nvPr/>
        </p:nvSpPr>
        <p:spPr>
          <a:xfrm>
            <a:off x="512404" y="2787878"/>
            <a:ext cx="1356154" cy="232284"/>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Contact</a:t>
            </a:r>
          </a:p>
        </p:txBody>
      </p:sp>
      <p:sp>
        <p:nvSpPr>
          <p:cNvPr id="6" name="Content Placeholder 2">
            <a:extLst>
              <a:ext uri="{FF2B5EF4-FFF2-40B4-BE49-F238E27FC236}">
                <a16:creationId xmlns:a16="http://schemas.microsoft.com/office/drawing/2014/main" id="{E324404A-F746-01C2-ED96-4DF4D61D5E1E}"/>
              </a:ext>
            </a:extLst>
          </p:cNvPr>
          <p:cNvSpPr txBox="1">
            <a:spLocks/>
          </p:cNvSpPr>
          <p:nvPr/>
        </p:nvSpPr>
        <p:spPr>
          <a:xfrm>
            <a:off x="512402" y="3047147"/>
            <a:ext cx="3131945" cy="466658"/>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hlinkClick r:id="rId3"/>
              </a:rPr>
              <a:t>Per Anders </a:t>
            </a:r>
            <a:r>
              <a:rPr lang="en-IN" sz="1400" dirty="0" err="1">
                <a:solidFill>
                  <a:schemeClr val="bg1"/>
                </a:solidFill>
                <a:hlinkClick r:id="rId3"/>
              </a:rPr>
              <a:t>Wendin</a:t>
            </a:r>
            <a:endParaRPr lang="en-IN" sz="1400" dirty="0">
              <a:solidFill>
                <a:schemeClr val="bg1"/>
              </a:solidFill>
            </a:endParaRPr>
          </a:p>
        </p:txBody>
      </p:sp>
      <p:sp>
        <p:nvSpPr>
          <p:cNvPr id="49" name="Content Placeholder 2">
            <a:extLst>
              <a:ext uri="{FF2B5EF4-FFF2-40B4-BE49-F238E27FC236}">
                <a16:creationId xmlns:a16="http://schemas.microsoft.com/office/drawing/2014/main" id="{922F6742-8F8C-19F5-8CCE-694822DA9569}"/>
              </a:ext>
            </a:extLst>
          </p:cNvPr>
          <p:cNvSpPr txBox="1">
            <a:spLocks/>
          </p:cNvSpPr>
          <p:nvPr/>
        </p:nvSpPr>
        <p:spPr>
          <a:xfrm>
            <a:off x="4967846" y="1371092"/>
            <a:ext cx="2371977" cy="251133"/>
          </a:xfrm>
          <a:prstGeom prst="rect">
            <a:avLst/>
          </a:prstGeom>
        </p:spPr>
        <p:txBody>
          <a:bodyPr vert="horz" lIns="0" tIns="0" rIns="0" bIns="0" rtlCol="0" anchor="ctr"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
                <a:srgbClr val="FFE600"/>
              </a:buClr>
              <a:buSzPct val="70000"/>
              <a:buFont typeface="Arial" pitchFamily="34" charset="0"/>
              <a:buNone/>
              <a:tabLst/>
              <a:defRPr/>
            </a:pPr>
            <a:r>
              <a:rPr lang="en-IN" sz="1800" b="1">
                <a:solidFill>
                  <a:prstClr val="white"/>
                </a:solidFill>
              </a:rPr>
              <a:t>Discover URL</a:t>
            </a:r>
            <a:endParaRPr kumimoji="0" lang="en-IN" sz="1800" b="1" i="0" u="none" strike="noStrike" kern="1200" cap="none" spc="0" normalizeH="0" baseline="0" noProof="0">
              <a:ln>
                <a:noFill/>
              </a:ln>
              <a:solidFill>
                <a:prstClr val="white"/>
              </a:solidFill>
              <a:effectLst/>
              <a:uLnTx/>
              <a:uFillTx/>
              <a:latin typeface="EYInterstate Light" panose="02000506000000020004" pitchFamily="2" charset="0"/>
              <a:ea typeface="+mn-ea"/>
              <a:cs typeface="+mn-cs"/>
            </a:endParaRPr>
          </a:p>
        </p:txBody>
      </p:sp>
      <p:sp>
        <p:nvSpPr>
          <p:cNvPr id="50" name="Content Placeholder 2">
            <a:extLst>
              <a:ext uri="{FF2B5EF4-FFF2-40B4-BE49-F238E27FC236}">
                <a16:creationId xmlns:a16="http://schemas.microsoft.com/office/drawing/2014/main" id="{AF33A654-053E-C1DB-BA34-03E477AEE01D}"/>
              </a:ext>
            </a:extLst>
          </p:cNvPr>
          <p:cNvSpPr txBox="1">
            <a:spLocks/>
          </p:cNvSpPr>
          <p:nvPr/>
        </p:nvSpPr>
        <p:spPr>
          <a:xfrm>
            <a:off x="4967845" y="1655572"/>
            <a:ext cx="4682781"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US" sz="1400" dirty="0">
                <a:solidFill>
                  <a:schemeClr val="bg1"/>
                </a:solidFill>
              </a:rPr>
              <a:t>Not available</a:t>
            </a:r>
          </a:p>
        </p:txBody>
      </p:sp>
      <p:sp>
        <p:nvSpPr>
          <p:cNvPr id="55" name="Content Placeholder 2">
            <a:extLst>
              <a:ext uri="{FF2B5EF4-FFF2-40B4-BE49-F238E27FC236}">
                <a16:creationId xmlns:a16="http://schemas.microsoft.com/office/drawing/2014/main" id="{8F5DEE7D-74AA-E661-7590-AAE563B42D12}"/>
              </a:ext>
            </a:extLst>
          </p:cNvPr>
          <p:cNvSpPr txBox="1">
            <a:spLocks/>
          </p:cNvSpPr>
          <p:nvPr/>
        </p:nvSpPr>
        <p:spPr>
          <a:xfrm>
            <a:off x="4967846" y="2065697"/>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Service Line</a:t>
            </a:r>
          </a:p>
        </p:txBody>
      </p:sp>
      <p:sp>
        <p:nvSpPr>
          <p:cNvPr id="56" name="Content Placeholder 2">
            <a:extLst>
              <a:ext uri="{FF2B5EF4-FFF2-40B4-BE49-F238E27FC236}">
                <a16:creationId xmlns:a16="http://schemas.microsoft.com/office/drawing/2014/main" id="{4AC792FC-353E-D8C6-A105-A2EA726DE094}"/>
              </a:ext>
            </a:extLst>
          </p:cNvPr>
          <p:cNvSpPr txBox="1">
            <a:spLocks/>
          </p:cNvSpPr>
          <p:nvPr/>
        </p:nvSpPr>
        <p:spPr>
          <a:xfrm>
            <a:off x="4967846" y="2350178"/>
            <a:ext cx="4682780" cy="3476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Consulting</a:t>
            </a:r>
          </a:p>
        </p:txBody>
      </p:sp>
      <p:sp>
        <p:nvSpPr>
          <p:cNvPr id="57" name="Content Placeholder 2">
            <a:extLst>
              <a:ext uri="{FF2B5EF4-FFF2-40B4-BE49-F238E27FC236}">
                <a16:creationId xmlns:a16="http://schemas.microsoft.com/office/drawing/2014/main" id="{7710F999-53DB-52AE-6A19-0F89E02553A4}"/>
              </a:ext>
            </a:extLst>
          </p:cNvPr>
          <p:cNvSpPr txBox="1">
            <a:spLocks/>
          </p:cNvSpPr>
          <p:nvPr/>
        </p:nvSpPr>
        <p:spPr>
          <a:xfrm>
            <a:off x="4967846" y="2778453"/>
            <a:ext cx="2371977" cy="251133"/>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IN"/>
              <a:t>Region</a:t>
            </a:r>
          </a:p>
        </p:txBody>
      </p:sp>
      <p:sp>
        <p:nvSpPr>
          <p:cNvPr id="58" name="Content Placeholder 2">
            <a:extLst>
              <a:ext uri="{FF2B5EF4-FFF2-40B4-BE49-F238E27FC236}">
                <a16:creationId xmlns:a16="http://schemas.microsoft.com/office/drawing/2014/main" id="{7A539864-D019-386F-8ACE-51FEA3ACDE2B}"/>
              </a:ext>
            </a:extLst>
          </p:cNvPr>
          <p:cNvSpPr txBox="1">
            <a:spLocks/>
          </p:cNvSpPr>
          <p:nvPr/>
        </p:nvSpPr>
        <p:spPr>
          <a:xfrm>
            <a:off x="4967846" y="3044784"/>
            <a:ext cx="4682780" cy="34465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rtlCol="0" anchor="t" anchorCtr="0"/>
          <a:lstStyle>
            <a:defPPr>
              <a:defRPr lang="en-US"/>
            </a:defPPr>
            <a:lvl1pPr marR="0" lvl="0" indent="0" algn="ctr" fontAlgn="auto">
              <a:lnSpc>
                <a:spcPct val="100000"/>
              </a:lnSpc>
              <a:spcBef>
                <a:spcPts val="0"/>
              </a:spcBef>
              <a:spcAft>
                <a:spcPts val="0"/>
              </a:spcAft>
              <a:buClrTx/>
              <a:buSzTx/>
              <a:buFontTx/>
              <a:buNone/>
              <a:tabLst/>
              <a:defRPr kumimoji="0" sz="1000" b="0" i="0" u="none" strike="noStrike" kern="0" cap="none" spc="0" normalizeH="0" baseline="0">
                <a:ln>
                  <a:noFill/>
                </a:ln>
                <a:solidFill>
                  <a:srgbClr val="2E2E38"/>
                </a:solidFill>
                <a:effectLst/>
                <a:uLnTx/>
                <a:uFillTx/>
                <a:latin typeface="EYInterstate Light"/>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algn="l"/>
            <a:r>
              <a:rPr lang="en-IN" sz="1400" dirty="0">
                <a:solidFill>
                  <a:schemeClr val="bg1"/>
                </a:solidFill>
              </a:rPr>
              <a:t>Europe Central</a:t>
            </a:r>
          </a:p>
        </p:txBody>
      </p:sp>
      <p:cxnSp>
        <p:nvCxnSpPr>
          <p:cNvPr id="5" name="Straight Connector 4">
            <a:extLst>
              <a:ext uri="{FF2B5EF4-FFF2-40B4-BE49-F238E27FC236}">
                <a16:creationId xmlns:a16="http://schemas.microsoft.com/office/drawing/2014/main" id="{A0B02780-2828-F165-2D63-A87355EE780E}"/>
              </a:ext>
              <a:ext uri="{C183D7F6-B498-43B3-948B-1728B52AA6E4}">
                <adec:decorative xmlns:adec="http://schemas.microsoft.com/office/drawing/2017/decorative" val="1"/>
              </a:ext>
            </a:extLst>
          </p:cNvPr>
          <p:cNvCxnSpPr>
            <a:cxnSpLocks/>
          </p:cNvCxnSpPr>
          <p:nvPr/>
        </p:nvCxnSpPr>
        <p:spPr>
          <a:xfrm>
            <a:off x="485522" y="876321"/>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2F552E5D-B2E6-16FF-2195-30CD1305BC6F}"/>
              </a:ext>
              <a:ext uri="{C183D7F6-B498-43B3-948B-1728B52AA6E4}">
                <adec:decorative xmlns:adec="http://schemas.microsoft.com/office/drawing/2017/decorative" val="1"/>
              </a:ext>
            </a:extLst>
          </p:cNvPr>
          <p:cNvCxnSpPr/>
          <p:nvPr/>
        </p:nvCxnSpPr>
        <p:spPr>
          <a:xfrm flipV="1">
            <a:off x="485747" y="4575714"/>
            <a:ext cx="10713721" cy="22478"/>
          </a:xfrm>
          <a:prstGeom prst="line">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6360AFD-0CD4-B961-ACAE-5C11D987CB83}"/>
              </a:ext>
            </a:extLst>
          </p:cNvPr>
          <p:cNvSpPr txBox="1"/>
          <p:nvPr/>
        </p:nvSpPr>
        <p:spPr>
          <a:xfrm>
            <a:off x="573073" y="3690728"/>
            <a:ext cx="8732393" cy="577909"/>
          </a:xfrm>
          <a:prstGeom prst="rect">
            <a:avLst/>
          </a:prstGeom>
        </p:spPr>
        <p:txBody>
          <a:bodyPr vert="horz" lIns="0" tIns="0" rIns="0" bIns="0" rtlCol="0" anchor="ctr" anchorCtr="0">
            <a:noAutofit/>
          </a:bodyPr>
          <a:lstStyle>
            <a:defPPr>
              <a:defRPr lang="en-US"/>
            </a:defPPr>
            <a:lvl1pPr marR="0" lvl="0" indent="0" fontAlgn="auto">
              <a:lnSpc>
                <a:spcPct val="100000"/>
              </a:lnSpc>
              <a:spcBef>
                <a:spcPct val="20000"/>
              </a:spcBef>
              <a:spcAft>
                <a:spcPts val="0"/>
              </a:spcAft>
              <a:buClr>
                <a:srgbClr val="FFE600"/>
              </a:buClr>
              <a:buSzPct val="70000"/>
              <a:buFont typeface="Arial" pitchFamily="34" charset="0"/>
              <a:buNone/>
              <a:tabLst/>
              <a:defRPr b="1">
                <a:solidFill>
                  <a:prstClr val="white"/>
                </a:solidFill>
                <a:latin typeface="EYInterstate Light" panose="02000506000000020004" pitchFamily="2" charset="0"/>
              </a:defRPr>
            </a:lvl1pPr>
            <a:lvl2pPr marL="713232" indent="-356616">
              <a:spcBef>
                <a:spcPct val="20000"/>
              </a:spcBef>
              <a:buClr>
                <a:schemeClr val="tx2"/>
              </a:buClr>
              <a:buSzPct val="70000"/>
              <a:buFont typeface="Arial" pitchFamily="34" charset="0"/>
              <a:buChar char="►"/>
              <a:defRPr>
                <a:solidFill>
                  <a:schemeClr val="bg1"/>
                </a:solidFill>
                <a:latin typeface="EYInterstate Light" panose="02000506000000020004" pitchFamily="2" charset="0"/>
              </a:defRPr>
            </a:lvl2pPr>
            <a:lvl3pPr marL="1069848" indent="-356616">
              <a:spcBef>
                <a:spcPct val="20000"/>
              </a:spcBef>
              <a:buClr>
                <a:schemeClr val="tx2"/>
              </a:buClr>
              <a:buSzPct val="70000"/>
              <a:buFont typeface="Arial" pitchFamily="34" charset="0"/>
              <a:buChar char="►"/>
              <a:defRPr sz="1600">
                <a:solidFill>
                  <a:schemeClr val="bg1"/>
                </a:solidFill>
                <a:latin typeface="EYInterstate Light" panose="02000506000000020004" pitchFamily="2" charset="0"/>
              </a:defRPr>
            </a:lvl3pPr>
            <a:lvl4pPr marL="1426464" indent="-356616">
              <a:spcBef>
                <a:spcPct val="20000"/>
              </a:spcBef>
              <a:buClr>
                <a:schemeClr val="tx2"/>
              </a:buClr>
              <a:buSzPct val="70000"/>
              <a:buFont typeface="Arial" pitchFamily="34" charset="0"/>
              <a:buChar char="►"/>
              <a:defRPr sz="1400">
                <a:solidFill>
                  <a:schemeClr val="bg1"/>
                </a:solidFill>
                <a:latin typeface="EYInterstate Light" panose="02000506000000020004" pitchFamily="2" charset="0"/>
              </a:defRPr>
            </a:lvl4pPr>
            <a:lvl5pPr marL="1783080" indent="-356616">
              <a:spcBef>
                <a:spcPct val="20000"/>
              </a:spcBef>
              <a:buClr>
                <a:schemeClr val="tx2"/>
              </a:buClr>
              <a:buSzPct val="70000"/>
              <a:buFont typeface="Arial" pitchFamily="34" charset="0"/>
              <a:buChar char="►"/>
              <a:defRPr sz="1200">
                <a:solidFill>
                  <a:schemeClr val="bg1"/>
                </a:solidFill>
                <a:latin typeface="EYInterstate Light" panose="02000506000000020004" pitchFamily="2"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r>
              <a:rPr lang="en-US"/>
              <a:t>Confidentiality level:</a:t>
            </a:r>
          </a:p>
        </p:txBody>
      </p:sp>
      <p:sp>
        <p:nvSpPr>
          <p:cNvPr id="9" name="TextBox 8">
            <a:extLst>
              <a:ext uri="{FF2B5EF4-FFF2-40B4-BE49-F238E27FC236}">
                <a16:creationId xmlns:a16="http://schemas.microsoft.com/office/drawing/2014/main" id="{637B2A7A-FE56-A681-5AF8-302B9DA3140C}"/>
              </a:ext>
            </a:extLst>
          </p:cNvPr>
          <p:cNvSpPr txBox="1">
            <a:spLocks/>
          </p:cNvSpPr>
          <p:nvPr/>
        </p:nvSpPr>
        <p:spPr>
          <a:xfrm>
            <a:off x="512404" y="3755082"/>
            <a:ext cx="9138224" cy="449653"/>
          </a:xfrm>
          <a:prstGeom prst="rect">
            <a:avLst/>
          </a:prstGeom>
          <a:ln w="6350">
            <a:solidFill>
              <a:schemeClr val="accent2"/>
            </a:solidFill>
            <a:tailEnd type="none"/>
          </a:ln>
        </p:spPr>
        <p:style>
          <a:lnRef idx="1">
            <a:schemeClr val="accent1"/>
          </a:lnRef>
          <a:fillRef idx="0">
            <a:schemeClr val="accent1"/>
          </a:fillRef>
          <a:effectRef idx="0">
            <a:schemeClr val="accent1"/>
          </a:effectRef>
          <a:fontRef idx="minor">
            <a:schemeClr val="tx1"/>
          </a:fontRef>
        </p:style>
        <p:txBody>
          <a:bodyPr vert="horz" wrap="square" lIns="216000" tIns="36000" rIns="36000" bIns="36000" rtlCol="0" anchor="t" anchorCtr="0">
            <a:noAutofit/>
          </a:bodyPr>
          <a:lstStyle>
            <a:lvl1pPr marL="356616" indent="-356616" algn="l" defTabSz="914400" rtl="0" eaLnBrk="1" latinLnBrk="0" hangingPunct="1">
              <a:spcBef>
                <a:spcPct val="20000"/>
              </a:spcBef>
              <a:buClr>
                <a:schemeClr val="tx2"/>
              </a:buClr>
              <a:buSzPct val="70000"/>
              <a:buFont typeface="Arial" pitchFamily="34" charset="0"/>
              <a:buChar char="►"/>
              <a:defRPr sz="20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1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16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14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12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spcBef>
                <a:spcPts val="0"/>
              </a:spcBef>
              <a:buClrTx/>
              <a:buSzTx/>
              <a:buNone/>
              <a:defRPr/>
            </a:pPr>
            <a:endParaRPr lang="en-IN" sz="1400" kern="0" dirty="0">
              <a:solidFill>
                <a:schemeClr val="accent5"/>
              </a:solidFill>
              <a:latin typeface="EYInterstate Light"/>
            </a:endParaRPr>
          </a:p>
        </p:txBody>
      </p:sp>
      <p:pic>
        <p:nvPicPr>
          <p:cNvPr id="2" name="Graphic 1">
            <a:hlinkClick r:id="rId4" action="ppaction://hlinksldjump"/>
            <a:extLst>
              <a:ext uri="{FF2B5EF4-FFF2-40B4-BE49-F238E27FC236}">
                <a16:creationId xmlns:a16="http://schemas.microsoft.com/office/drawing/2014/main" id="{B81B3FB0-5F27-D4CE-F6E4-015FAA80D77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30192" y="276868"/>
            <a:ext cx="371722" cy="371722"/>
          </a:xfrm>
          <a:prstGeom prst="rect">
            <a:avLst/>
          </a:prstGeom>
        </p:spPr>
      </p:pic>
      <p:sp>
        <p:nvSpPr>
          <p:cNvPr id="4" name="Slide Number Placeholder 3">
            <a:extLst>
              <a:ext uri="{FF2B5EF4-FFF2-40B4-BE49-F238E27FC236}">
                <a16:creationId xmlns:a16="http://schemas.microsoft.com/office/drawing/2014/main" id="{498192D3-C38D-5BCB-66A8-61C61248493A}"/>
              </a:ext>
              <a:ext uri="{C183D7F6-B498-43B3-948B-1728B52AA6E4}">
                <adec:decorative xmlns:adec="http://schemas.microsoft.com/office/drawing/2017/decorative" val="0"/>
              </a:ext>
            </a:extLst>
          </p:cNvPr>
          <p:cNvSpPr>
            <a:spLocks noGrp="1"/>
          </p:cNvSpPr>
          <p:nvPr>
            <p:ph type="sldNum" sz="quarter" idx="12"/>
          </p:nvPr>
        </p:nvSpPr>
        <p:spPr/>
        <p:txBody>
          <a:bodyPr/>
          <a:lstStyle/>
          <a:p>
            <a:fld id="{F1BC30E3-FFE5-4B91-AA19-87A149EBB9EE}" type="slidenum">
              <a:rPr lang="en-US" smtClean="0"/>
              <a:pPr/>
              <a:t>86</a:t>
            </a:fld>
            <a:endParaRPr lang="en-US"/>
          </a:p>
        </p:txBody>
      </p:sp>
      <p:sp>
        <p:nvSpPr>
          <p:cNvPr id="7" name="TextBox 6">
            <a:extLst>
              <a:ext uri="{FF2B5EF4-FFF2-40B4-BE49-F238E27FC236}">
                <a16:creationId xmlns:a16="http://schemas.microsoft.com/office/drawing/2014/main" id="{DE08B853-7468-6CA8-16B3-3E8031E84E40}"/>
              </a:ext>
            </a:extLst>
          </p:cNvPr>
          <p:cNvSpPr txBox="1"/>
          <p:nvPr/>
        </p:nvSpPr>
        <p:spPr>
          <a:xfrm>
            <a:off x="2864169" y="3822716"/>
            <a:ext cx="209772" cy="313932"/>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2000" dirty="0">
                <a:solidFill>
                  <a:schemeClr val="bg1"/>
                </a:solidFill>
              </a:rPr>
              <a:t>3</a:t>
            </a:r>
          </a:p>
        </p:txBody>
      </p:sp>
    </p:spTree>
    <p:extLst>
      <p:ext uri="{BB962C8B-B14F-4D97-AF65-F5344CB8AC3E}">
        <p14:creationId xmlns:p14="http://schemas.microsoft.com/office/powerpoint/2010/main" val="15410697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C3ED-9CEA-9401-410A-C48C5B8133D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365A5AD1-B6B7-B61A-F15C-263E20BD735D}"/>
              </a:ext>
            </a:extLst>
          </p:cNvPr>
          <p:cNvSpPr>
            <a:spLocks noGrp="1"/>
          </p:cNvSpPr>
          <p:nvPr>
            <p:ph type="title"/>
          </p:nvPr>
        </p:nvSpPr>
        <p:spPr/>
        <p:txBody>
          <a:bodyPr/>
          <a:lstStyle/>
          <a:p>
            <a:r>
              <a:rPr lang="en-US" dirty="0"/>
              <a:t>Program Delivery</a:t>
            </a:r>
            <a:br>
              <a:rPr lang="en-US" dirty="0"/>
            </a:br>
            <a:r>
              <a:rPr lang="en-US" sz="2800" b="0" dirty="0"/>
              <a:t>Relevant PMO experience from Global Retailer </a:t>
            </a:r>
            <a:endParaRPr lang="en-US" b="0" dirty="0"/>
          </a:p>
        </p:txBody>
      </p:sp>
      <p:sp>
        <p:nvSpPr>
          <p:cNvPr id="3" name="Slide Number Placeholder 5">
            <a:extLst>
              <a:ext uri="{FF2B5EF4-FFF2-40B4-BE49-F238E27FC236}">
                <a16:creationId xmlns:a16="http://schemas.microsoft.com/office/drawing/2014/main" id="{E06E4DE0-29B3-2AC9-29F4-4E0BB2015A90}"/>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smtClean="0"/>
              <a:pPr/>
              <a:t>87</a:t>
            </a:fld>
            <a:endParaRPr/>
          </a:p>
        </p:txBody>
      </p:sp>
    </p:spTree>
    <p:extLst>
      <p:ext uri="{BB962C8B-B14F-4D97-AF65-F5344CB8AC3E}">
        <p14:creationId xmlns:p14="http://schemas.microsoft.com/office/powerpoint/2010/main" val="9399284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B097E-F250-7A13-F32F-6F87101A4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B742A-8DCD-B03D-0997-3CA1E14ADC52}"/>
              </a:ext>
            </a:extLst>
          </p:cNvPr>
          <p:cNvSpPr>
            <a:spLocks noGrp="1"/>
          </p:cNvSpPr>
          <p:nvPr>
            <p:ph type="title"/>
          </p:nvPr>
        </p:nvSpPr>
        <p:spPr/>
        <p:txBody>
          <a:bodyPr/>
          <a:lstStyle/>
          <a:p>
            <a:r>
              <a:rPr lang="en-IN" sz="3200" dirty="0">
                <a:solidFill>
                  <a:schemeClr val="bg1"/>
                </a:solidFill>
              </a:rPr>
              <a:t>H3 Omni PoC*</a:t>
            </a:r>
          </a:p>
        </p:txBody>
      </p:sp>
      <p:sp>
        <p:nvSpPr>
          <p:cNvPr id="6" name="Text Placeholder 92">
            <a:extLst>
              <a:ext uri="{FF2B5EF4-FFF2-40B4-BE49-F238E27FC236}">
                <a16:creationId xmlns:a16="http://schemas.microsoft.com/office/drawing/2014/main" id="{263819A3-C68E-8BE0-C658-676BAB1FD404}"/>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1E96ED7C-EB8F-56EB-453B-CBBC810DA920}"/>
              </a:ext>
            </a:extLst>
          </p:cNvPr>
          <p:cNvSpPr txBox="1">
            <a:spLocks/>
          </p:cNvSpPr>
          <p:nvPr/>
        </p:nvSpPr>
        <p:spPr>
          <a:xfrm>
            <a:off x="485523" y="1373733"/>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retailer wanted to rapidly build and roll-out its’ omni-channel supply chain and in-store strategy and partnered with EY to support their new initiatives.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is currently working with a global retailer, providing them with Program and Product Management to support their new initiative for approximately 6 months.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30913EFA-C794-E6D6-F475-4CECC5CF95EC}"/>
              </a:ext>
            </a:extLst>
          </p:cNvPr>
          <p:cNvSpPr txBox="1">
            <a:spLocks/>
          </p:cNvSpPr>
          <p:nvPr/>
        </p:nvSpPr>
        <p:spPr>
          <a:xfrm>
            <a:off x="483827" y="2837866"/>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83381963-812E-473C-C3F8-809AB92669E4}"/>
              </a:ext>
            </a:extLst>
          </p:cNvPr>
          <p:cNvSpPr txBox="1">
            <a:spLocks/>
          </p:cNvSpPr>
          <p:nvPr/>
        </p:nvSpPr>
        <p:spPr>
          <a:xfrm>
            <a:off x="483827" y="3166219"/>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Work consisted of: The scope of work is to work alongside retailer's product teams and provide portfolio support including program governance, program coordination, stakeholder management, documentation and business readiness including: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Project Charter, Stakeholder Engagement Plan, and Fortnightly Sprint Report / Status Update (Confluence).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Project Plan / Tracker and Project RAID Log (Jira).</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Fortnightly Program Comms and Project Documentation.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A31602A8-C4EF-94E2-4B4E-ADD12C614B68}"/>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D620CDD2-6AD6-8FF9-E5A5-B7950A71C5A8}"/>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ongoing projects target outcome includes increased quality, speed, collaboration, and adoption, while at the same time reducing risks by tracking and mitigating blockers and dependencies early.</a:t>
            </a:r>
          </a:p>
        </p:txBody>
      </p:sp>
      <p:sp>
        <p:nvSpPr>
          <p:cNvPr id="7" name="Slide Number Placeholder 5">
            <a:extLst>
              <a:ext uri="{FF2B5EF4-FFF2-40B4-BE49-F238E27FC236}">
                <a16:creationId xmlns:a16="http://schemas.microsoft.com/office/drawing/2014/main" id="{A1E2B7AB-FC0B-5DF2-E9CF-2EE849EF40C2}"/>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88</a:t>
            </a:fld>
            <a:endParaRPr/>
          </a:p>
        </p:txBody>
      </p:sp>
      <p:cxnSp>
        <p:nvCxnSpPr>
          <p:cNvPr id="15" name="Straight Connector 14">
            <a:extLst>
              <a:ext uri="{FF2B5EF4-FFF2-40B4-BE49-F238E27FC236}">
                <a16:creationId xmlns:a16="http://schemas.microsoft.com/office/drawing/2014/main" id="{AB2F6650-D51F-528B-5D1F-02456DD7DB20}"/>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4A51CD1F-0287-0746-767A-8FD599FDDA7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
        <p:nvSpPr>
          <p:cNvPr id="3" name="TextBox 2">
            <a:extLst>
              <a:ext uri="{FF2B5EF4-FFF2-40B4-BE49-F238E27FC236}">
                <a16:creationId xmlns:a16="http://schemas.microsoft.com/office/drawing/2014/main" id="{467E6455-6D03-6A62-567B-D92E676E58DE}"/>
              </a:ext>
            </a:extLst>
          </p:cNvPr>
          <p:cNvSpPr txBox="1"/>
          <p:nvPr/>
        </p:nvSpPr>
        <p:spPr>
          <a:xfrm>
            <a:off x="10872992" y="6581132"/>
            <a:ext cx="914400" cy="161583"/>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900" dirty="0">
                <a:solidFill>
                  <a:schemeClr val="bg1"/>
                </a:solidFill>
              </a:rPr>
              <a:t>*Ongoing</a:t>
            </a:r>
          </a:p>
        </p:txBody>
      </p:sp>
    </p:spTree>
    <p:extLst>
      <p:ext uri="{BB962C8B-B14F-4D97-AF65-F5344CB8AC3E}">
        <p14:creationId xmlns:p14="http://schemas.microsoft.com/office/powerpoint/2010/main" val="1580134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9F86D-CC69-33EE-11F6-03BDA9FA4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20039-2D43-36CE-8EFD-055C3EEDDE9B}"/>
              </a:ext>
            </a:extLst>
          </p:cNvPr>
          <p:cNvSpPr>
            <a:spLocks noGrp="1"/>
          </p:cNvSpPr>
          <p:nvPr>
            <p:ph type="title"/>
          </p:nvPr>
        </p:nvSpPr>
        <p:spPr/>
        <p:txBody>
          <a:bodyPr/>
          <a:lstStyle/>
          <a:p>
            <a:r>
              <a:rPr lang="en-IN" sz="3200" dirty="0">
                <a:solidFill>
                  <a:schemeClr val="bg1"/>
                </a:solidFill>
              </a:rPr>
              <a:t>Cyber: Centralized Cyber PMO*</a:t>
            </a:r>
          </a:p>
        </p:txBody>
      </p:sp>
      <p:sp>
        <p:nvSpPr>
          <p:cNvPr id="6" name="Text Placeholder 92">
            <a:extLst>
              <a:ext uri="{FF2B5EF4-FFF2-40B4-BE49-F238E27FC236}">
                <a16:creationId xmlns:a16="http://schemas.microsoft.com/office/drawing/2014/main" id="{4886BF07-0421-DBC2-05A8-AF4639FA3F03}"/>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3EFC88F7-98C9-C35B-C64F-A0D98FE4A8D7}"/>
              </a:ext>
            </a:extLst>
          </p:cNvPr>
          <p:cNvSpPr txBox="1">
            <a:spLocks/>
          </p:cNvSpPr>
          <p:nvPr/>
        </p:nvSpPr>
        <p:spPr>
          <a:xfrm>
            <a:off x="485523" y="1373733"/>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Global Retailer is enhancing and maturing its portfolio management capability with EY support.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supported a Global Retailer in enhancing and maturing its portfolio management capability by strengthening the centralized Cyber PMO.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66276233-76B4-F2E2-8912-7D639C872E38}"/>
              </a:ext>
            </a:extLst>
          </p:cNvPr>
          <p:cNvSpPr txBox="1">
            <a:spLocks/>
          </p:cNvSpPr>
          <p:nvPr/>
        </p:nvSpPr>
        <p:spPr>
          <a:xfrm>
            <a:off x="483827" y="28281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A4616D10-CE39-7ECB-F5C8-32A8EAEEAF80}"/>
              </a:ext>
            </a:extLst>
          </p:cNvPr>
          <p:cNvSpPr txBox="1">
            <a:spLocks/>
          </p:cNvSpPr>
          <p:nvPr/>
        </p:nvSpPr>
        <p:spPr>
          <a:xfrm>
            <a:off x="483827" y="3156493"/>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Work consisted of:</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Establishing program management and governance practices.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Developing a cyber security roadmap and annual planning cycle.</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Defining performance monitoring and reporting mechanisms.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Optimizing the initiative portfolio through central registers and value-based prioritization.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Building a cybersecurity service catalogue to increase transparency, ownership, and alignment with enterprise strategy.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A71125B8-8F5F-8370-788F-3A1F52A26FDB}"/>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A4FFFE38-259B-5132-B7CA-6DC0708563B7}"/>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We have supported the client to improve governance, create clear structures, and ensure strategic alignment across different units to enable more effective planning, prioritization, and delivery of initiatives.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51BCB7CB-EB50-A3F1-ACA9-522F84D6B7E9}"/>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89</a:t>
            </a:fld>
            <a:endParaRPr/>
          </a:p>
        </p:txBody>
      </p:sp>
      <p:cxnSp>
        <p:nvCxnSpPr>
          <p:cNvPr id="15" name="Straight Connector 14">
            <a:extLst>
              <a:ext uri="{FF2B5EF4-FFF2-40B4-BE49-F238E27FC236}">
                <a16:creationId xmlns:a16="http://schemas.microsoft.com/office/drawing/2014/main" id="{D58BEEF9-C8FF-7A1E-EDF4-710043DFD39F}"/>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E6A45DC1-21FC-F842-FA81-776F91A5A4F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
        <p:nvSpPr>
          <p:cNvPr id="3" name="TextBox 2">
            <a:extLst>
              <a:ext uri="{FF2B5EF4-FFF2-40B4-BE49-F238E27FC236}">
                <a16:creationId xmlns:a16="http://schemas.microsoft.com/office/drawing/2014/main" id="{24372CBD-0796-0A11-6692-293782C2C1A0}"/>
              </a:ext>
            </a:extLst>
          </p:cNvPr>
          <p:cNvSpPr txBox="1"/>
          <p:nvPr/>
        </p:nvSpPr>
        <p:spPr>
          <a:xfrm>
            <a:off x="10872992" y="6581132"/>
            <a:ext cx="914400" cy="161583"/>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900" dirty="0">
                <a:solidFill>
                  <a:schemeClr val="bg1"/>
                </a:solidFill>
              </a:rPr>
              <a:t>*Ongoing</a:t>
            </a:r>
          </a:p>
        </p:txBody>
      </p:sp>
    </p:spTree>
    <p:extLst>
      <p:ext uri="{BB962C8B-B14F-4D97-AF65-F5344CB8AC3E}">
        <p14:creationId xmlns:p14="http://schemas.microsoft.com/office/powerpoint/2010/main" val="21102719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7C6B-CD5B-FD26-BDBD-F517E0BF8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46207-6C59-0B47-1764-ED24A2BFF55A}"/>
              </a:ext>
            </a:extLst>
          </p:cNvPr>
          <p:cNvSpPr>
            <a:spLocks noGrp="1"/>
          </p:cNvSpPr>
          <p:nvPr>
            <p:ph type="title"/>
          </p:nvPr>
        </p:nvSpPr>
        <p:spPr/>
        <p:txBody>
          <a:bodyPr/>
          <a:lstStyle/>
          <a:p>
            <a:r>
              <a:rPr lang="en-IN" sz="3200" dirty="0">
                <a:solidFill>
                  <a:schemeClr val="bg1"/>
                </a:solidFill>
              </a:rPr>
              <a:t>Smart Retail: Program delivery</a:t>
            </a:r>
          </a:p>
        </p:txBody>
      </p:sp>
      <p:sp>
        <p:nvSpPr>
          <p:cNvPr id="6" name="Text Placeholder 92">
            <a:extLst>
              <a:ext uri="{FF2B5EF4-FFF2-40B4-BE49-F238E27FC236}">
                <a16:creationId xmlns:a16="http://schemas.microsoft.com/office/drawing/2014/main" id="{BC217958-E662-9FB2-DF42-87351AC65A74}"/>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2EFBEBCB-F584-FD14-787E-E072D217EFEF}"/>
              </a:ext>
            </a:extLst>
          </p:cNvPr>
          <p:cNvSpPr txBox="1">
            <a:spLocks/>
          </p:cNvSpPr>
          <p:nvPr/>
        </p:nvSpPr>
        <p:spPr>
          <a:xfrm>
            <a:off x="485523" y="1373733"/>
            <a:ext cx="10500519" cy="155448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Global Retailer were rolling-out an ambitious Smart Retail solution across stores globally and partnered with EY to support with the successful roll-out.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supported a Global Retailer in the successful rollout of the Smart Retail program, in particular with governance, project management, risk/issue management, testing and training. </a:t>
            </a:r>
          </a:p>
        </p:txBody>
      </p:sp>
      <p:sp>
        <p:nvSpPr>
          <p:cNvPr id="9" name="Text Placeholder 92">
            <a:extLst>
              <a:ext uri="{FF2B5EF4-FFF2-40B4-BE49-F238E27FC236}">
                <a16:creationId xmlns:a16="http://schemas.microsoft.com/office/drawing/2014/main" id="{CF1927D0-6163-AA32-F611-F6E4C8882CA1}"/>
              </a:ext>
            </a:extLst>
          </p:cNvPr>
          <p:cNvSpPr txBox="1">
            <a:spLocks/>
          </p:cNvSpPr>
          <p:nvPr/>
        </p:nvSpPr>
        <p:spPr>
          <a:xfrm>
            <a:off x="483827" y="3071332"/>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2FD5AC59-D882-CAC5-3A07-013365974668}"/>
              </a:ext>
            </a:extLst>
          </p:cNvPr>
          <p:cNvSpPr txBox="1">
            <a:spLocks/>
          </p:cNvSpPr>
          <p:nvPr/>
        </p:nvSpPr>
        <p:spPr>
          <a:xfrm>
            <a:off x="483827" y="3399685"/>
            <a:ext cx="10500519" cy="118872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Work consisted of:</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Conducted 40+ interviews across 35+ hours with 30 stakeholders from all workstreams including key vendors.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Mobilized a core team of program delivery specialists and leveraged EY’s network of SMRs and findings from the </a:t>
            </a:r>
            <a:r>
              <a:rPr kumimoji="0" lang="en-US" sz="1100" b="0" i="0" u="none" strike="noStrike" kern="1200" cap="none" spc="0" normalizeH="0" baseline="0" noProof="0" dirty="0" err="1">
                <a:ln>
                  <a:noFill/>
                </a:ln>
                <a:solidFill>
                  <a:prstClr val="white"/>
                </a:solidFill>
                <a:effectLst/>
                <a:uLnTx/>
                <a:uFillTx/>
                <a:latin typeface="EYInterstate Light"/>
                <a:ea typeface="+mj-ea"/>
                <a:cs typeface="+mj-cs"/>
              </a:rPr>
              <a:t>gStore</a:t>
            </a: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EA review and Store Stock Accuracy to build a holistic view of the program along with its ambition, key risks and execution challenges.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Used EY’s Program Review Framework to conduct a review of the “Smart Retail” program across 7 dimensions.</a:t>
            </a:r>
          </a:p>
        </p:txBody>
      </p:sp>
      <p:sp>
        <p:nvSpPr>
          <p:cNvPr id="12" name="Text Placeholder 92">
            <a:extLst>
              <a:ext uri="{FF2B5EF4-FFF2-40B4-BE49-F238E27FC236}">
                <a16:creationId xmlns:a16="http://schemas.microsoft.com/office/drawing/2014/main" id="{56A4A397-DC89-6D13-1849-47CA6D0B9658}"/>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D74F7B3B-0C0D-4E51-23B4-304C7F138BF4}"/>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40+ key findings and implications were identified.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lang="en-US" sz="1100" dirty="0">
              <a:solidFill>
                <a:prstClr val="white"/>
              </a:solidFill>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20+ key recommendations and suggested owners were outlined supporting the successful rollout of the Smart Retail program. </a:t>
            </a:r>
            <a:endParaRPr kumimoji="0" lang="en-IN"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7" name="Slide Number Placeholder 5">
            <a:extLst>
              <a:ext uri="{FF2B5EF4-FFF2-40B4-BE49-F238E27FC236}">
                <a16:creationId xmlns:a16="http://schemas.microsoft.com/office/drawing/2014/main" id="{818C0605-FAC9-ECE3-F3B0-895899A9D101}"/>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90</a:t>
            </a:fld>
            <a:endParaRPr/>
          </a:p>
        </p:txBody>
      </p:sp>
      <p:cxnSp>
        <p:nvCxnSpPr>
          <p:cNvPr id="15" name="Straight Connector 14">
            <a:extLst>
              <a:ext uri="{FF2B5EF4-FFF2-40B4-BE49-F238E27FC236}">
                <a16:creationId xmlns:a16="http://schemas.microsoft.com/office/drawing/2014/main" id="{BB9ED08A-69A8-9275-482F-3AFB3632903F}"/>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0EC17981-4716-706C-D308-042F894AD44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33054208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94B86-0814-6DE7-1449-CC32BE7625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24EDD-BF17-9FFD-E3AC-670FAE10CDBB}"/>
              </a:ext>
            </a:extLst>
          </p:cNvPr>
          <p:cNvSpPr>
            <a:spLocks noGrp="1"/>
          </p:cNvSpPr>
          <p:nvPr>
            <p:ph type="title"/>
          </p:nvPr>
        </p:nvSpPr>
        <p:spPr/>
        <p:txBody>
          <a:bodyPr/>
          <a:lstStyle/>
          <a:p>
            <a:r>
              <a:rPr lang="en-US" sz="3200" dirty="0">
                <a:solidFill>
                  <a:schemeClr val="bg1"/>
                </a:solidFill>
              </a:rPr>
              <a:t>Jira Rollout: Digital platform build and integration </a:t>
            </a:r>
            <a:br>
              <a:rPr lang="en-US" sz="3200" dirty="0">
                <a:solidFill>
                  <a:schemeClr val="bg1"/>
                </a:solidFill>
              </a:rPr>
            </a:br>
            <a:endParaRPr lang="en-IN" sz="3200" dirty="0">
              <a:solidFill>
                <a:schemeClr val="bg1"/>
              </a:solidFill>
            </a:endParaRPr>
          </a:p>
        </p:txBody>
      </p:sp>
      <p:sp>
        <p:nvSpPr>
          <p:cNvPr id="6" name="Text Placeholder 92">
            <a:extLst>
              <a:ext uri="{FF2B5EF4-FFF2-40B4-BE49-F238E27FC236}">
                <a16:creationId xmlns:a16="http://schemas.microsoft.com/office/drawing/2014/main" id="{188EBD00-AEC3-8D47-C9D4-5F87AFC23A9D}"/>
              </a:ext>
            </a:extLst>
          </p:cNvPr>
          <p:cNvSpPr txBox="1">
            <a:spLocks/>
          </p:cNvSpPr>
          <p:nvPr/>
        </p:nvSpPr>
        <p:spPr>
          <a:xfrm>
            <a:off x="485523" y="1058633"/>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Challenge</a:t>
            </a:r>
          </a:p>
        </p:txBody>
      </p:sp>
      <p:sp>
        <p:nvSpPr>
          <p:cNvPr id="8" name="Text Placeholder 2" descr="The Challenge">
            <a:extLst>
              <a:ext uri="{FF2B5EF4-FFF2-40B4-BE49-F238E27FC236}">
                <a16:creationId xmlns:a16="http://schemas.microsoft.com/office/drawing/2014/main" id="{81DF6268-0B4B-5F23-E25D-17FA5FD368FE}"/>
              </a:ext>
            </a:extLst>
          </p:cNvPr>
          <p:cNvSpPr txBox="1">
            <a:spLocks/>
          </p:cNvSpPr>
          <p:nvPr/>
        </p:nvSpPr>
        <p:spPr>
          <a:xfrm>
            <a:off x="485523" y="1373733"/>
            <a:ext cx="10500519" cy="137160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The Global Retailer needed a project management and collaboration system and partnered with EY to develop and roll this out.</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EY designed and activated a product-driven agile delivery platform and target architecture for a Global Retailer to support the goals of their portfolio brands, while improving the predictability of technology delivery.</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9" name="Text Placeholder 92">
            <a:extLst>
              <a:ext uri="{FF2B5EF4-FFF2-40B4-BE49-F238E27FC236}">
                <a16:creationId xmlns:a16="http://schemas.microsoft.com/office/drawing/2014/main" id="{65308C75-BBDB-9B19-E483-04AEF0CEF00D}"/>
              </a:ext>
            </a:extLst>
          </p:cNvPr>
          <p:cNvSpPr txBox="1">
            <a:spLocks/>
          </p:cNvSpPr>
          <p:nvPr/>
        </p:nvSpPr>
        <p:spPr>
          <a:xfrm>
            <a:off x="483827" y="2876777"/>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dirty="0">
                <a:solidFill>
                  <a:srgbClr val="FFE600"/>
                </a:solidFill>
                <a:latin typeface="+mj-lt"/>
              </a:rPr>
              <a:t>The Solution</a:t>
            </a:r>
          </a:p>
        </p:txBody>
      </p:sp>
      <p:sp>
        <p:nvSpPr>
          <p:cNvPr id="11" name="Text Placeholder 2" descr="The Solution">
            <a:extLst>
              <a:ext uri="{FF2B5EF4-FFF2-40B4-BE49-F238E27FC236}">
                <a16:creationId xmlns:a16="http://schemas.microsoft.com/office/drawing/2014/main" id="{B377B2E4-E25F-F0F2-DB8A-866AF22D4E5E}"/>
              </a:ext>
            </a:extLst>
          </p:cNvPr>
          <p:cNvSpPr txBox="1">
            <a:spLocks/>
          </p:cNvSpPr>
          <p:nvPr/>
        </p:nvSpPr>
        <p:spPr>
          <a:xfrm>
            <a:off x="483827" y="3205130"/>
            <a:ext cx="10500519" cy="1463040"/>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3943" rtl="0" eaLnBrk="1" fontAlgn="auto" latinLnBrk="0" hangingPunct="1">
              <a:lnSpc>
                <a:spcPct val="100000"/>
              </a:lnSpc>
              <a:spcBef>
                <a:spcPts val="0"/>
              </a:spcBef>
              <a:spcAft>
                <a:spcPts val="600"/>
              </a:spcAft>
              <a:buClr>
                <a:srgbClr val="FFE600"/>
              </a:buClr>
              <a:buSzPct val="100000"/>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 Work consisted of: Designing, building and delivering…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 scaled agile based product and solutions delivery model.</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Jira toolset (Jira and Jira Align) across the retailer‘s entire technology business.</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An “adaptable teaming” methodology including skills-matching and capacity management. </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An interim master data management tool for transformation.</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An integrated playbook to help operationalize ways of working</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kumimoji="0" lang="en-US" sz="1100" b="0" i="0" u="none" strike="noStrike" kern="1200" cap="none" spc="0" normalizeH="0" baseline="0" noProof="0" dirty="0">
              <a:ln>
                <a:noFill/>
              </a:ln>
              <a:solidFill>
                <a:prstClr val="white"/>
              </a:solidFill>
              <a:effectLst/>
              <a:uLnTx/>
              <a:uFillTx/>
              <a:latin typeface="EYInterstate Light"/>
              <a:ea typeface="+mj-ea"/>
              <a:cs typeface="+mj-cs"/>
            </a:endParaRPr>
          </a:p>
        </p:txBody>
      </p:sp>
      <p:sp>
        <p:nvSpPr>
          <p:cNvPr id="12" name="Text Placeholder 92">
            <a:extLst>
              <a:ext uri="{FF2B5EF4-FFF2-40B4-BE49-F238E27FC236}">
                <a16:creationId xmlns:a16="http://schemas.microsoft.com/office/drawing/2014/main" id="{F92F119E-A658-6C75-F239-E852B0ECB847}"/>
              </a:ext>
            </a:extLst>
          </p:cNvPr>
          <p:cNvSpPr txBox="1">
            <a:spLocks/>
          </p:cNvSpPr>
          <p:nvPr/>
        </p:nvSpPr>
        <p:spPr>
          <a:xfrm>
            <a:off x="483827" y="4717340"/>
            <a:ext cx="1729286" cy="398973"/>
          </a:xfrm>
          <a:prstGeom prst="rect">
            <a:avLst/>
          </a:prstGeom>
          <a:noFill/>
          <a:ln w="9525" cap="flat" cmpd="sng" algn="ctr">
            <a:noFill/>
            <a:prstDash val="solid"/>
          </a:ln>
          <a:effectLst/>
        </p:spPr>
        <p:txBody>
          <a:bodyPr vert="horz" lIns="0" tIns="0" rIns="35922" bIns="0" rtlCol="0" anchor="t" anchorCtr="0">
            <a:noAutofit/>
          </a:bodyPr>
          <a:lstStyle>
            <a:lvl1pPr marL="0" marR="0" indent="0" algn="l" defTabSz="1408113" rtl="0" eaLnBrk="1" fontAlgn="base" latinLnBrk="0" hangingPunct="1">
              <a:lnSpc>
                <a:spcPct val="100000"/>
              </a:lnSpc>
              <a:spcBef>
                <a:spcPct val="0"/>
              </a:spcBef>
              <a:spcAft>
                <a:spcPct val="0"/>
              </a:spcAft>
              <a:buClrTx/>
              <a:buSzTx/>
              <a:buFontTx/>
              <a:buNone/>
              <a:tabLst/>
              <a:defRPr kumimoji="0" lang="en-IN" sz="1000" b="1" i="0" u="none" strike="noStrike" kern="1200" cap="none" normalizeH="0" baseline="0" dirty="0">
                <a:ln>
                  <a:noFill/>
                </a:ln>
                <a:solidFill>
                  <a:schemeClr val="tx1"/>
                </a:solidFill>
                <a:effectLst/>
                <a:latin typeface="+mn-lt"/>
                <a:ea typeface="+mn-ea"/>
                <a:cs typeface="Arial" pitchFamily="34" charset="0"/>
              </a:defRPr>
            </a:lvl1pPr>
            <a:lvl2pPr marL="1123" algn="l" defTabSz="995568" rtl="0" eaLnBrk="1" fontAlgn="base" hangingPunct="1">
              <a:spcBef>
                <a:spcPct val="20000"/>
              </a:spcBef>
              <a:spcAft>
                <a:spcPct val="40000"/>
              </a:spcAft>
              <a:buClr>
                <a:srgbClr val="FFD200"/>
              </a:buClr>
              <a:buSzPct val="75000"/>
              <a:buFont typeface="Arial Unicode MS" pitchFamily="34" charset="-128"/>
              <a:defRPr lang="en-US" sz="1400" dirty="0" smtClean="0">
                <a:solidFill>
                  <a:schemeClr val="lt1"/>
                </a:solidFill>
                <a:latin typeface="+mn-lt"/>
                <a:ea typeface="+mn-ea"/>
                <a:cs typeface="+mn-cs"/>
              </a:defRPr>
            </a:lvl2pPr>
            <a:lvl3pPr marL="3368" algn="l" defTabSz="995568" rtl="0" eaLnBrk="1" fontAlgn="base" hangingPunct="1">
              <a:spcBef>
                <a:spcPct val="20000"/>
              </a:spcBef>
              <a:spcAft>
                <a:spcPct val="40000"/>
              </a:spcAft>
              <a:buClr>
                <a:schemeClr val="tx2"/>
              </a:buClr>
              <a:buSzPct val="75000"/>
              <a:buFont typeface="Arial Unicode MS" pitchFamily="34" charset="-128"/>
              <a:defRPr lang="en-US" sz="1800" dirty="0" smtClean="0">
                <a:solidFill>
                  <a:schemeClr val="lt1"/>
                </a:solidFill>
                <a:latin typeface="+mn-lt"/>
                <a:ea typeface="+mn-ea"/>
                <a:cs typeface="+mn-cs"/>
              </a:defRPr>
            </a:lvl3pPr>
            <a:lvl4pPr marL="180706" indent="-176217" algn="l" defTabSz="995568" rtl="0" eaLnBrk="1" fontAlgn="base" hangingPunct="1">
              <a:spcBef>
                <a:spcPct val="0"/>
              </a:spcBef>
              <a:spcAft>
                <a:spcPct val="40000"/>
              </a:spcAft>
              <a:buClr>
                <a:schemeClr val="tx1"/>
              </a:buClr>
              <a:buSzPct val="70000"/>
              <a:buFont typeface="Arial" pitchFamily="34" charset="0"/>
              <a:buChar char="►"/>
              <a:defRPr lang="en-US" sz="1800" dirty="0" smtClean="0">
                <a:solidFill>
                  <a:schemeClr val="lt1"/>
                </a:solidFill>
                <a:latin typeface="+mn-lt"/>
                <a:ea typeface="+mn-ea"/>
                <a:cs typeface="+mn-cs"/>
              </a:defRPr>
            </a:lvl4pPr>
            <a:lvl5pPr marL="1828800" indent="0" algn="l" defTabSz="995568" rtl="0" eaLnBrk="1" fontAlgn="base" hangingPunct="1">
              <a:spcBef>
                <a:spcPct val="0"/>
              </a:spcBef>
              <a:spcAft>
                <a:spcPct val="40000"/>
              </a:spcAft>
              <a:buClr>
                <a:schemeClr val="tx1"/>
              </a:buClr>
              <a:buSzPct val="70000"/>
              <a:buFont typeface="Arial" pitchFamily="34" charset="0"/>
              <a:buNone/>
              <a:defRPr lang="en-GB" sz="1000" dirty="0">
                <a:solidFill>
                  <a:schemeClr val="lt1"/>
                </a:solidFill>
                <a:latin typeface="+mn-lt"/>
                <a:ea typeface="+mn-ea"/>
                <a:cs typeface="+mn-cs"/>
              </a:defRPr>
            </a:lvl5pPr>
            <a:lvl6pPr marL="684663"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6pPr>
            <a:lvl7pPr marL="1007914"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7pPr>
            <a:lvl8pPr marL="1331165"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8pPr>
            <a:lvl9pPr marL="1654416" indent="-178462" algn="l" defTabSz="995568" rtl="0" eaLnBrk="1" fontAlgn="base" hangingPunct="1">
              <a:spcBef>
                <a:spcPct val="0"/>
              </a:spcBef>
              <a:spcAft>
                <a:spcPct val="40000"/>
              </a:spcAft>
              <a:buClr>
                <a:schemeClr val="tx2"/>
              </a:buClr>
              <a:buSzPct val="75000"/>
              <a:buFont typeface="Arial" pitchFamily="34" charset="0"/>
              <a:buChar char="►"/>
              <a:defRPr sz="1100">
                <a:solidFill>
                  <a:schemeClr val="lt1"/>
                </a:solidFill>
                <a:latin typeface="+mn-lt"/>
                <a:ea typeface="+mn-ea"/>
                <a:cs typeface="+mn-cs"/>
              </a:defRPr>
            </a:lvl9pPr>
          </a:lstStyle>
          <a:p>
            <a:pPr defTabSz="1407409">
              <a:defRPr/>
            </a:pPr>
            <a:r>
              <a:rPr lang="en-IN" sz="1800">
                <a:solidFill>
                  <a:srgbClr val="FFE600"/>
                </a:solidFill>
                <a:latin typeface="+mj-lt"/>
              </a:rPr>
              <a:t>The Benefits</a:t>
            </a:r>
          </a:p>
        </p:txBody>
      </p:sp>
      <p:sp>
        <p:nvSpPr>
          <p:cNvPr id="14" name="Text Placeholder 2">
            <a:extLst>
              <a:ext uri="{FF2B5EF4-FFF2-40B4-BE49-F238E27FC236}">
                <a16:creationId xmlns:a16="http://schemas.microsoft.com/office/drawing/2014/main" id="{7E5AA2BB-0743-F1FF-4CDD-D9987C5897C4}"/>
              </a:ext>
            </a:extLst>
          </p:cNvPr>
          <p:cNvSpPr txBox="1">
            <a:spLocks/>
          </p:cNvSpPr>
          <p:nvPr/>
        </p:nvSpPr>
        <p:spPr>
          <a:xfrm>
            <a:off x="483827" y="5045692"/>
            <a:ext cx="10500519" cy="1293324"/>
          </a:xfrm>
          <a:prstGeom prst="rect">
            <a:avLst/>
          </a:prstGeom>
          <a:ln w="6350">
            <a:solidFill>
              <a:schemeClr val="tx2"/>
            </a:solidFill>
            <a:tailEnd type="none"/>
          </a:ln>
        </p:spPr>
        <p:style>
          <a:lnRef idx="1">
            <a:schemeClr val="accent1"/>
          </a:lnRef>
          <a:fillRef idx="0">
            <a:schemeClr val="accent1"/>
          </a:fillRef>
          <a:effectRef idx="0">
            <a:schemeClr val="accent1"/>
          </a:effectRef>
          <a:fontRef idx="minor">
            <a:schemeClr val="tx1"/>
          </a:fontRef>
        </p:style>
        <p:txBody>
          <a:bodyPr vert="horz" lIns="54000" tIns="54000" rIns="54000" bIns="54000" rtlCol="0" anchor="t" anchorCtr="0">
            <a:noAutofit/>
          </a:bodyPr>
          <a:lstStyle>
            <a:lvl1pPr marL="0" indent="0" algn="l" defTabSz="914400" rtl="0" eaLnBrk="1" latinLnBrk="0" hangingPunct="1">
              <a:spcBef>
                <a:spcPct val="20000"/>
              </a:spcBef>
              <a:buClr>
                <a:schemeClr val="tx2"/>
              </a:buClr>
              <a:buSzPct val="70000"/>
              <a:buFont typeface="Arial" pitchFamily="34" charset="0"/>
              <a:buNone/>
              <a:defRPr sz="900" kern="1200">
                <a:solidFill>
                  <a:schemeClr val="bg1"/>
                </a:solidFill>
                <a:latin typeface="EYInterstate Light" panose="02000506000000020004" pitchFamily="2" charset="0"/>
                <a:ea typeface="+mn-ea"/>
                <a:cs typeface="+mn-cs"/>
              </a:defRPr>
            </a:lvl1pPr>
            <a:lvl2pPr marL="713232"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2pPr>
            <a:lvl3pPr marL="1069848"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3pPr>
            <a:lvl4pPr marL="1426464"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4pPr>
            <a:lvl5pPr marL="1783080" indent="-356616" algn="l" defTabSz="914400" rtl="0" eaLnBrk="1" latinLnBrk="0" hangingPunct="1">
              <a:spcBef>
                <a:spcPct val="20000"/>
              </a:spcBef>
              <a:buClr>
                <a:schemeClr val="tx2"/>
              </a:buClr>
              <a:buSzPct val="70000"/>
              <a:buFont typeface="Arial" pitchFamily="34" charset="0"/>
              <a:buChar char="►"/>
              <a:defRPr sz="800" kern="1200">
                <a:solidFill>
                  <a:schemeClr val="bg1"/>
                </a:solidFill>
                <a:latin typeface="EYInterstate Light" panose="02000506000000020004"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5,000 digital workers were onboarded.</a:t>
            </a: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endParaRPr lang="en-US" sz="1100" dirty="0">
              <a:solidFill>
                <a:prstClr val="white"/>
              </a:solidFill>
              <a:latin typeface="EYInterstate Light"/>
              <a:ea typeface="+mj-ea"/>
              <a:cs typeface="+mj-cs"/>
            </a:endParaRPr>
          </a:p>
          <a:p>
            <a:pPr marL="173736" marR="0" lvl="0" indent="-173736" algn="l" defTabSz="913943" rtl="0" eaLnBrk="1" fontAlgn="auto" latinLnBrk="0" hangingPunct="1">
              <a:lnSpc>
                <a:spcPct val="100000"/>
              </a:lnSpc>
              <a:spcBef>
                <a:spcPts val="0"/>
              </a:spcBef>
              <a:spcAft>
                <a:spcPts val="600"/>
              </a:spcAft>
              <a:buClr>
                <a:srgbClr val="FFE600"/>
              </a:buClr>
              <a:buSzPct val="100000"/>
              <a:buFont typeface="Wingdings" panose="05000000000000000000" pitchFamily="2" charset="2"/>
              <a:buChar char="§"/>
              <a:tabLst/>
              <a:defRPr/>
            </a:pPr>
            <a:r>
              <a:rPr kumimoji="0" lang="en-US" sz="1100" b="0" i="0" u="none" strike="noStrike" kern="1200" cap="none" spc="0" normalizeH="0" baseline="0" noProof="0" dirty="0">
                <a:ln>
                  <a:noFill/>
                </a:ln>
                <a:solidFill>
                  <a:prstClr val="white"/>
                </a:solidFill>
                <a:effectLst/>
                <a:uLnTx/>
                <a:uFillTx/>
                <a:latin typeface="EYInterstate Light"/>
                <a:ea typeface="+mj-ea"/>
                <a:cs typeface="+mj-cs"/>
              </a:rPr>
              <a:t>500+ applications are managed, and 2 digital products were developed as an enabler for seamless transition. </a:t>
            </a:r>
          </a:p>
        </p:txBody>
      </p:sp>
      <p:sp>
        <p:nvSpPr>
          <p:cNvPr id="7" name="Slide Number Placeholder 5">
            <a:extLst>
              <a:ext uri="{FF2B5EF4-FFF2-40B4-BE49-F238E27FC236}">
                <a16:creationId xmlns:a16="http://schemas.microsoft.com/office/drawing/2014/main" id="{84ABE2ED-0B55-1453-5BE1-0CC132221C48}"/>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91</a:t>
            </a:fld>
            <a:endParaRPr/>
          </a:p>
        </p:txBody>
      </p:sp>
      <p:cxnSp>
        <p:nvCxnSpPr>
          <p:cNvPr id="15" name="Straight Connector 14">
            <a:extLst>
              <a:ext uri="{FF2B5EF4-FFF2-40B4-BE49-F238E27FC236}">
                <a16:creationId xmlns:a16="http://schemas.microsoft.com/office/drawing/2014/main" id="{86A98A45-D430-1C78-B904-0C080FB4D433}"/>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EC6C215B-3223-86BB-C139-90ABA5971C4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Tree>
    <p:extLst>
      <p:ext uri="{BB962C8B-B14F-4D97-AF65-F5344CB8AC3E}">
        <p14:creationId xmlns:p14="http://schemas.microsoft.com/office/powerpoint/2010/main" val="13193059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BEFB8-077F-6840-4E7D-042DE27B22C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7978C7C-ECDB-2DED-29C0-FD18A913BF8C}"/>
              </a:ext>
            </a:extLst>
          </p:cNvPr>
          <p:cNvSpPr>
            <a:spLocks noGrp="1"/>
          </p:cNvSpPr>
          <p:nvPr>
            <p:ph type="title"/>
          </p:nvPr>
        </p:nvSpPr>
        <p:spPr/>
        <p:txBody>
          <a:bodyPr/>
          <a:lstStyle/>
          <a:p>
            <a:r>
              <a:rPr lang="en-US" dirty="0"/>
              <a:t>Retail Resources and related contents</a:t>
            </a:r>
            <a:r>
              <a:rPr lang="en-US" sz="2800" b="0" dirty="0"/>
              <a:t> </a:t>
            </a:r>
            <a:endParaRPr lang="en-US" b="0" dirty="0"/>
          </a:p>
        </p:txBody>
      </p:sp>
      <p:sp>
        <p:nvSpPr>
          <p:cNvPr id="3" name="Slide Number Placeholder 5">
            <a:extLst>
              <a:ext uri="{FF2B5EF4-FFF2-40B4-BE49-F238E27FC236}">
                <a16:creationId xmlns:a16="http://schemas.microsoft.com/office/drawing/2014/main" id="{2EFF82EC-E25E-A89C-646C-3B18412239D0}"/>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smtClean="0"/>
              <a:pPr/>
              <a:t>92</a:t>
            </a:fld>
            <a:endParaRPr/>
          </a:p>
        </p:txBody>
      </p:sp>
    </p:spTree>
    <p:extLst>
      <p:ext uri="{BB962C8B-B14F-4D97-AF65-F5344CB8AC3E}">
        <p14:creationId xmlns:p14="http://schemas.microsoft.com/office/powerpoint/2010/main" val="4093883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ACF2A-8CEA-4A11-CF5B-93F635CD0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FCF86-E9BB-6D5E-C230-8E0502CED1D5}"/>
              </a:ext>
            </a:extLst>
          </p:cNvPr>
          <p:cNvSpPr>
            <a:spLocks noGrp="1"/>
          </p:cNvSpPr>
          <p:nvPr>
            <p:ph type="title"/>
          </p:nvPr>
        </p:nvSpPr>
        <p:spPr/>
        <p:txBody>
          <a:bodyPr/>
          <a:lstStyle/>
          <a:p>
            <a:r>
              <a:rPr lang="en-IN" sz="3200" dirty="0">
                <a:solidFill>
                  <a:schemeClr val="bg1"/>
                </a:solidFill>
              </a:rPr>
              <a:t>Additional Retail Resources</a:t>
            </a:r>
          </a:p>
        </p:txBody>
      </p:sp>
      <p:sp>
        <p:nvSpPr>
          <p:cNvPr id="7" name="Slide Number Placeholder 5">
            <a:extLst>
              <a:ext uri="{FF2B5EF4-FFF2-40B4-BE49-F238E27FC236}">
                <a16:creationId xmlns:a16="http://schemas.microsoft.com/office/drawing/2014/main" id="{857151A4-2219-64D0-D433-C4A7F3FF321F}"/>
              </a:ext>
            </a:extLst>
          </p:cNvPr>
          <p:cNvSpPr txBox="1">
            <a:spLocks/>
          </p:cNvSpPr>
          <p:nvPr/>
        </p:nvSpPr>
        <p:spPr>
          <a:xfrm>
            <a:off x="484188" y="6469534"/>
            <a:ext cx="662721" cy="179906"/>
          </a:xfrm>
          <a:prstGeom prst="rect">
            <a:avLst/>
          </a:prstGeom>
        </p:spPr>
        <p:txBody>
          <a:bodyPr lIns="0" tIns="0" rIns="0" bIns="0"/>
          <a:lstStyle>
            <a:defPPr>
              <a:defRPr lang="en-US"/>
            </a:defPPr>
            <a:lvl1pPr marL="0" algn="l" defTabSz="914400" rtl="0" eaLnBrk="1" latinLnBrk="0" hangingPunct="1">
              <a:defRPr lang="en-GB" sz="800" kern="1200" smtClean="0">
                <a:solidFill>
                  <a:schemeClr val="bg1"/>
                </a:solidFill>
                <a:latin typeface="EYInterstate" panose="0200050302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Page </a:t>
            </a:r>
            <a:fld id="{F1BC30E3-FFE5-4B91-AA19-87A149EBB9EE}" type="slidenum">
              <a:rPr/>
              <a:pPr/>
              <a:t>93</a:t>
            </a:fld>
            <a:endParaRPr/>
          </a:p>
        </p:txBody>
      </p:sp>
      <p:cxnSp>
        <p:nvCxnSpPr>
          <p:cNvPr id="15" name="Straight Connector 14">
            <a:extLst>
              <a:ext uri="{FF2B5EF4-FFF2-40B4-BE49-F238E27FC236}">
                <a16:creationId xmlns:a16="http://schemas.microsoft.com/office/drawing/2014/main" id="{CDA878E1-D8A7-552B-9EE2-4051A289C102}"/>
              </a:ext>
              <a:ext uri="{C183D7F6-B498-43B3-948B-1728B52AA6E4}">
                <adec:decorative xmlns:adec="http://schemas.microsoft.com/office/drawing/2017/decorative" val="1"/>
              </a:ext>
            </a:extLst>
          </p:cNvPr>
          <p:cNvCxnSpPr>
            <a:cxnSpLocks/>
          </p:cNvCxnSpPr>
          <p:nvPr/>
        </p:nvCxnSpPr>
        <p:spPr>
          <a:xfrm>
            <a:off x="485523" y="840786"/>
            <a:ext cx="2378646" cy="0"/>
          </a:xfrm>
          <a:prstGeom prst="line">
            <a:avLst/>
          </a:prstGeom>
          <a:ln w="25400">
            <a:solidFill>
              <a:srgbClr val="FFE600"/>
            </a:solidFill>
            <a:tailEnd type="none"/>
          </a:ln>
        </p:spPr>
        <p:style>
          <a:lnRef idx="1">
            <a:schemeClr val="accent1"/>
          </a:lnRef>
          <a:fillRef idx="0">
            <a:schemeClr val="accent1"/>
          </a:fillRef>
          <a:effectRef idx="0">
            <a:schemeClr val="accent1"/>
          </a:effectRef>
          <a:fontRef idx="minor">
            <a:schemeClr val="tx1"/>
          </a:fontRef>
        </p:style>
      </p:cxnSp>
      <p:pic>
        <p:nvPicPr>
          <p:cNvPr id="49" name="Graphic 48">
            <a:hlinkClick r:id="rId3" action="ppaction://hlinksldjump"/>
            <a:extLst>
              <a:ext uri="{FF2B5EF4-FFF2-40B4-BE49-F238E27FC236}">
                <a16:creationId xmlns:a16="http://schemas.microsoft.com/office/drawing/2014/main" id="{68CC54E8-D1F7-E033-74E9-29BDB9C823D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330192" y="276868"/>
            <a:ext cx="371722" cy="371722"/>
          </a:xfrm>
          <a:prstGeom prst="rect">
            <a:avLst/>
          </a:prstGeom>
        </p:spPr>
      </p:pic>
      <p:sp>
        <p:nvSpPr>
          <p:cNvPr id="3" name="TextBox 2">
            <a:extLst>
              <a:ext uri="{FF2B5EF4-FFF2-40B4-BE49-F238E27FC236}">
                <a16:creationId xmlns:a16="http://schemas.microsoft.com/office/drawing/2014/main" id="{864B7993-732A-17F1-98F8-F77420D3C5E7}"/>
              </a:ext>
            </a:extLst>
          </p:cNvPr>
          <p:cNvSpPr txBox="1"/>
          <p:nvPr/>
        </p:nvSpPr>
        <p:spPr>
          <a:xfrm>
            <a:off x="10872992" y="6581132"/>
            <a:ext cx="914400" cy="161583"/>
          </a:xfrm>
          <a:prstGeom prst="rect">
            <a:avLst/>
          </a:prstGeom>
          <a:noFill/>
        </p:spPr>
        <p:txBody>
          <a:bodyPr wrap="square" lIns="0" tIns="36576" rIns="0" bIns="0" rtlCol="0" anchor="t">
            <a:spAutoFit/>
          </a:bodyPr>
          <a:lstStyle/>
          <a:p>
            <a:pPr algn="l">
              <a:lnSpc>
                <a:spcPct val="90000"/>
              </a:lnSpc>
              <a:spcBef>
                <a:spcPts val="400"/>
              </a:spcBef>
              <a:spcAft>
                <a:spcPts val="400"/>
              </a:spcAft>
              <a:buClr>
                <a:schemeClr val="tx2"/>
              </a:buClr>
              <a:buSzPct val="100000"/>
            </a:pPr>
            <a:r>
              <a:rPr lang="en-US" sz="900" dirty="0">
                <a:solidFill>
                  <a:schemeClr val="bg1"/>
                </a:solidFill>
              </a:rPr>
              <a:t>*Ongoing</a:t>
            </a:r>
          </a:p>
        </p:txBody>
      </p:sp>
      <p:graphicFrame>
        <p:nvGraphicFramePr>
          <p:cNvPr id="10" name="Table 4">
            <a:extLst>
              <a:ext uri="{FF2B5EF4-FFF2-40B4-BE49-F238E27FC236}">
                <a16:creationId xmlns:a16="http://schemas.microsoft.com/office/drawing/2014/main" id="{B2A3B7AE-E733-F97B-E115-A636935BDC2F}"/>
              </a:ext>
            </a:extLst>
          </p:cNvPr>
          <p:cNvGraphicFramePr>
            <a:graphicFrameLocks noGrp="1"/>
          </p:cNvGraphicFramePr>
          <p:nvPr>
            <p:extLst>
              <p:ext uri="{D42A27DB-BD31-4B8C-83A1-F6EECF244321}">
                <p14:modId xmlns:p14="http://schemas.microsoft.com/office/powerpoint/2010/main" val="3737222542"/>
              </p:ext>
            </p:extLst>
          </p:nvPr>
        </p:nvGraphicFramePr>
        <p:xfrm>
          <a:off x="484188" y="933806"/>
          <a:ext cx="6996382" cy="5650038"/>
        </p:xfrm>
        <a:graphic>
          <a:graphicData uri="http://schemas.openxmlformats.org/drawingml/2006/table">
            <a:tbl>
              <a:tblPr firstRow="1" bandRow="1"/>
              <a:tblGrid>
                <a:gridCol w="3844621">
                  <a:extLst>
                    <a:ext uri="{9D8B030D-6E8A-4147-A177-3AD203B41FA5}">
                      <a16:colId xmlns:a16="http://schemas.microsoft.com/office/drawing/2014/main" val="554036398"/>
                    </a:ext>
                  </a:extLst>
                </a:gridCol>
                <a:gridCol w="3151761">
                  <a:extLst>
                    <a:ext uri="{9D8B030D-6E8A-4147-A177-3AD203B41FA5}">
                      <a16:colId xmlns:a16="http://schemas.microsoft.com/office/drawing/2014/main" val="2719333545"/>
                    </a:ext>
                  </a:extLst>
                </a:gridCol>
              </a:tblGrid>
              <a:tr h="387638">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prstClr val="white"/>
                          </a:solidFill>
                          <a:effectLst/>
                          <a:uLnTx/>
                          <a:uFillTx/>
                        </a:rPr>
                        <a:t>Publications and tools</a:t>
                      </a:r>
                      <a:endParaRPr kumimoji="0" lang="en-IN" sz="1600" b="1" i="0" u="none" strike="noStrike" kern="1200" cap="none" spc="0" normalizeH="0" baseline="0" noProof="0" dirty="0">
                        <a:ln>
                          <a:noFill/>
                        </a:ln>
                        <a:solidFill>
                          <a:prstClr val="white"/>
                        </a:solidFill>
                        <a:effectLst/>
                        <a:uLnTx/>
                        <a:uFillTx/>
                        <a:latin typeface="+mn-lt"/>
                        <a:ea typeface="+mn-ea"/>
                        <a:cs typeface="+mn-cs"/>
                      </a:endParaRPr>
                    </a:p>
                  </a:txBody>
                  <a:tcPr marL="71963" marR="7196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endParaRPr lang="en-GB" sz="1100" dirty="0"/>
                    </a:p>
                  </a:txBody>
                  <a:tcPr marL="71963" marR="7196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2316190"/>
                  </a:ext>
                </a:extLst>
              </a:tr>
              <a:tr h="692279">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marL="0" indent="0" defTabSz="995690">
                        <a:buFont typeface="Arial" panose="020B0604020202020204" pitchFamily="34" charset="0"/>
                        <a:buNone/>
                      </a:pPr>
                      <a:r>
                        <a:rPr lang="en-US" sz="1100" b="1" dirty="0">
                          <a:solidFill>
                            <a:schemeClr val="tx2"/>
                          </a:solidFill>
                          <a:latin typeface="+mn-lt"/>
                          <a:hlinkClick r:id="rId5">
                            <a:extLst>
                              <a:ext uri="{A12FA001-AC4F-418D-AE19-62706E023703}">
                                <ahyp:hlinkClr xmlns:ahyp="http://schemas.microsoft.com/office/drawing/2018/hyperlinkcolor" val="tx"/>
                              </a:ext>
                            </a:extLst>
                          </a:hlinkClick>
                        </a:rPr>
                        <a:t>Consumer page on the Discover Consumer &amp; Health site</a:t>
                      </a:r>
                      <a:r>
                        <a:rPr lang="en-IN" sz="1100" b="1" dirty="0">
                          <a:solidFill>
                            <a:schemeClr val="tx2"/>
                          </a:solidFill>
                          <a:latin typeface="+mn-lt"/>
                        </a:rPr>
                        <a:t> </a:t>
                      </a:r>
                      <a:br>
                        <a:rPr lang="en-US" sz="1100" b="1" dirty="0">
                          <a:solidFill>
                            <a:schemeClr val="bg1"/>
                          </a:solidFill>
                          <a:latin typeface="+mn-lt"/>
                        </a:rPr>
                      </a:br>
                      <a:r>
                        <a:rPr lang="en-US" sz="1100" b="0" dirty="0">
                          <a:solidFill>
                            <a:schemeClr val="bg1"/>
                          </a:solidFill>
                          <a:latin typeface="+mn-lt"/>
                        </a:rPr>
                        <a:t>Your one-stop-shop to key CP resources and contacts</a:t>
                      </a:r>
                    </a:p>
                  </a:txBody>
                  <a:tcPr marL="71963" marR="35981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marL="0" indent="0" defTabSz="884018">
                        <a:buFont typeface="Arial" panose="020B0604020202020204" pitchFamily="34" charset="0"/>
                        <a:buNone/>
                      </a:pPr>
                      <a:r>
                        <a:rPr lang="en-US" sz="1100" b="1" kern="0" dirty="0">
                          <a:solidFill>
                            <a:srgbClr val="FFE600"/>
                          </a:solidFill>
                          <a:latin typeface="+mn-lt"/>
                          <a:cs typeface="Arial" pitchFamily="34" charset="0"/>
                          <a:hlinkClick r:id="rId6">
                            <a:extLst>
                              <a:ext uri="{A12FA001-AC4F-418D-AE19-62706E023703}">
                                <ahyp:hlinkClr xmlns:ahyp="http://schemas.microsoft.com/office/drawing/2018/hyperlinkcolor" val="tx"/>
                              </a:ext>
                            </a:extLst>
                          </a:hlinkClick>
                        </a:rPr>
                        <a:t>Future Consumer Index</a:t>
                      </a:r>
                      <a:endParaRPr lang="en-US" sz="1100" b="1" kern="0" dirty="0">
                        <a:solidFill>
                          <a:srgbClr val="FFE600"/>
                        </a:solidFill>
                        <a:latin typeface="+mn-lt"/>
                        <a:cs typeface="Arial" pitchFamily="34" charset="0"/>
                      </a:endParaRPr>
                    </a:p>
                    <a:p>
                      <a:pPr marL="0" indent="0" defTabSz="884018">
                        <a:buFont typeface="Arial" panose="020B0604020202020204" pitchFamily="34" charset="0"/>
                        <a:buNone/>
                      </a:pPr>
                      <a:r>
                        <a:rPr lang="en-US" sz="1100" b="1" kern="0" dirty="0">
                          <a:solidFill>
                            <a:srgbClr val="FFE600"/>
                          </a:solidFill>
                          <a:latin typeface="+mn-lt"/>
                          <a:cs typeface="Arial" pitchFamily="34" charset="0"/>
                          <a:hlinkClick r:id="rId7">
                            <a:extLst>
                              <a:ext uri="{A12FA001-AC4F-418D-AE19-62706E023703}">
                                <ahyp:hlinkClr xmlns:ahyp="http://schemas.microsoft.com/office/drawing/2018/hyperlinkcolor" val="tx"/>
                              </a:ext>
                            </a:extLst>
                          </a:hlinkClick>
                        </a:rPr>
                        <a:t>FutureConsumer.Now</a:t>
                      </a:r>
                      <a:endParaRPr lang="en-US" sz="1100" b="1" kern="0" dirty="0">
                        <a:solidFill>
                          <a:srgbClr val="FFE600"/>
                        </a:solidFill>
                        <a:latin typeface="+mn-lt"/>
                        <a:cs typeface="Arial" pitchFamily="34" charset="0"/>
                      </a:endParaRPr>
                    </a:p>
                    <a:p>
                      <a:pPr marL="0" indent="0" defTabSz="884018">
                        <a:buFont typeface="Arial" panose="020B0604020202020204" pitchFamily="34" charset="0"/>
                        <a:buNone/>
                      </a:pPr>
                      <a:r>
                        <a:rPr lang="en-US" sz="1100" b="0" kern="0" dirty="0">
                          <a:solidFill>
                            <a:schemeClr val="bg1"/>
                          </a:solidFill>
                          <a:latin typeface="+mn-lt"/>
                          <a:cs typeface="Arial" pitchFamily="34" charset="0"/>
                        </a:rPr>
                        <a:t>Go-to-market program to accelerate growth in the Consumer industry</a:t>
                      </a:r>
                    </a:p>
                  </a:txBody>
                  <a:tcPr marL="71963" marR="35981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476186"/>
                  </a:ext>
                </a:extLst>
              </a:tr>
              <a:tr h="875064">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marL="0" marR="0" lvl="0" indent="0" defTabSz="884018"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1" kern="0" dirty="0">
                          <a:solidFill>
                            <a:schemeClr val="tx2"/>
                          </a:solidFill>
                          <a:cs typeface="Arial" pitchFamily="34" charset="0"/>
                          <a:hlinkClick r:id="rId8">
                            <a:extLst>
                              <a:ext uri="{A12FA001-AC4F-418D-AE19-62706E023703}">
                                <ahyp:hlinkClr xmlns:ahyp="http://schemas.microsoft.com/office/drawing/2018/hyperlinkcolor" val="tx"/>
                              </a:ext>
                            </a:extLst>
                          </a:hlinkClick>
                        </a:rPr>
                        <a:t>Retail trends analysis</a:t>
                      </a:r>
                      <a:br>
                        <a:rPr kumimoji="0" lang="en-US" sz="1100" b="1" i="0" u="none" strike="noStrike" kern="0" cap="none" spc="0" normalizeH="0" baseline="0" noProof="0" dirty="0">
                          <a:ln>
                            <a:noFill/>
                          </a:ln>
                          <a:solidFill>
                            <a:schemeClr val="tx2"/>
                          </a:solidFill>
                          <a:effectLst/>
                          <a:uLnTx/>
                          <a:uFillTx/>
                          <a:cs typeface="Arial" pitchFamily="34" charset="0"/>
                        </a:rPr>
                      </a:br>
                      <a:r>
                        <a:rPr lang="en-US" sz="1100" kern="0" dirty="0">
                          <a:solidFill>
                            <a:schemeClr val="bg1"/>
                          </a:solidFill>
                        </a:rPr>
                        <a:t>Details key dynamics in the Retail sector, the need to evolve and the disruptive forces that could impact clients</a:t>
                      </a:r>
                      <a:endParaRPr lang="en-US" sz="1100" kern="0" dirty="0">
                        <a:solidFill>
                          <a:schemeClr val="bg1"/>
                        </a:solidFill>
                        <a:ea typeface="Calibri" panose="020F0502020204030204" pitchFamily="34" charset="0"/>
                      </a:endParaRPr>
                    </a:p>
                  </a:txBody>
                  <a:tcPr marL="71963" marR="35981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lvl="0" defTabSz="884018">
                        <a:defRPr/>
                      </a:pPr>
                      <a:r>
                        <a:rPr lang="en-IN" sz="1100" b="1" kern="0" dirty="0">
                          <a:solidFill>
                            <a:schemeClr val="tx2"/>
                          </a:solidFill>
                          <a:hlinkClick r:id="rId9">
                            <a:extLst>
                              <a:ext uri="{A12FA001-AC4F-418D-AE19-62706E023703}">
                                <ahyp:hlinkClr xmlns:ahyp="http://schemas.microsoft.com/office/drawing/2018/hyperlinkcolor" val="tx"/>
                              </a:ext>
                            </a:extLst>
                          </a:hlinkClick>
                        </a:rPr>
                        <a:t>Spotlight on Consumer Pioneers in Retail Innovation</a:t>
                      </a:r>
                      <a:endParaRPr lang="en-IN" sz="1100" b="1" kern="0" dirty="0">
                        <a:solidFill>
                          <a:schemeClr val="tx2"/>
                        </a:solidFill>
                      </a:endParaRPr>
                    </a:p>
                    <a:p>
                      <a:pPr marL="0" indent="0" defTabSz="884018">
                        <a:buFont typeface="Arial" panose="020B0604020202020204" pitchFamily="34" charset="0"/>
                        <a:buNone/>
                      </a:pPr>
                      <a:r>
                        <a:rPr lang="en-IN" sz="1100" b="0" kern="0" dirty="0">
                          <a:solidFill>
                            <a:schemeClr val="bg1"/>
                          </a:solidFill>
                          <a:latin typeface="EYInterstate Light"/>
                          <a:ea typeface="+mn-ea"/>
                          <a:cs typeface="Arial" pitchFamily="34" charset="0"/>
                        </a:rPr>
                        <a:t>Innovation and pioneering new business practices among retail companies</a:t>
                      </a:r>
                    </a:p>
                  </a:txBody>
                  <a:tcPr marL="71963" marR="35981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5593919"/>
                  </a:ext>
                </a:extLst>
              </a:tr>
              <a:tr h="1057849">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marL="0" indent="0" defTabSz="884018">
                        <a:buFont typeface="Arial" panose="020B0604020202020204" pitchFamily="34" charset="0"/>
                        <a:buNone/>
                      </a:pPr>
                      <a:r>
                        <a:rPr lang="en-US" sz="1100" b="1" kern="0" dirty="0">
                          <a:solidFill>
                            <a:srgbClr val="FFE600"/>
                          </a:solidFill>
                          <a:latin typeface="EYInterstate Light"/>
                          <a:ea typeface="+mn-ea"/>
                          <a:cs typeface="Arial" pitchFamily="34" charset="0"/>
                          <a:hlinkClick r:id="rId10">
                            <a:extLst>
                              <a:ext uri="{A12FA001-AC4F-418D-AE19-62706E023703}">
                                <ahyp:hlinkClr xmlns:ahyp="http://schemas.microsoft.com/office/drawing/2018/hyperlinkcolor" val="tx"/>
                              </a:ext>
                            </a:extLst>
                          </a:hlinkClick>
                        </a:rPr>
                        <a:t>Why EY in Retail</a:t>
                      </a:r>
                      <a:endParaRPr lang="en-US" sz="1100" b="1" kern="0" dirty="0">
                        <a:solidFill>
                          <a:srgbClr val="FFE600"/>
                        </a:solidFill>
                        <a:latin typeface="EYInterstate Light"/>
                        <a:ea typeface="+mn-ea"/>
                        <a:cs typeface="Arial" pitchFamily="34" charset="0"/>
                      </a:endParaRPr>
                    </a:p>
                    <a:p>
                      <a:pPr marL="0" indent="0" defTabSz="884018">
                        <a:buFont typeface="Arial" panose="020B0604020202020204" pitchFamily="34" charset="0"/>
                        <a:buNone/>
                      </a:pPr>
                      <a:r>
                        <a:rPr lang="en-IN" sz="1100" b="0" kern="1200" dirty="0">
                          <a:solidFill>
                            <a:schemeClr val="bg1"/>
                          </a:solidFill>
                          <a:latin typeface="EYInterstate Light"/>
                          <a:ea typeface="+mn-ea"/>
                          <a:cs typeface="Arial" panose="020B0604020202020204" pitchFamily="34" charset="0"/>
                        </a:rPr>
                        <a:t>Collection of the most requested content to support Consumer pursuits</a:t>
                      </a:r>
                    </a:p>
                    <a:p>
                      <a:pPr marL="0" indent="0" defTabSz="884018">
                        <a:buFont typeface="Arial" panose="020B0604020202020204" pitchFamily="34" charset="0"/>
                        <a:buNone/>
                      </a:pPr>
                      <a:endParaRPr lang="en-IN" sz="1100" b="0" kern="1200" dirty="0">
                        <a:solidFill>
                          <a:schemeClr val="bg1"/>
                        </a:solidFill>
                        <a:latin typeface="EYInterstate Light"/>
                        <a:ea typeface="+mn-ea"/>
                        <a:cs typeface="Arial" panose="020B0604020202020204" pitchFamily="34" charset="0"/>
                      </a:endParaRPr>
                    </a:p>
                    <a:p>
                      <a:pPr marL="0" marR="0" lvl="0" indent="0" algn="l" defTabSz="88401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1" i="0" u="none" strike="noStrike" kern="0" cap="none" spc="0" normalizeH="0" baseline="0" noProof="0" dirty="0">
                          <a:ln>
                            <a:noFill/>
                          </a:ln>
                          <a:solidFill>
                            <a:srgbClr val="FFE600"/>
                          </a:solidFill>
                          <a:effectLst/>
                          <a:uLnTx/>
                          <a:uFillTx/>
                          <a:latin typeface="EYInterstate Light"/>
                          <a:ea typeface="+mn-ea"/>
                          <a:cs typeface="Arial" pitchFamily="34" charset="0"/>
                          <a:hlinkClick r:id="rId11">
                            <a:extLst>
                              <a:ext uri="{A12FA001-AC4F-418D-AE19-62706E023703}">
                                <ahyp:hlinkClr xmlns:ahyp="http://schemas.microsoft.com/office/drawing/2018/hyperlinkcolor" val="tx"/>
                              </a:ext>
                            </a:extLst>
                          </a:hlinkClick>
                        </a:rPr>
                        <a:t>Retail credentials packs</a:t>
                      </a:r>
                      <a:endParaRPr kumimoji="0" lang="en-US" sz="1100" b="1" i="0" u="none" strike="noStrike" kern="0" cap="none" spc="0" normalizeH="0" baseline="0" noProof="0" dirty="0">
                        <a:ln>
                          <a:noFill/>
                        </a:ln>
                        <a:solidFill>
                          <a:srgbClr val="FFE600"/>
                        </a:solidFill>
                        <a:effectLst/>
                        <a:uLnTx/>
                        <a:uFillTx/>
                        <a:latin typeface="EYInterstate Light"/>
                        <a:ea typeface="+mn-ea"/>
                        <a:cs typeface="Arial" pitchFamily="34" charset="0"/>
                      </a:endParaRPr>
                    </a:p>
                    <a:p>
                      <a:pPr marL="0" marR="0" lvl="0" indent="0" algn="l" defTabSz="88401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0" cap="none" spc="0" normalizeH="0" baseline="0" noProof="0" dirty="0">
                          <a:ln>
                            <a:noFill/>
                          </a:ln>
                          <a:solidFill>
                            <a:prstClr val="white"/>
                          </a:solidFill>
                          <a:effectLst/>
                          <a:uLnTx/>
                          <a:uFillTx/>
                          <a:latin typeface="EYInterstate Light"/>
                          <a:ea typeface="+mn-ea"/>
                          <a:cs typeface="+mn-cs"/>
                        </a:rPr>
                        <a:t>A selection of the best Retail credentials and latest wins curated by sales enablement</a:t>
                      </a:r>
                    </a:p>
                    <a:p>
                      <a:pPr marL="0" marR="0" lvl="0" indent="0" algn="l" defTabSz="884018"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1" i="0" u="none" strike="noStrike" kern="0" cap="none" spc="0" normalizeH="0" baseline="0" noProof="0" dirty="0">
                          <a:ln>
                            <a:noFill/>
                          </a:ln>
                          <a:solidFill>
                            <a:schemeClr val="tx2"/>
                          </a:solidFill>
                          <a:effectLst/>
                          <a:uLnTx/>
                          <a:uFillTx/>
                          <a:latin typeface="EYInterstate Light"/>
                          <a:ea typeface="+mn-ea"/>
                          <a:cs typeface="+mn-cs"/>
                          <a:hlinkClick r:id="rId12">
                            <a:extLst>
                              <a:ext uri="{A12FA001-AC4F-418D-AE19-62706E023703}">
                                <ahyp:hlinkClr xmlns:ahyp="http://schemas.microsoft.com/office/drawing/2018/hyperlinkcolor" val="tx"/>
                              </a:ext>
                            </a:extLst>
                          </a:hlinkClick>
                        </a:rPr>
                        <a:t>Retail Engagement Credentials</a:t>
                      </a:r>
                      <a:endParaRPr kumimoji="0" lang="en-US" sz="1100" b="1" i="0" u="none" strike="noStrike" kern="0" cap="none" spc="0" normalizeH="0" baseline="0" noProof="0" dirty="0">
                        <a:ln>
                          <a:noFill/>
                        </a:ln>
                        <a:solidFill>
                          <a:schemeClr val="tx2"/>
                        </a:solidFill>
                        <a:effectLst/>
                        <a:uLnTx/>
                        <a:uFillTx/>
                        <a:latin typeface="EYInterstate Light"/>
                        <a:ea typeface="Calibri" panose="020F0502020204030204" pitchFamily="34" charset="0"/>
                        <a:cs typeface="+mn-cs"/>
                      </a:endParaRPr>
                    </a:p>
                    <a:p>
                      <a:pPr marL="0" indent="0" defTabSz="884018">
                        <a:buFont typeface="Arial" panose="020B0604020202020204" pitchFamily="34" charset="0"/>
                        <a:buNone/>
                      </a:pPr>
                      <a:endParaRPr lang="en-GB" sz="1100" b="0" kern="1200" dirty="0">
                        <a:solidFill>
                          <a:schemeClr val="bg1"/>
                        </a:solidFill>
                        <a:latin typeface="EYInterstate Light"/>
                        <a:ea typeface="Calibri" panose="020F0502020204030204" pitchFamily="34" charset="0"/>
                        <a:cs typeface="Arial" panose="020B0604020202020204" pitchFamily="34" charset="0"/>
                      </a:endParaRPr>
                    </a:p>
                    <a:p>
                      <a:pPr marL="0" indent="0" defTabSz="884018" rtl="0">
                        <a:buFont typeface="Arial" panose="020B0604020202020204" pitchFamily="34" charset="0"/>
                        <a:buNone/>
                      </a:pPr>
                      <a:r>
                        <a:rPr lang="en-US" sz="1100" b="1" kern="1200" dirty="0">
                          <a:solidFill>
                            <a:schemeClr val="tx2"/>
                          </a:solidFill>
                          <a:latin typeface="EYInterstate Light"/>
                          <a:ea typeface="Calibri" panose="020F0502020204030204" pitchFamily="34" charset="0"/>
                          <a:cs typeface="Arial" panose="020B0604020202020204" pitchFamily="34" charset="0"/>
                          <a:hlinkClick r:id="rId13">
                            <a:extLst>
                              <a:ext uri="{A12FA001-AC4F-418D-AE19-62706E023703}">
                                <ahyp:hlinkClr xmlns:ahyp="http://schemas.microsoft.com/office/drawing/2018/hyperlinkcolor" val="tx"/>
                              </a:ext>
                            </a:extLst>
                          </a:hlinkClick>
                        </a:rPr>
                        <a:t>EY Future of Retail</a:t>
                      </a:r>
                      <a:endParaRPr lang="en-US" sz="1100" b="1" kern="1200" dirty="0">
                        <a:solidFill>
                          <a:schemeClr val="tx2"/>
                        </a:solidFill>
                        <a:latin typeface="EYInterstate Light"/>
                        <a:ea typeface="Calibri" panose="020F0502020204030204" pitchFamily="34" charset="0"/>
                        <a:cs typeface="Arial" panose="020B0604020202020204" pitchFamily="34" charset="0"/>
                      </a:endParaRPr>
                    </a:p>
                    <a:p>
                      <a:pPr marL="0" marR="0" lvl="0" indent="0" algn="l" defTabSz="884018"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100" b="0" i="0" u="none" kern="1200" dirty="0">
                          <a:solidFill>
                            <a:schemeClr val="bg1"/>
                          </a:solidFill>
                          <a:effectLst/>
                          <a:latin typeface="EYInterstate Light"/>
                          <a:ea typeface="+mn-ea"/>
                          <a:cs typeface="+mn-cs"/>
                        </a:rPr>
                        <a:t>Frames the future direction of retail by identifying the areas that customers will prioritize saving time, spending time enjoying unique shopping experiences and improving their lifestyle.</a:t>
                      </a:r>
                      <a:endParaRPr lang="en-US" sz="1100" b="0" i="0" u="none" kern="1200" dirty="0">
                        <a:solidFill>
                          <a:schemeClr val="bg1"/>
                        </a:solidFill>
                        <a:effectLst/>
                        <a:latin typeface="EYInterstate Light"/>
                        <a:ea typeface="Calibri" panose="020F0502020204030204" pitchFamily="34" charset="0"/>
                        <a:cs typeface="+mn-cs"/>
                      </a:endParaRPr>
                    </a:p>
                  </a:txBody>
                  <a:tcPr marL="71963" marR="35981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lvl="0" defTabSz="884018">
                        <a:defRPr/>
                      </a:pPr>
                      <a:r>
                        <a:rPr lang="en-IN" sz="1100" b="0" kern="0" dirty="0">
                          <a:solidFill>
                            <a:schemeClr val="bg1"/>
                          </a:solidFill>
                          <a:latin typeface="EYInterstate Light"/>
                          <a:ea typeface="+mn-ea"/>
                          <a:cs typeface="Arial" pitchFamily="34" charset="0"/>
                        </a:rPr>
                        <a:t>Retail Go-To-Market Assets :</a:t>
                      </a:r>
                    </a:p>
                    <a:p>
                      <a:pPr lvl="0" defTabSz="884018">
                        <a:defRPr/>
                      </a:pPr>
                      <a:r>
                        <a:rPr lang="en-IN" sz="1100" b="0" kern="0" dirty="0">
                          <a:solidFill>
                            <a:srgbClr val="FFE600"/>
                          </a:solidFill>
                          <a:latin typeface="EYInterstate Light"/>
                          <a:ea typeface="+mn-ea"/>
                          <a:cs typeface="Arial" pitchFamily="34" charset="0"/>
                          <a:hlinkClick r:id="rId14">
                            <a:extLst>
                              <a:ext uri="{A12FA001-AC4F-418D-AE19-62706E023703}">
                                <ahyp:hlinkClr xmlns:ahyp="http://schemas.microsoft.com/office/drawing/2018/hyperlinkcolor" val="tx"/>
                              </a:ext>
                            </a:extLst>
                          </a:hlinkClick>
                        </a:rPr>
                        <a:t>Retail Thought leadership</a:t>
                      </a:r>
                      <a:endParaRPr lang="en-IN" sz="1100" b="0" kern="0" dirty="0">
                        <a:solidFill>
                          <a:srgbClr val="FFE600"/>
                        </a:solidFill>
                        <a:latin typeface="EYInterstate Light"/>
                        <a:ea typeface="+mn-ea"/>
                        <a:cs typeface="Arial" pitchFamily="34" charset="0"/>
                      </a:endParaRPr>
                    </a:p>
                    <a:p>
                      <a:pPr lvl="0" defTabSz="884018">
                        <a:defRPr/>
                      </a:pPr>
                      <a:r>
                        <a:rPr lang="en-IN" sz="1100" b="0" kern="0" dirty="0">
                          <a:solidFill>
                            <a:srgbClr val="FFE600"/>
                          </a:solidFill>
                          <a:latin typeface="EYInterstate Light"/>
                          <a:ea typeface="+mn-ea"/>
                          <a:cs typeface="Arial" pitchFamily="34" charset="0"/>
                          <a:hlinkClick r:id="rId15">
                            <a:extLst>
                              <a:ext uri="{A12FA001-AC4F-418D-AE19-62706E023703}">
                                <ahyp:hlinkClr xmlns:ahyp="http://schemas.microsoft.com/office/drawing/2018/hyperlinkcolor" val="tx"/>
                              </a:ext>
                            </a:extLst>
                          </a:hlinkClick>
                        </a:rPr>
                        <a:t>Retail Client Stories</a:t>
                      </a:r>
                      <a:endParaRPr lang="en-IN" sz="1100" b="0" kern="0" dirty="0">
                        <a:solidFill>
                          <a:srgbClr val="FFE600"/>
                        </a:solidFill>
                        <a:latin typeface="EYInterstate Light"/>
                        <a:ea typeface="+mn-ea"/>
                        <a:cs typeface="Arial" pitchFamily="34" charset="0"/>
                      </a:endParaRPr>
                    </a:p>
                    <a:p>
                      <a:pPr lvl="0" defTabSz="884018">
                        <a:defRPr/>
                      </a:pPr>
                      <a:r>
                        <a:rPr lang="en-IN" sz="1100" b="0" kern="0" dirty="0">
                          <a:solidFill>
                            <a:srgbClr val="FFE600"/>
                          </a:solidFill>
                          <a:latin typeface="EYInterstate Light"/>
                          <a:ea typeface="+mn-ea"/>
                          <a:cs typeface="Arial" pitchFamily="34" charset="0"/>
                          <a:hlinkClick r:id="rId16">
                            <a:extLst>
                              <a:ext uri="{A12FA001-AC4F-418D-AE19-62706E023703}">
                                <ahyp:hlinkClr xmlns:ahyp="http://schemas.microsoft.com/office/drawing/2018/hyperlinkcolor" val="tx"/>
                              </a:ext>
                            </a:extLst>
                          </a:hlinkClick>
                        </a:rPr>
                        <a:t>Retail Win Stories</a:t>
                      </a:r>
                      <a:endParaRPr lang="en-IN" sz="1100" b="0" kern="0" dirty="0">
                        <a:solidFill>
                          <a:srgbClr val="FFE600"/>
                        </a:solidFill>
                        <a:latin typeface="EYInterstate Light"/>
                        <a:ea typeface="+mn-ea"/>
                        <a:cs typeface="Arial" pitchFamily="34" charset="0"/>
                      </a:endParaRPr>
                    </a:p>
                    <a:p>
                      <a:pPr lvl="0" defTabSz="884018">
                        <a:defRPr/>
                      </a:pPr>
                      <a:r>
                        <a:rPr lang="en-IN" sz="1100" b="0" kern="0" dirty="0">
                          <a:solidFill>
                            <a:srgbClr val="FFE600"/>
                          </a:solidFill>
                          <a:latin typeface="EYInterstate Light"/>
                          <a:ea typeface="+mn-ea"/>
                          <a:cs typeface="Arial" pitchFamily="34" charset="0"/>
                          <a:hlinkClick r:id="rId17">
                            <a:extLst>
                              <a:ext uri="{A12FA001-AC4F-418D-AE19-62706E023703}">
                                <ahyp:hlinkClr xmlns:ahyp="http://schemas.microsoft.com/office/drawing/2018/hyperlinkcolor" val="tx"/>
                              </a:ext>
                            </a:extLst>
                          </a:hlinkClick>
                        </a:rPr>
                        <a:t>Retail Proposals</a:t>
                      </a:r>
                      <a:endParaRPr lang="en-IN" sz="1100" b="0" kern="0" dirty="0">
                        <a:solidFill>
                          <a:srgbClr val="FFE600"/>
                        </a:solidFill>
                        <a:latin typeface="EYInterstate Light"/>
                        <a:ea typeface="+mn-ea"/>
                        <a:cs typeface="Arial" pitchFamily="34" charset="0"/>
                      </a:endParaRPr>
                    </a:p>
                    <a:p>
                      <a:pPr marL="0" lvl="0" indent="0">
                        <a:buNone/>
                      </a:pPr>
                      <a:endParaRPr lang="en-IN" sz="1100" b="0" kern="1200" dirty="0">
                        <a:solidFill>
                          <a:schemeClr val="bg1"/>
                        </a:solidFill>
                        <a:latin typeface="EYInterstate Light"/>
                        <a:ea typeface="+mn-ea"/>
                        <a:cs typeface="Arial"/>
                      </a:endParaRPr>
                    </a:p>
                  </a:txBody>
                  <a:tcPr marL="71963" marR="35981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817524"/>
                  </a:ext>
                </a:extLst>
              </a:tr>
              <a:tr h="1081836">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marL="0" lvl="0" indent="0">
                        <a:buNone/>
                      </a:pPr>
                      <a:endParaRPr lang="en-IN" sz="1100" b="0" dirty="0">
                        <a:solidFill>
                          <a:schemeClr val="bg1"/>
                        </a:solidFill>
                        <a:latin typeface="+mn-lt"/>
                        <a:cs typeface="Arial"/>
                      </a:endParaRPr>
                    </a:p>
                  </a:txBody>
                  <a:tcPr marL="71963" marR="35981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3943" rtl="0" eaLnBrk="1" latinLnBrk="0" hangingPunct="1">
                        <a:defRPr sz="1799" kern="1200">
                          <a:solidFill>
                            <a:schemeClr val="tx1"/>
                          </a:solidFill>
                          <a:latin typeface="EYInterstate Light"/>
                        </a:defRPr>
                      </a:lvl1pPr>
                      <a:lvl2pPr marL="456971" algn="l" defTabSz="913943" rtl="0" eaLnBrk="1" latinLnBrk="0" hangingPunct="1">
                        <a:defRPr sz="1799" kern="1200">
                          <a:solidFill>
                            <a:schemeClr val="tx1"/>
                          </a:solidFill>
                          <a:latin typeface="EYInterstate Light"/>
                        </a:defRPr>
                      </a:lvl2pPr>
                      <a:lvl3pPr marL="913943" algn="l" defTabSz="913943" rtl="0" eaLnBrk="1" latinLnBrk="0" hangingPunct="1">
                        <a:defRPr sz="1799" kern="1200">
                          <a:solidFill>
                            <a:schemeClr val="tx1"/>
                          </a:solidFill>
                          <a:latin typeface="EYInterstate Light"/>
                        </a:defRPr>
                      </a:lvl3pPr>
                      <a:lvl4pPr marL="1370914" algn="l" defTabSz="913943" rtl="0" eaLnBrk="1" latinLnBrk="0" hangingPunct="1">
                        <a:defRPr sz="1799" kern="1200">
                          <a:solidFill>
                            <a:schemeClr val="tx1"/>
                          </a:solidFill>
                          <a:latin typeface="EYInterstate Light"/>
                        </a:defRPr>
                      </a:lvl4pPr>
                      <a:lvl5pPr marL="1827886" algn="l" defTabSz="913943" rtl="0" eaLnBrk="1" latinLnBrk="0" hangingPunct="1">
                        <a:defRPr sz="1799" kern="1200">
                          <a:solidFill>
                            <a:schemeClr val="tx1"/>
                          </a:solidFill>
                          <a:latin typeface="EYInterstate Light"/>
                        </a:defRPr>
                      </a:lvl5pPr>
                      <a:lvl6pPr marL="2284857" algn="l" defTabSz="913943" rtl="0" eaLnBrk="1" latinLnBrk="0" hangingPunct="1">
                        <a:defRPr sz="1799" kern="1200">
                          <a:solidFill>
                            <a:schemeClr val="tx1"/>
                          </a:solidFill>
                          <a:latin typeface="EYInterstate Light"/>
                        </a:defRPr>
                      </a:lvl6pPr>
                      <a:lvl7pPr marL="2741828" algn="l" defTabSz="913943" rtl="0" eaLnBrk="1" latinLnBrk="0" hangingPunct="1">
                        <a:defRPr sz="1799" kern="1200">
                          <a:solidFill>
                            <a:schemeClr val="tx1"/>
                          </a:solidFill>
                          <a:latin typeface="EYInterstate Light"/>
                        </a:defRPr>
                      </a:lvl7pPr>
                      <a:lvl8pPr marL="3198800" algn="l" defTabSz="913943" rtl="0" eaLnBrk="1" latinLnBrk="0" hangingPunct="1">
                        <a:defRPr sz="1799" kern="1200">
                          <a:solidFill>
                            <a:schemeClr val="tx1"/>
                          </a:solidFill>
                          <a:latin typeface="EYInterstate Light"/>
                        </a:defRPr>
                      </a:lvl8pPr>
                      <a:lvl9pPr marL="3655771" algn="l" defTabSz="913943" rtl="0" eaLnBrk="1" latinLnBrk="0" hangingPunct="1">
                        <a:defRPr sz="1799" kern="1200">
                          <a:solidFill>
                            <a:schemeClr val="tx1"/>
                          </a:solidFill>
                          <a:latin typeface="EYInterstate Light"/>
                        </a:defRPr>
                      </a:lvl9pPr>
                    </a:lstStyle>
                    <a:p>
                      <a:pPr lvl="0" defTabSz="884018">
                        <a:defRPr/>
                      </a:pPr>
                      <a:endParaRPr lang="en-IN" sz="1100" b="0" kern="0" dirty="0">
                        <a:solidFill>
                          <a:srgbClr val="FFE600"/>
                        </a:solidFill>
                        <a:latin typeface="EYInterstate Light"/>
                        <a:ea typeface="+mn-ea"/>
                        <a:cs typeface="Arial" pitchFamily="34" charset="0"/>
                      </a:endParaRPr>
                    </a:p>
                  </a:txBody>
                  <a:tcPr marL="71963" marR="35981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8442569"/>
                  </a:ext>
                </a:extLst>
              </a:tr>
            </a:tbl>
          </a:graphicData>
        </a:graphic>
      </p:graphicFrame>
      <p:graphicFrame>
        <p:nvGraphicFramePr>
          <p:cNvPr id="13" name="Table 12">
            <a:extLst>
              <a:ext uri="{FF2B5EF4-FFF2-40B4-BE49-F238E27FC236}">
                <a16:creationId xmlns:a16="http://schemas.microsoft.com/office/drawing/2014/main" id="{D8952CA7-50BC-692C-816E-00E85E9CF3B6}"/>
              </a:ext>
            </a:extLst>
          </p:cNvPr>
          <p:cNvGraphicFramePr>
            <a:graphicFrameLocks noGrp="1"/>
          </p:cNvGraphicFramePr>
          <p:nvPr>
            <p:extLst>
              <p:ext uri="{D42A27DB-BD31-4B8C-83A1-F6EECF244321}">
                <p14:modId xmlns:p14="http://schemas.microsoft.com/office/powerpoint/2010/main" val="4281220075"/>
              </p:ext>
            </p:extLst>
          </p:nvPr>
        </p:nvGraphicFramePr>
        <p:xfrm>
          <a:off x="7753652" y="933806"/>
          <a:ext cx="3956218" cy="2852943"/>
        </p:xfrm>
        <a:graphic>
          <a:graphicData uri="http://schemas.openxmlformats.org/drawingml/2006/table">
            <a:tbl>
              <a:tblPr firstRow="1" bandRow="1">
                <a:tableStyleId>{2D5ABB26-0587-4C30-8999-92F81FD0307C}</a:tableStyleId>
              </a:tblPr>
              <a:tblGrid>
                <a:gridCol w="3956218">
                  <a:extLst>
                    <a:ext uri="{9D8B030D-6E8A-4147-A177-3AD203B41FA5}">
                      <a16:colId xmlns:a16="http://schemas.microsoft.com/office/drawing/2014/main" val="3134977819"/>
                    </a:ext>
                  </a:extLst>
                </a:gridCol>
              </a:tblGrid>
              <a:tr h="6313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rPr>
                        <a:t>Stay up-to-date with the Consumer industry</a:t>
                      </a:r>
                      <a:endParaRPr kumimoji="0" lang="en-IN" sz="1600" b="1" i="0" u="none" strike="noStrike" kern="1200" cap="none" spc="0" normalizeH="0" baseline="0" noProof="0" dirty="0">
                        <a:ln>
                          <a:noFill/>
                        </a:ln>
                        <a:solidFill>
                          <a:prstClr val="white"/>
                        </a:solidFill>
                        <a:effectLst/>
                        <a:uLnTx/>
                        <a:uFillTx/>
                        <a:latin typeface="EYInterstate Light" panose="02000506000000020004" pitchFamily="2" charset="0"/>
                        <a:ea typeface="+mn-ea"/>
                        <a:cs typeface="+mn-cs"/>
                      </a:endParaRPr>
                    </a:p>
                  </a:txBody>
                  <a:tcPr marL="71963" marR="7196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2316190"/>
                  </a:ext>
                </a:extLst>
              </a:tr>
              <a:tr h="692279">
                <a:tc>
                  <a:txBody>
                    <a:bodyPr/>
                    <a:lstStyle/>
                    <a:p>
                      <a:pPr marL="171450" marR="0" lvl="0" indent="-171450" algn="l" defTabSz="914400" rtl="0" eaLnBrk="1" fontAlgn="auto" latinLnBrk="0" hangingPunct="1">
                        <a:lnSpc>
                          <a:spcPct val="100000"/>
                        </a:lnSpc>
                        <a:spcBef>
                          <a:spcPts val="0"/>
                        </a:spcBef>
                        <a:spcAft>
                          <a:spcPts val="0"/>
                        </a:spcAft>
                        <a:buClr>
                          <a:schemeClr val="bg1"/>
                        </a:buClr>
                        <a:buSzTx/>
                        <a:buFont typeface="Arial" panose="020B0604020202020204" pitchFamily="34" charset="0"/>
                        <a:buChar char="•"/>
                        <a:tabLst/>
                        <a:defRPr/>
                      </a:pPr>
                      <a:r>
                        <a:rPr lang="es-AR" sz="1200" b="1" dirty="0">
                          <a:solidFill>
                            <a:schemeClr val="tx2"/>
                          </a:solidFill>
                          <a:hlinkClick r:id="rId18">
                            <a:extLst>
                              <a:ext uri="{A12FA001-AC4F-418D-AE19-62706E023703}">
                                <ahyp:hlinkClr xmlns:ahyp="http://schemas.microsoft.com/office/drawing/2018/hyperlinkcolor" val="tx"/>
                              </a:ext>
                            </a:extLst>
                          </a:hlinkClick>
                        </a:rPr>
                        <a:t>Subscribe</a:t>
                      </a:r>
                      <a:r>
                        <a:rPr kumimoji="0" lang="en-GB" sz="1200" b="1" i="0" u="none" strike="noStrike" kern="1200" cap="none" spc="0" normalizeH="0" baseline="0" dirty="0">
                          <a:ln>
                            <a:noFill/>
                          </a:ln>
                          <a:solidFill>
                            <a:schemeClr val="tx2"/>
                          </a:solidFill>
                          <a:effectLst/>
                          <a:uLnTx/>
                          <a:uFillTx/>
                          <a:latin typeface="+mn-lt"/>
                          <a:ea typeface="+mn-ea"/>
                          <a:cs typeface="+mn-cs"/>
                        </a:rPr>
                        <a:t> </a:t>
                      </a:r>
                      <a:r>
                        <a:rPr kumimoji="0" lang="en-US" sz="1200" b="0" i="0" u="none" strike="noStrike" kern="0" cap="none" spc="0" normalizeH="0" baseline="0" noProof="0" dirty="0">
                          <a:ln>
                            <a:noFill/>
                          </a:ln>
                          <a:solidFill>
                            <a:schemeClr val="bg1"/>
                          </a:solidFill>
                          <a:effectLst/>
                          <a:uLnTx/>
                          <a:uFillTx/>
                          <a:latin typeface="+mn-lt"/>
                          <a:ea typeface="+mn-ea"/>
                          <a:cs typeface="Arial" charset="0"/>
                        </a:rPr>
                        <a:t>to stay informed of latest consumer and retail insights, news and success stories</a:t>
                      </a:r>
                    </a:p>
                  </a:txBody>
                  <a:tcPr marL="71963" marR="7196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08476186"/>
                  </a:ext>
                </a:extLst>
              </a:tr>
              <a:tr h="465448">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chemeClr val="bg1"/>
                          </a:solidFill>
                          <a:effectLst/>
                          <a:uLnTx/>
                          <a:uFillTx/>
                          <a:latin typeface="+mn-lt"/>
                          <a:ea typeface="+mn-ea"/>
                          <a:cs typeface="Arial" charset="0"/>
                        </a:rPr>
                        <a:t>Visit </a:t>
                      </a:r>
                      <a:r>
                        <a:rPr kumimoji="0" lang="en-US" sz="1200" b="0" i="0" u="none" strike="noStrike" kern="0" cap="none" spc="0" normalizeH="0" baseline="0" noProof="0" dirty="0">
                          <a:ln>
                            <a:noFill/>
                          </a:ln>
                          <a:solidFill>
                            <a:schemeClr val="tx2"/>
                          </a:solidFill>
                          <a:effectLst/>
                          <a:uLnTx/>
                          <a:uFillTx/>
                          <a:ea typeface="+mn-ea"/>
                          <a:cs typeface="Arial" charset="0"/>
                          <a:hlinkClick r:id="rId19">
                            <a:extLst>
                              <a:ext uri="{A12FA001-AC4F-418D-AE19-62706E023703}">
                                <ahyp:hlinkClr xmlns:ahyp="http://schemas.microsoft.com/office/drawing/2018/hyperlinkcolor" val="tx"/>
                              </a:ext>
                            </a:extLst>
                          </a:hlinkClick>
                        </a:rPr>
                        <a:t>Discover Consumer &amp; Health</a:t>
                      </a:r>
                      <a:r>
                        <a:rPr kumimoji="0" lang="en-US" sz="1200" b="0" i="0" u="none" strike="noStrike" kern="0" cap="none" spc="0" normalizeH="0" baseline="0" noProof="0" dirty="0">
                          <a:ln>
                            <a:noFill/>
                          </a:ln>
                          <a:solidFill>
                            <a:schemeClr val="tx2"/>
                          </a:solidFill>
                          <a:effectLst/>
                          <a:uLnTx/>
                          <a:uFillTx/>
                          <a:ea typeface="+mn-ea"/>
                          <a:cs typeface="Arial" charset="0"/>
                        </a:rPr>
                        <a:t> </a:t>
                      </a:r>
                      <a:r>
                        <a:rPr kumimoji="0" lang="en-US" sz="1200" b="0" i="0" u="none" strike="noStrike" kern="0" cap="none" spc="0" normalizeH="0" baseline="0" noProof="0" dirty="0">
                          <a:ln>
                            <a:noFill/>
                          </a:ln>
                          <a:solidFill>
                            <a:schemeClr val="bg1"/>
                          </a:solidFill>
                          <a:effectLst/>
                          <a:uLnTx/>
                          <a:uFillTx/>
                          <a:latin typeface="+mn-lt"/>
                          <a:ea typeface="+mn-ea"/>
                          <a:cs typeface="Arial" charset="0"/>
                        </a:rPr>
                        <a:t>site for quick access to critical sector content</a:t>
                      </a:r>
                    </a:p>
                  </a:txBody>
                  <a:tcPr marL="71963" marR="7196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5593919"/>
                  </a:ext>
                </a:extLst>
              </a:tr>
              <a:tr h="509495">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chemeClr val="bg1"/>
                          </a:solidFill>
                          <a:effectLst/>
                          <a:uLnTx/>
                          <a:uFillTx/>
                          <a:latin typeface="+mn-lt"/>
                          <a:ea typeface="+mn-ea"/>
                          <a:cs typeface="Arial" charset="0"/>
                        </a:rPr>
                        <a:t>Visit EY’s </a:t>
                      </a:r>
                      <a:r>
                        <a:rPr kumimoji="0" lang="en-US" sz="1200" b="1" i="0" u="none" strike="noStrike" kern="0" cap="none" spc="0" normalizeH="0" baseline="0" noProof="0" dirty="0">
                          <a:ln>
                            <a:noFill/>
                          </a:ln>
                          <a:solidFill>
                            <a:srgbClr val="FFE600"/>
                          </a:solidFill>
                          <a:effectLst/>
                          <a:uLnTx/>
                          <a:uFillTx/>
                          <a:latin typeface="+mn-lt"/>
                          <a:ea typeface="+mn-ea"/>
                          <a:cs typeface="Arial" charset="0"/>
                          <a:hlinkClick r:id="rId20">
                            <a:extLst>
                              <a:ext uri="{A12FA001-AC4F-418D-AE19-62706E023703}">
                                <ahyp:hlinkClr xmlns:ahyp="http://schemas.microsoft.com/office/drawing/2018/hyperlinkcolor" val="tx"/>
                              </a:ext>
                            </a:extLst>
                          </a:hlinkClick>
                        </a:rPr>
                        <a:t>external website </a:t>
                      </a:r>
                      <a:r>
                        <a:rPr kumimoji="0" lang="en-US" sz="1200" b="0" i="0" u="none" strike="noStrike" kern="0" cap="none" spc="0" normalizeH="0" baseline="0" noProof="0" dirty="0">
                          <a:ln>
                            <a:noFill/>
                          </a:ln>
                          <a:solidFill>
                            <a:schemeClr val="bg1"/>
                          </a:solidFill>
                          <a:effectLst/>
                          <a:uLnTx/>
                          <a:uFillTx/>
                          <a:latin typeface="+mn-lt"/>
                          <a:ea typeface="+mn-ea"/>
                          <a:cs typeface="Arial" charset="0"/>
                        </a:rPr>
                        <a:t>to see our key market facing Consumer content</a:t>
                      </a:r>
                    </a:p>
                  </a:txBody>
                  <a:tcPr marL="71963" marR="7196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4817524"/>
                  </a:ext>
                </a:extLst>
              </a:tr>
              <a:tr h="509495">
                <a:tc>
                  <a:txBody>
                    <a:bodyPr/>
                    <a:lstStyle/>
                    <a:p>
                      <a:pPr marL="171450" marR="0" lvl="0" indent="-171450" algn="l" defTabSz="913943"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chemeClr val="bg1"/>
                          </a:solidFill>
                          <a:effectLst/>
                          <a:uLnTx/>
                          <a:uFillTx/>
                          <a:latin typeface="+mn-lt"/>
                          <a:ea typeface="Calibri" panose="020F0502020204030204" pitchFamily="34" charset="0"/>
                          <a:cs typeface="Arial" panose="020B0604020202020204" pitchFamily="34" charset="0"/>
                        </a:rPr>
                        <a:t>Follow the </a:t>
                      </a:r>
                      <a:r>
                        <a:rPr kumimoji="0" lang="en-US" sz="1200" b="0" i="0" u="none" strike="noStrike" kern="0" cap="none" spc="0" normalizeH="0" baseline="0" noProof="0" dirty="0">
                          <a:ln>
                            <a:noFill/>
                          </a:ln>
                          <a:solidFill>
                            <a:schemeClr val="tx2"/>
                          </a:solidFill>
                          <a:effectLst/>
                          <a:uLnTx/>
                          <a:uFillTx/>
                          <a:ea typeface="+mn-ea"/>
                          <a:cs typeface="Arial" charset="0"/>
                          <a:hlinkClick r:id="rId21">
                            <a:extLst>
                              <a:ext uri="{A12FA001-AC4F-418D-AE19-62706E023703}">
                                <ahyp:hlinkClr xmlns:ahyp="http://schemas.microsoft.com/office/drawing/2018/hyperlinkcolor" val="tx"/>
                              </a:ext>
                            </a:extLst>
                          </a:hlinkClick>
                        </a:rPr>
                        <a:t>Consumer Products</a:t>
                      </a:r>
                      <a:r>
                        <a:rPr kumimoji="0" lang="en-US" sz="1200" b="0" i="0" u="none" strike="noStrike" kern="0" cap="none" spc="0" normalizeH="0" baseline="0" noProof="0" dirty="0">
                          <a:ln>
                            <a:noFill/>
                          </a:ln>
                          <a:solidFill>
                            <a:schemeClr val="tx2"/>
                          </a:solidFill>
                          <a:effectLst/>
                          <a:uLnTx/>
                          <a:uFillTx/>
                          <a:ea typeface="+mn-ea"/>
                          <a:cs typeface="Arial" charset="0"/>
                        </a:rPr>
                        <a:t> </a:t>
                      </a:r>
                      <a:r>
                        <a:rPr kumimoji="0" lang="en-US" sz="1200" b="0" i="0" u="none" strike="noStrike" kern="0" cap="none" spc="0" normalizeH="0" baseline="0" noProof="0" dirty="0">
                          <a:ln>
                            <a:noFill/>
                          </a:ln>
                          <a:solidFill>
                            <a:schemeClr val="bg1"/>
                          </a:solidFill>
                          <a:effectLst/>
                          <a:uLnTx/>
                          <a:uFillTx/>
                          <a:ea typeface="+mn-ea"/>
                          <a:cs typeface="Arial" charset="0"/>
                        </a:rPr>
                        <a:t>&amp;</a:t>
                      </a:r>
                      <a:r>
                        <a:rPr kumimoji="0" lang="en-US" sz="1200" b="0" i="0" u="none" strike="noStrike" kern="0" cap="none" spc="0" normalizeH="0" baseline="0" noProof="0" dirty="0">
                          <a:ln>
                            <a:noFill/>
                          </a:ln>
                          <a:solidFill>
                            <a:schemeClr val="tx1"/>
                          </a:solidFill>
                          <a:effectLst/>
                          <a:uLnTx/>
                          <a:uFillTx/>
                          <a:ea typeface="+mn-ea"/>
                          <a:cs typeface="Arial" charset="0"/>
                        </a:rPr>
                        <a:t> </a:t>
                      </a:r>
                      <a:r>
                        <a:rPr kumimoji="0" lang="en-US" sz="1200" b="0" i="0" u="none" strike="noStrike" kern="0" cap="none" spc="0" normalizeH="0" baseline="0" noProof="0" dirty="0">
                          <a:ln>
                            <a:noFill/>
                          </a:ln>
                          <a:solidFill>
                            <a:schemeClr val="tx2"/>
                          </a:solidFill>
                          <a:effectLst/>
                          <a:uLnTx/>
                          <a:uFillTx/>
                          <a:ea typeface="+mn-ea"/>
                          <a:cs typeface="Arial" charset="0"/>
                          <a:hlinkClick r:id="rId22">
                            <a:extLst>
                              <a:ext uri="{A12FA001-AC4F-418D-AE19-62706E023703}">
                                <ahyp:hlinkClr xmlns:ahyp="http://schemas.microsoft.com/office/drawing/2018/hyperlinkcolor" val="tx"/>
                              </a:ext>
                            </a:extLst>
                          </a:hlinkClick>
                        </a:rPr>
                        <a:t>Retail</a:t>
                      </a:r>
                      <a:r>
                        <a:rPr kumimoji="0" lang="en-US" sz="1200" b="0" i="0" u="none" strike="noStrike" kern="0" cap="none" spc="0" normalizeH="0" baseline="0" noProof="0" dirty="0">
                          <a:ln>
                            <a:noFill/>
                          </a:ln>
                          <a:solidFill>
                            <a:schemeClr val="tx1"/>
                          </a:solidFill>
                          <a:effectLst/>
                          <a:uLnTx/>
                          <a:uFillTx/>
                          <a:ea typeface="+mn-ea"/>
                          <a:cs typeface="Arial" charset="0"/>
                        </a:rPr>
                        <a:t> </a:t>
                      </a:r>
                      <a:r>
                        <a:rPr kumimoji="0" lang="en-US" sz="1200" b="0" i="0" u="none" strike="noStrike" kern="0" cap="none" spc="0" normalizeH="0" baseline="0" noProof="0" dirty="0">
                          <a:ln>
                            <a:noFill/>
                          </a:ln>
                          <a:solidFill>
                            <a:schemeClr val="bg1"/>
                          </a:solidFill>
                          <a:effectLst/>
                          <a:uLnTx/>
                          <a:uFillTx/>
                          <a:ea typeface="+mn-ea"/>
                          <a:cs typeface="Arial" charset="0"/>
                        </a:rPr>
                        <a:t>viva engage </a:t>
                      </a:r>
                      <a:r>
                        <a:rPr kumimoji="0" lang="en-US" sz="1200" b="0" i="0" u="none" strike="noStrike" kern="1200" cap="none" spc="0" normalizeH="0" baseline="0" noProof="0" dirty="0">
                          <a:ln>
                            <a:noFill/>
                          </a:ln>
                          <a:solidFill>
                            <a:schemeClr val="bg1"/>
                          </a:solidFill>
                          <a:effectLst/>
                          <a:uLnTx/>
                          <a:uFillTx/>
                          <a:latin typeface="+mn-lt"/>
                          <a:ea typeface="Calibri" panose="020F0502020204030204" pitchFamily="34" charset="0"/>
                          <a:cs typeface="Arial" panose="020B0604020202020204" pitchFamily="34" charset="0"/>
                        </a:rPr>
                        <a:t>to stay connected with the community</a:t>
                      </a:r>
                      <a:endParaRPr lang="en-US" sz="1200" b="1" dirty="0">
                        <a:solidFill>
                          <a:schemeClr val="tx2"/>
                        </a:solidFill>
                        <a:latin typeface="+mn-lt"/>
                      </a:endParaRPr>
                    </a:p>
                  </a:txBody>
                  <a:tcPr marL="71963" marR="71963" marT="71963" marB="7196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67812023"/>
                  </a:ext>
                </a:extLst>
              </a:tr>
            </a:tbl>
          </a:graphicData>
        </a:graphic>
      </p:graphicFrame>
    </p:spTree>
    <p:extLst>
      <p:ext uri="{BB962C8B-B14F-4D97-AF65-F5344CB8AC3E}">
        <p14:creationId xmlns:p14="http://schemas.microsoft.com/office/powerpoint/2010/main" val="3444025429"/>
      </p:ext>
    </p:extLst>
  </p:cSld>
  <p:clrMapOvr>
    <a:masterClrMapping/>
  </p:clrMapOvr>
</p:sld>
</file>

<file path=ppt/theme/theme1.xml><?xml version="1.0" encoding="utf-8"?>
<a:theme xmlns:a="http://schemas.openxmlformats.org/drawingml/2006/main" name="Large Text [DARK]">
  <a:themeElements>
    <a:clrScheme name="Custom 82">
      <a:dk1>
        <a:srgbClr val="1A1A24"/>
      </a:dk1>
      <a:lt1>
        <a:srgbClr val="FFFFFF"/>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FFE600"/>
      </a:hlink>
      <a:folHlink>
        <a:srgbClr val="FFE600"/>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2"/>
          </a:solidFill>
          <a:miter lim="800000"/>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Dark-global-widescreen-presentation-template-v2.1 2.potx" id="{67050A44-66EC-4711-B8F5-83898A7D4FFC}" vid="{26AD5ED8-F75B-42BC-A206-C94B120EF7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099E4B0-A172-4976-88AC-817A4A4CA779}">
  <we:reference id="c3b3159f-c9fe-4860-a4cb-a5d5f254c545" version="9.5.6.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339832E5E32D64D963A416C1A5D16F4" ma:contentTypeVersion="28" ma:contentTypeDescription="Create a new document." ma:contentTypeScope="" ma:versionID="f3d15b899fe6304ada0f980e24aee7a5">
  <xsd:schema xmlns:xsd="http://www.w3.org/2001/XMLSchema" xmlns:xs="http://www.w3.org/2001/XMLSchema" xmlns:p="http://schemas.microsoft.com/office/2006/metadata/properties" xmlns:ns2="c08f0bbb-a42e-46a5-9a3e-8c14811dd724" xmlns:ns3="a046e119-e15f-43a1-8d2e-eb2bfb1facbb" targetNamespace="http://schemas.microsoft.com/office/2006/metadata/properties" ma:root="true" ma:fieldsID="3dd60a109c9c82844ff2b2d89d1c064d" ns2:_="" ns3:_="">
    <xsd:import namespace="c08f0bbb-a42e-46a5-9a3e-8c14811dd724"/>
    <xsd:import namespace="a046e119-e15f-43a1-8d2e-eb2bfb1facbb"/>
    <xsd:element name="properties">
      <xsd:complexType>
        <xsd:sequence>
          <xsd:element name="documentManagement">
            <xsd:complexType>
              <xsd:all>
                <xsd:element ref="ns2:Publication_x0020_date"/>
                <xsd:element ref="ns2:Status"/>
                <xsd:element ref="ns3:TaxCatchAll" minOccurs="0"/>
                <xsd:element ref="ns2:Ingestiondate"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URL0" minOccurs="0"/>
                <xsd:element ref="ns2:Discover_x0020_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8f0bbb-a42e-46a5-9a3e-8c14811dd724" elementFormDefault="qualified">
    <xsd:import namespace="http://schemas.microsoft.com/office/2006/documentManagement/types"/>
    <xsd:import namespace="http://schemas.microsoft.com/office/infopath/2007/PartnerControls"/>
    <xsd:element name="Publication_x0020_date" ma:index="8" ma:displayName="Publication date" ma:default="[today]" ma:format="DateOnly" ma:internalName="Publication_x0020_date">
      <xsd:simpleType>
        <xsd:restriction base="dms:DateTime"/>
      </xsd:simpleType>
    </xsd:element>
    <xsd:element name="Status" ma:index="9" ma:displayName="Status" ma:default="Draft" ma:format="Dropdown" ma:internalName="Status">
      <xsd:simpleType>
        <xsd:restriction base="dms:Choice">
          <xsd:enumeration value="In-scoping"/>
          <xsd:enumeration value="In-progress"/>
          <xsd:enumeration value="In-QA"/>
          <xsd:enumeration value="On-hold"/>
          <xsd:enumeration value="Completed"/>
          <xsd:enumeration value="Published"/>
          <xsd:enumeration value="Draft"/>
        </xsd:restriction>
      </xsd:simpleType>
    </xsd:element>
    <xsd:element name="Ingestiondate" ma:index="11" nillable="true" ma:displayName="Ingestion date" ma:format="DateOnly" ma:internalName="Ingestiondate">
      <xsd:simpleType>
        <xsd:restriction base="dms:DateTim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URL0" ma:index="21" nillable="true" ma:displayName="URL" ma:description="Discover Link" ma:format="Hyperlink" ma:internalName="URL0">
      <xsd:complexType>
        <xsd:complexContent>
          <xsd:extension base="dms:URL">
            <xsd:sequence>
              <xsd:element name="Url" type="dms:ValidUrl" minOccurs="0" nillable="true"/>
              <xsd:element name="Description" type="xsd:string" nillable="true"/>
            </xsd:sequence>
          </xsd:extension>
        </xsd:complexContent>
      </xsd:complexType>
    </xsd:element>
    <xsd:element name="Discover_x0020_Link" ma:index="22" nillable="true" ma:displayName="Discover Link" ma:description="Discover Link" ma:format="Hyperlink" ma:internalName="Discover_x0020_Link">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046e119-e15f-43a1-8d2e-eb2bfb1facbb"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c8172d3-11b2-429b-8b77-23f989f567bc}" ma:internalName="TaxCatchAll" ma:showField="CatchAllData" ma:web="a046e119-e15f-43a1-8d2e-eb2bfb1fac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08f0bbb-a42e-46a5-9a3e-8c14811dd724">
      <Terms xmlns="http://schemas.microsoft.com/office/infopath/2007/PartnerControls"/>
    </lcf76f155ced4ddcb4097134ff3c332f>
    <TaxCatchAll xmlns="a046e119-e15f-43a1-8d2e-eb2bfb1facbb" xsi:nil="true"/>
    <Publication_x0020_date xmlns="c08f0bbb-a42e-46a5-9a3e-8c14811dd724">2026-06-17T07:19:33+00:00</Publication_x0020_date>
    <Status xmlns="c08f0bbb-a42e-46a5-9a3e-8c14811dd724">Completed</Status>
    <URL0 xmlns="c08f0bbb-a42e-46a5-9a3e-8c14811dd724">
      <Url xsi:nil="true"/>
      <Description xsi:nil="true"/>
    </URL0>
    <Discover_x0020_Link xmlns="c08f0bbb-a42e-46a5-9a3e-8c14811dd724">
      <Url xsi:nil="true"/>
      <Description xsi:nil="true"/>
    </Discover_x0020_Link>
    <Ingestiondate xmlns="c08f0bbb-a42e-46a5-9a3e-8c14811dd724" xsi:nil="true"/>
  </documentManagement>
</p:properties>
</file>

<file path=customXml/itemProps1.xml><?xml version="1.0" encoding="utf-8"?>
<ds:datastoreItem xmlns:ds="http://schemas.openxmlformats.org/officeDocument/2006/customXml" ds:itemID="{8AC014D9-0F8B-4066-823B-E589F64FAF10}">
  <ds:schemaRefs>
    <ds:schemaRef ds:uri="http://schemas.microsoft.com/sharepoint/v3/contenttype/forms"/>
  </ds:schemaRefs>
</ds:datastoreItem>
</file>

<file path=customXml/itemProps2.xml><?xml version="1.0" encoding="utf-8"?>
<ds:datastoreItem xmlns:ds="http://schemas.openxmlformats.org/officeDocument/2006/customXml" ds:itemID="{7ABC3BD6-8DB1-4386-BB57-392A23BED4E4}"/>
</file>

<file path=customXml/itemProps3.xml><?xml version="1.0" encoding="utf-8"?>
<ds:datastoreItem xmlns:ds="http://schemas.openxmlformats.org/officeDocument/2006/customXml" ds:itemID="{45087F47-891A-4332-AEE8-A122FCE56C49}">
  <ds:schemaRefs>
    <ds:schemaRef ds:uri="http://schemas.microsoft.com/office/infopath/2007/PartnerControls"/>
    <ds:schemaRef ds:uri="http://purl.org/dc/elements/1.1/"/>
    <ds:schemaRef ds:uri="http://purl.org/dc/dcmitype/"/>
    <ds:schemaRef ds:uri="http://schemas.microsoft.com/office/2006/metadata/properties"/>
    <ds:schemaRef ds:uri="http://purl.org/dc/terms/"/>
    <ds:schemaRef ds:uri="http://schemas.openxmlformats.org/package/2006/metadata/core-properties"/>
    <ds:schemaRef ds:uri="http://schemas.microsoft.com/office/2006/documentManagement/types"/>
    <ds:schemaRef ds:uri="0f2ef56d-5be9-4c79-9c88-6db3cf64658d"/>
    <ds:schemaRef ds:uri="cfd9dc35-09ff-4708-b178-650a79387358"/>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Dark-global-widescreen-presentation-template-v2.1 2</Template>
  <TotalTime>7711</TotalTime>
  <Words>14877</Words>
  <Application>Microsoft Office PowerPoint</Application>
  <PresentationFormat>Widescreen</PresentationFormat>
  <Paragraphs>1690</Paragraphs>
  <Slides>93</Slides>
  <Notes>82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93</vt:i4>
      </vt:variant>
    </vt:vector>
  </HeadingPairs>
  <TitlesOfParts>
    <vt:vector size="100" baseType="lpstr">
      <vt:lpstr>Arial</vt:lpstr>
      <vt:lpstr>Calibri</vt:lpstr>
      <vt:lpstr>EYInterstate</vt:lpstr>
      <vt:lpstr>EYInterstate Light</vt:lpstr>
      <vt:lpstr>EYInterstate Regular</vt:lpstr>
      <vt:lpstr>Wingdings</vt:lpstr>
      <vt:lpstr>Large Text [DARK]</vt:lpstr>
      <vt:lpstr>Global Retail credentials pack</vt:lpstr>
      <vt:lpstr>About this document</vt:lpstr>
      <vt:lpstr>Confidentiality guidelines</vt:lpstr>
      <vt:lpstr>Index</vt:lpstr>
      <vt:lpstr>Index</vt:lpstr>
      <vt:lpstr>Index</vt:lpstr>
      <vt:lpstr>Index</vt:lpstr>
      <vt:lpstr>Win and Client Stories  The following Retail wins and client stories not only profile our successes but also demonstrate how we’re solving client problems and helping you identify opportunities on your accounts. </vt:lpstr>
      <vt:lpstr>Risk, Cyber &amp; Governance</vt:lpstr>
      <vt:lpstr>Performing Quality Assessment Review for Internal Audit</vt:lpstr>
      <vt:lpstr>Engagement summary</vt:lpstr>
      <vt:lpstr>PKI Transformation and Stabilization Program</vt:lpstr>
      <vt:lpstr>Engagement summary</vt:lpstr>
      <vt:lpstr>Tabletop Methodology and Cyber Incident Response Program</vt:lpstr>
      <vt:lpstr>Engagement summary</vt:lpstr>
      <vt:lpstr>Strategic Internal Audit Transformation for Retailer Growth</vt:lpstr>
      <vt:lpstr>Engagement summary</vt:lpstr>
      <vt:lpstr>Enhancing Third-Party Risk Management using a Scalable Solutions</vt:lpstr>
      <vt:lpstr>Engagement summary</vt:lpstr>
      <vt:lpstr>IT Solutions Data Privacy and Cybersecurity Support</vt:lpstr>
      <vt:lpstr>Engagement summary</vt:lpstr>
      <vt:lpstr>Cyber awareness and culture enhancement</vt:lpstr>
      <vt:lpstr>Engagement summary</vt:lpstr>
      <vt:lpstr>Managed Services</vt:lpstr>
      <vt:lpstr>Financial Planning and Analysis Function for a Retail Giant</vt:lpstr>
      <vt:lpstr>Engagement summary</vt:lpstr>
      <vt:lpstr>Optimizing Finance Function Through Data and Process  Insights</vt:lpstr>
      <vt:lpstr>Engagement summary</vt:lpstr>
      <vt:lpstr>Project Sunrise - Integration Management Support</vt:lpstr>
      <vt:lpstr>Engagement summary</vt:lpstr>
      <vt:lpstr>Finance Transformation</vt:lpstr>
      <vt:lpstr>Engagement summary</vt:lpstr>
      <vt:lpstr>Successful Eightfold Implementation for Talent Acquisition</vt:lpstr>
      <vt:lpstr>Engagement summary</vt:lpstr>
      <vt:lpstr>Program Management Extension and Enhanced Collaboration</vt:lpstr>
      <vt:lpstr>Engagement summary</vt:lpstr>
      <vt:lpstr>Customer &amp; Commercial Excellence</vt:lpstr>
      <vt:lpstr>E-commerce Transformation through Shopify Partnership</vt:lpstr>
      <vt:lpstr>Engagement summary</vt:lpstr>
      <vt:lpstr>CX Case Study</vt:lpstr>
      <vt:lpstr>Engagement summary</vt:lpstr>
      <vt:lpstr>Market analysis of potential resellers of excess stock</vt:lpstr>
      <vt:lpstr>Engagement summary</vt:lpstr>
      <vt:lpstr>Supply Chain &amp; Operations</vt:lpstr>
      <vt:lpstr>Warehouse Business Continuity Plan and Playbook for Supply chain</vt:lpstr>
      <vt:lpstr>Engagement summary</vt:lpstr>
      <vt:lpstr>RFID Strategy and Implementation Roadmap</vt:lpstr>
      <vt:lpstr>Engagement summary</vt:lpstr>
      <vt:lpstr>Transportation Management System Solution Implementation</vt:lpstr>
      <vt:lpstr>Engagement summary</vt:lpstr>
      <vt:lpstr>Nature Risk Assessment and Financial Impact Analysis</vt:lpstr>
      <vt:lpstr>Engagement summary</vt:lpstr>
      <vt:lpstr>Efficient Supply Chain Ecosystem Transformation for Large Product</vt:lpstr>
      <vt:lpstr>Engagement summary</vt:lpstr>
      <vt:lpstr>Stock alignment solution implementation</vt:lpstr>
      <vt:lpstr>Engagement summary</vt:lpstr>
      <vt:lpstr>AI &amp; Technology Transformation</vt:lpstr>
      <vt:lpstr>Implementation of D365 Finance and Supply Chain Management</vt:lpstr>
      <vt:lpstr>Engagement summary</vt:lpstr>
      <vt:lpstr>ESG Reporting Requirement - SAP Sustainability Control Tower</vt:lpstr>
      <vt:lpstr>Engagement summary</vt:lpstr>
      <vt:lpstr>Digital Transformation Roadmap for a Future-Ready Finance</vt:lpstr>
      <vt:lpstr>Engagement summary</vt:lpstr>
      <vt:lpstr>Data &amp; AI Assessment</vt:lpstr>
      <vt:lpstr>Engagement summary</vt:lpstr>
      <vt:lpstr>ECC to S4 Hana Migration Implementation and Cost-Benefit Analysis</vt:lpstr>
      <vt:lpstr>Engagement summary</vt:lpstr>
      <vt:lpstr>Enterprise Release Assessment - Governance, Processes and Technology</vt:lpstr>
      <vt:lpstr>Engagement summary</vt:lpstr>
      <vt:lpstr>Core Business Transformation</vt:lpstr>
      <vt:lpstr>Engagement summary</vt:lpstr>
      <vt:lpstr>E-commerce Platform Replacement</vt:lpstr>
      <vt:lpstr>Engagement summary</vt:lpstr>
      <vt:lpstr>Customer Experience Transformation through Digital Signage</vt:lpstr>
      <vt:lpstr>Engagement summary</vt:lpstr>
      <vt:lpstr>Fulfillment Systems with OMS Overhaul and Enhanced CX</vt:lpstr>
      <vt:lpstr>Engagement summary</vt:lpstr>
      <vt:lpstr>Software Asset Management Review Process and Gap Identification</vt:lpstr>
      <vt:lpstr>Engagement summary</vt:lpstr>
      <vt:lpstr>Smart Retail</vt:lpstr>
      <vt:lpstr>Engagement summary</vt:lpstr>
      <vt:lpstr>E-commerce pre-study and procurement</vt:lpstr>
      <vt:lpstr>Engagement summary</vt:lpstr>
      <vt:lpstr>Organization &amp; People</vt:lpstr>
      <vt:lpstr>Improve Collaboration and Process Compliance</vt:lpstr>
      <vt:lpstr>Engagement summary</vt:lpstr>
      <vt:lpstr>Program Delivery Relevant PMO experience from Global Retailer </vt:lpstr>
      <vt:lpstr>H3 Omni PoC*</vt:lpstr>
      <vt:lpstr>Cyber: Centralized Cyber PMO*</vt:lpstr>
      <vt:lpstr>Smart Retail: Program delivery</vt:lpstr>
      <vt:lpstr>Jira Rollout: Digital platform build and integration  </vt:lpstr>
      <vt:lpstr>Retail Resources and related contents </vt:lpstr>
      <vt:lpstr>Additional Retail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Abuthahir N</dc:creator>
  <cp:lastModifiedBy>Vishaka V Seru</cp:lastModifiedBy>
  <cp:revision>2</cp:revision>
  <dcterms:created xsi:type="dcterms:W3CDTF">2024-11-21T17:31:14Z</dcterms:created>
  <dcterms:modified xsi:type="dcterms:W3CDTF">2026-06-16T16:09:49Z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0x010100E339832E5E32D64D963A416C1A5D16F4</vt:lpwstr>
  </property>
  <property fmtid="{D5CDD505-2E9C-101B-9397-08002B2CF9AE}" pid="3" name="MediaServiceImageTags">
    <vt:lpwstr/>
  </property>
  <property fmtid="{D5CDD505-2E9C-101B-9397-08002B2CF9AE}" pid="4" name="xd_ProgID">
    <vt:lpwstr/>
  </property>
  <property fmtid="{D5CDD505-2E9C-101B-9397-08002B2CF9AE}" pid="5" name="Methodology">
    <vt:lpwstr>Other</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Product Name">
    <vt:lpwstr>;#Account Pages;#</vt:lpwstr>
  </property>
  <property fmtid="{D5CDD505-2E9C-101B-9397-08002B2CF9AE}" pid="11" name="Category">
    <vt:lpwstr>Content</vt:lpwstr>
  </property>
  <property fmtid="{D5CDD505-2E9C-101B-9397-08002B2CF9AE}" pid="12" name="xd_Signature">
    <vt:bool>false</vt:bool>
  </property>
</Properties>
</file>
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6" r:id="rId4"/>
  </p:sldMasterIdLst>
  <p:notesMasterIdLst>
    <p:notesMasterId r:id="rId25"/>
  </p:notesMasterIdLst>
  <p:handoutMasterIdLst>
    <p:handoutMasterId r:id="rId26"/>
  </p:handoutMasterIdLst>
  <p:sldIdLst>
    <p:sldId id="1881839181" r:id="rId5"/>
    <p:sldId id="2147479573" r:id="rId6"/>
    <p:sldId id="2147479365" r:id="rId7"/>
    <p:sldId id="2147479385" r:id="rId8"/>
    <p:sldId id="2147479387" r:id="rId9"/>
    <p:sldId id="2147479388" r:id="rId10"/>
    <p:sldId id="2147479437" r:id="rId11"/>
    <p:sldId id="2147479295" r:id="rId12"/>
    <p:sldId id="2147479256" r:id="rId13"/>
    <p:sldId id="2147479366" r:id="rId14"/>
    <p:sldId id="2147479394" r:id="rId15"/>
    <p:sldId id="2147479395" r:id="rId16"/>
    <p:sldId id="2147479490" r:id="rId17"/>
    <p:sldId id="2147479493" r:id="rId18"/>
    <p:sldId id="2147479512" r:id="rId19"/>
    <p:sldId id="2147479532" r:id="rId20"/>
    <p:sldId id="2147479533" r:id="rId21"/>
    <p:sldId id="2147479568" r:id="rId22"/>
    <p:sldId id="2147479567" r:id="rId23"/>
    <p:sldId id="2147479576" r:id="rId24"/>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7D670A-C1A6-20EE-9A07-40B4BBC0FA79}" name="Brooke E Smith" initials="BS" userId="S::brooke.smith@ey.com::ae8e5fd3-802c-46fc-aecd-8d2e9c46620c" providerId="AD"/>
  <p188:author id="{FEBDB50F-B0E9-B8DB-FDCC-EF6D84FCE728}" name="John M Motley" initials="JM" userId="S::john.m.motley@ey.com::4f0d1d4b-4580-4f31-af63-fc69dfb6818d" providerId="AD"/>
  <p188:author id="{753A0410-B09E-74F5-BF55-30D8626247E9}" name="Christopher C Smith" initials="CCS" userId="S::christopher.smith3@ey.com::85b793ce-66ba-4f83-b6b7-803c1675ab2e" providerId="AD"/>
  <p188:author id="{DD9D7E18-5DB4-147D-5908-B9E074E35B47}" name="Christopher C Smith" initials="CS" userId="S::Christopher.Smith3@ey.com::85b793ce-66ba-4f83-b6b7-803c1675ab2e" providerId="AD"/>
  <p188:author id="{4DC89930-9870-2946-EB45-D0F446128BFD}" name="Jessie Vitale" initials="JV" userId="S::jessie.vitale@ey.com::91954b2b-d83e-4341-868c-f43dcfcaf4db" providerId="AD"/>
  <p188:author id="{B5ADE539-B9B3-DAFE-FAD6-1294CC8296F4}" name="Frank A Pizzuta" initials="FP" userId="S::Frank.Pizzuta@ey.com::368fc571-b380-4a1b-9cdc-a968ec7da435" providerId="AD"/>
  <p188:author id="{B7F3223D-9106-2777-9B05-97F77D7704A1}" name="Regina Zambrano" initials="RZ" userId="S::Regina.Zambrano@ey.com::a95cb2c2-dbd5-4e50-9df2-bdb7b0400bc9" providerId="AD"/>
  <p188:author id="{8D21613D-24C1-F60B-3FB4-3E698C3D80C6}" name="Millicent Hadjivassiliou Stewart" initials="MS" userId="S::millicent.hadjivassiliou.stewart@ey.com::8f68b93c-ec15-4be9-8569-810b452d49db" providerId="AD"/>
  <p188:author id="{84053658-713E-FFF5-AB46-FD4907487F3C}" name="Kathryn Laventure" initials="KL" userId="S::kathryn.laventure@ey.com::9f7997f6-24b1-40d7-bc26-feea8b5a1b8b" providerId="AD"/>
  <p188:author id="{77E76E59-9916-4668-6DC3-F7503D4ACD56}" name="Emily R Frebowitz" initials="EF" userId="S::Emily.Frebowitz@ey.com::77f9e43b-b0aa-4b7d-a82c-d77a5e1730b9" providerId="AD"/>
  <p188:author id="{51B3B35B-5513-9BA3-B7B7-D59BB15E4FD4}" name="Danni Peng" initials="DP" userId="S::Danni.Peng1@ey.com::58667066-c347-46b6-a76a-af05a46e496b" providerId="AD"/>
  <p188:author id="{754FDB64-0934-31AE-072E-7E71877D721D}" name="Ryan Bertani" initials="RB" userId="S::ryan.bertani@ey.com::4e39329f-483a-44c0-b25c-fab90f083c99" providerId="AD"/>
  <p188:author id="{E5D2717F-599D-B586-C135-1D16D822D090}" name="Emily G Dana" initials="EGD" userId="S::emily.dana@ey.com::1b08d4f9-00ef-47da-b6ba-b70a9300bc36" providerId="AD"/>
  <p188:author id="{4E511781-9455-5380-896C-CEAF5C684617}" name="Erika S Olson" initials="EO" userId="S::Erika.S.Olson@ey.com::650deb8e-4a48-4b5c-bd46-5acc297f5587" providerId="AD"/>
  <p188:author id="{59AC6C86-877C-D1DF-7D5A-C71DE6F0263F}" name="Erika S Olson" initials="EO" userId="S::erika.s.olson@ey.com::650deb8e-4a48-4b5c-bd46-5acc297f5587" providerId="AD"/>
  <p188:author id="{8DCFD488-6F3F-2C1C-F786-CB060073FD31}" name="Sabrina Tran" initials="" userId="S::Sabrina.Tran@ey.com::e7642091-3017-40b3-9145-27e652995e1b" providerId="AD"/>
  <p188:author id="{BDA69A95-76C6-9D01-E60E-26C7B6F7C19C}" name="Danni Peng" initials="DP" userId="S::danni.peng1@ey.com::58667066-c347-46b6-a76a-af05a46e496b" providerId="AD"/>
  <p188:author id="{AC121597-295C-9F4B-9153-6DB8D4D1E4B0}" name="Frank A Pizzuta" initials="FAP" userId="S::frank.pizzuta@ey.com::368fc571-b380-4a1b-9cdc-a968ec7da435" providerId="AD"/>
  <p188:author id="{46CD49AB-69C4-7CD1-0A64-931BECC80F83}" name="Ryan Bertani" initials="RB" userId="S::Ryan.Bertani@ey.com::4e39329f-483a-44c0-b25c-fab90f083c99" providerId="AD"/>
  <p188:author id="{4014D8B0-42A7-963F-C2BC-F4C2BA2E8285}" name="Emily R Frebowitz" initials="ERF" userId="S::emily.frebowitz@ey.com::77f9e43b-b0aa-4b7d-a82c-d77a5e1730b9" providerId="AD"/>
  <p188:author id="{9DBE0DB3-1F39-3BB8-900F-3542E22DCCD0}" name="Garrett Wexler" initials="GW" userId="S::garrett.wexler@ey.com::ecbe8817-b388-4b78-a06a-5a3370d43c07" providerId="AD"/>
  <p188:author id="{0A8085BF-67C9-9ACD-D9C5-7AA5A89F7F72}" name="Annice Lee" initials="AL" userId="S::annice.lee@ey.com::7745ca50-3c8a-4598-8798-e5872448223d" providerId="AD"/>
  <p188:author id="{2BEECBC1-F04C-9A81-C633-D6E24F728857}" name="Regina Zambrano" initials="RZ" userId="S::regina.zambrano.ledezma@ey.com::a95cb2c2-dbd5-4e50-9df2-bdb7b0400bc9" providerId="AD"/>
  <p188:author id="{BEEED7CC-01BE-8B4A-E385-EA84373C2D8A}" name="Regina Zambrano" initials="RZ" userId="S::regina.zambrano@ey.com::a95cb2c2-dbd5-4e50-9df2-bdb7b0400bc9" providerId="AD"/>
  <p188:author id="{9ACFC9D2-D5F8-DA46-B076-C2475F2B8B4A}" name="Katie M Nolan" initials="KMN" userId="S::katie.m.nolan@ey.com::bc6e190d-796a-498f-9a6e-e861683e165d" providerId="AD"/>
  <p188:author id="{2D32D0DB-1C4E-664C-8BCE-E9DF7769F1F6}" name="Judy Chan" initials="JC" userId="S::judy.chan1@ey.com::b0bf74e7-dde2-4341-b0ca-575f01d5c5bb" providerId="AD"/>
  <p188:author id="{635B68DE-6014-ED50-658D-D8D9871689B8}" name="Garrett Wexler" initials="GW" userId="S::Garrett.Wexler@ey.com::ecbe8817-b388-4b78-a06a-5a3370d43c07" providerId="AD"/>
  <p188:author id="{3EC1BBE8-BE0D-E930-AD2D-3C4EEAA77EB7}" name="Millicent Hadjivassiliou Stewart" initials="MH" userId="S::Millicent.Hadjivassiliou.Stewart@ey.com::8f68b93c-ec15-4be9-8569-810b452d49db" providerId="AD"/>
  <p188:author id="{B829BFEC-8B1C-5BFD-EE39-A1C234D7B2BA}" name="Brooke E Smith" initials="BS" userId="S::Brooke.Smith@ey.com::ae8e5fd3-802c-46fc-aecd-8d2e9c46620c" providerId="AD"/>
  <p188:author id="{66EC51EF-AE34-7C41-00FD-B5123961B082}" name="Simran Assi" initials="SA" userId="S::Simran.Assi@gds.ey.com::e151f7e4-8718-480b-bb95-47774b6c3b9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B3755"/>
    <a:srgbClr val="4861C6"/>
    <a:srgbClr val="BECBDC"/>
    <a:srgbClr val="082B47"/>
    <a:srgbClr val="0C3654"/>
    <a:srgbClr val="052743"/>
    <a:srgbClr val="05253D"/>
    <a:srgbClr val="61A438"/>
    <a:srgbClr val="7ACF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43B614-4FF2-4AFA-86D4-6B423E6FEC28}" v="121" dt="2025-08-20T06:12:10.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404" autoAdjust="0"/>
  </p:normalViewPr>
  <p:slideViewPr>
    <p:cSldViewPr snapToGrid="0">
      <p:cViewPr varScale="1">
        <p:scale>
          <a:sx n="29" d="100"/>
          <a:sy n="29" d="100"/>
        </p:scale>
        <p:origin x="924" y="252"/>
      </p:cViewPr>
      <p:guideLst/>
    </p:cSldViewPr>
  </p:slideViewPr>
  <p:notesTextViewPr>
    <p:cViewPr>
      <p:scale>
        <a:sx n="1" d="1"/>
        <a:sy n="1" d="1"/>
      </p:scale>
      <p:origin x="0" y="0"/>
    </p:cViewPr>
  </p:notesTextViewPr>
  <p:notesViewPr>
    <p:cSldViewPr snapToGrid="0">
      <p:cViewPr varScale="1">
        <p:scale>
          <a:sx n="20" d="100"/>
          <a:sy n="20" d="100"/>
        </p:scale>
        <p:origin x="2880" y="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ran Assi" userId="e151f7e4-8718-480b-bb95-47774b6c3b92" providerId="ADAL" clId="{749F9B51-E4C5-4345-B095-252509EB8F4D}"/>
    <pc:docChg chg="undo custSel modSld sldOrd modMainMaster">
      <pc:chgData name="Simran Assi" userId="e151f7e4-8718-480b-bb95-47774b6c3b92" providerId="ADAL" clId="{749F9B51-E4C5-4345-B095-252509EB8F4D}" dt="2025-07-25T17:06:59.717" v="389" actId="1076"/>
      <pc:docMkLst>
        <pc:docMk/>
      </pc:docMkLst>
      <pc:sldChg chg="delSp mod">
        <pc:chgData name="Simran Assi" userId="e151f7e4-8718-480b-bb95-47774b6c3b92" providerId="ADAL" clId="{749F9B51-E4C5-4345-B095-252509EB8F4D}" dt="2025-07-25T16:58:35.134" v="244" actId="478"/>
        <pc:sldMkLst>
          <pc:docMk/>
          <pc:sldMk cId="2874463406" sldId="318"/>
        </pc:sldMkLst>
      </pc:sldChg>
      <pc:sldChg chg="addSp delSp modSp mod">
        <pc:chgData name="Simran Assi" userId="e151f7e4-8718-480b-bb95-47774b6c3b92" providerId="ADAL" clId="{749F9B51-E4C5-4345-B095-252509EB8F4D}" dt="2025-07-25T17:03:22.335" v="328"/>
        <pc:sldMkLst>
          <pc:docMk/>
          <pc:sldMk cId="2266289564" sldId="319"/>
        </pc:sldMkLst>
        <pc:picChg chg="add mod">
          <ac:chgData name="Simran Assi" userId="e151f7e4-8718-480b-bb95-47774b6c3b92" providerId="ADAL" clId="{749F9B51-E4C5-4345-B095-252509EB8F4D}" dt="2025-07-25T17:03:22.335" v="328"/>
          <ac:picMkLst>
            <pc:docMk/>
            <pc:sldMk cId="2266289564" sldId="319"/>
            <ac:picMk id="2" creationId="{0AF630B6-E33D-722A-7CA0-6BC5819C0085}"/>
          </ac:picMkLst>
        </pc:picChg>
      </pc:sldChg>
      <pc:sldChg chg="addSp delSp modSp mod">
        <pc:chgData name="Simran Assi" userId="e151f7e4-8718-480b-bb95-47774b6c3b92" providerId="ADAL" clId="{749F9B51-E4C5-4345-B095-252509EB8F4D}" dt="2025-07-25T17:04:32.385" v="352"/>
        <pc:sldMkLst>
          <pc:docMk/>
          <pc:sldMk cId="3749485273" sldId="382"/>
        </pc:sldMkLst>
      </pc:sldChg>
      <pc:sldChg chg="delSp mod">
        <pc:chgData name="Simran Assi" userId="e151f7e4-8718-480b-bb95-47774b6c3b92" providerId="ADAL" clId="{749F9B51-E4C5-4345-B095-252509EB8F4D}" dt="2025-07-25T17:04:57.522" v="358" actId="478"/>
        <pc:sldMkLst>
          <pc:docMk/>
          <pc:sldMk cId="1409647354" sldId="384"/>
        </pc:sldMkLst>
      </pc:sldChg>
      <pc:sldChg chg="addSp delSp modSp mod">
        <pc:chgData name="Simran Assi" userId="e151f7e4-8718-480b-bb95-47774b6c3b92" providerId="ADAL" clId="{749F9B51-E4C5-4345-B095-252509EB8F4D}" dt="2025-07-25T16:57:39.010" v="221"/>
        <pc:sldMkLst>
          <pc:docMk/>
          <pc:sldMk cId="1410064920" sldId="389"/>
        </pc:sldMkLst>
      </pc:sldChg>
      <pc:sldChg chg="addSp delSp modSp mod">
        <pc:chgData name="Simran Assi" userId="e151f7e4-8718-480b-bb95-47774b6c3b92" providerId="ADAL" clId="{749F9B51-E4C5-4345-B095-252509EB8F4D}" dt="2025-07-25T16:57:35.733" v="219"/>
        <pc:sldMkLst>
          <pc:docMk/>
          <pc:sldMk cId="1951126029" sldId="397"/>
        </pc:sldMkLst>
        <pc:picChg chg="add mod">
          <ac:chgData name="Simran Assi" userId="e151f7e4-8718-480b-bb95-47774b6c3b92" providerId="ADAL" clId="{749F9B51-E4C5-4345-B095-252509EB8F4D}" dt="2025-07-25T16:57:35.733" v="219"/>
          <ac:picMkLst>
            <pc:docMk/>
            <pc:sldMk cId="1951126029" sldId="397"/>
            <ac:picMk id="2" creationId="{11A0B16F-7763-18ED-4667-F47D30900019}"/>
          </ac:picMkLst>
        </pc:picChg>
      </pc:sldChg>
      <pc:sldChg chg="addSp delSp modSp mod">
        <pc:chgData name="Simran Assi" userId="e151f7e4-8718-480b-bb95-47774b6c3b92" providerId="ADAL" clId="{749F9B51-E4C5-4345-B095-252509EB8F4D}" dt="2025-07-25T17:05:59.636" v="382"/>
        <pc:sldMkLst>
          <pc:docMk/>
          <pc:sldMk cId="13731982" sldId="2147479177"/>
        </pc:sldMkLst>
      </pc:sldChg>
      <pc:sldChg chg="addSp delSp modSp mod">
        <pc:chgData name="Simran Assi" userId="e151f7e4-8718-480b-bb95-47774b6c3b92" providerId="ADAL" clId="{749F9B51-E4C5-4345-B095-252509EB8F4D}" dt="2025-07-25T17:06:04.801" v="384"/>
        <pc:sldMkLst>
          <pc:docMk/>
          <pc:sldMk cId="244416356" sldId="2147479182"/>
        </pc:sldMkLst>
      </pc:sldChg>
      <pc:sldChg chg="delSp mod">
        <pc:chgData name="Simran Assi" userId="e151f7e4-8718-480b-bb95-47774b6c3b92" providerId="ADAL" clId="{749F9B51-E4C5-4345-B095-252509EB8F4D}" dt="2025-07-25T17:05:08.723" v="359" actId="478"/>
        <pc:sldMkLst>
          <pc:docMk/>
          <pc:sldMk cId="2980414184" sldId="2147479205"/>
        </pc:sldMkLst>
      </pc:sldChg>
      <pc:sldChg chg="addSp delSp modSp mod">
        <pc:chgData name="Simran Assi" userId="e151f7e4-8718-480b-bb95-47774b6c3b92" providerId="ADAL" clId="{749F9B51-E4C5-4345-B095-252509EB8F4D}" dt="2025-07-25T17:04:27.047" v="350" actId="1038"/>
        <pc:sldMkLst>
          <pc:docMk/>
          <pc:sldMk cId="4036057875" sldId="2147479217"/>
        </pc:sldMkLst>
      </pc:sldChg>
      <pc:sldChg chg="addSp delSp modSp mod">
        <pc:chgData name="Simran Assi" userId="e151f7e4-8718-480b-bb95-47774b6c3b92" providerId="ADAL" clId="{749F9B51-E4C5-4345-B095-252509EB8F4D}" dt="2025-07-25T17:04:42.973" v="355" actId="478"/>
        <pc:sldMkLst>
          <pc:docMk/>
          <pc:sldMk cId="2676815573" sldId="2147479218"/>
        </pc:sldMkLst>
      </pc:sldChg>
      <pc:sldChg chg="addSp modSp mod">
        <pc:chgData name="Simran Assi" userId="e151f7e4-8718-480b-bb95-47774b6c3b92" providerId="ADAL" clId="{749F9B51-E4C5-4345-B095-252509EB8F4D}" dt="2025-07-25T17:02:43.760" v="313"/>
        <pc:sldMkLst>
          <pc:docMk/>
          <pc:sldMk cId="2631141317" sldId="2147479221"/>
        </pc:sldMkLst>
      </pc:sldChg>
      <pc:sldChg chg="addSp modSp mod">
        <pc:chgData name="Simran Assi" userId="e151f7e4-8718-480b-bb95-47774b6c3b92" providerId="ADAL" clId="{749F9B51-E4C5-4345-B095-252509EB8F4D}" dt="2025-07-25T17:02:29.650" v="310"/>
        <pc:sldMkLst>
          <pc:docMk/>
          <pc:sldMk cId="761381504" sldId="2147479222"/>
        </pc:sldMkLst>
        <pc:picChg chg="add mod">
          <ac:chgData name="Simran Assi" userId="e151f7e4-8718-480b-bb95-47774b6c3b92" providerId="ADAL" clId="{749F9B51-E4C5-4345-B095-252509EB8F4D}" dt="2025-07-25T17:02:29.650" v="310"/>
          <ac:picMkLst>
            <pc:docMk/>
            <pc:sldMk cId="761381504" sldId="2147479222"/>
            <ac:picMk id="2" creationId="{FA917892-B566-408D-3BA0-C2BE175B9C36}"/>
          </ac:picMkLst>
        </pc:picChg>
        <pc:picChg chg="mod ord modCrop">
          <ac:chgData name="Simran Assi" userId="e151f7e4-8718-480b-bb95-47774b6c3b92" providerId="ADAL" clId="{749F9B51-E4C5-4345-B095-252509EB8F4D}" dt="2025-07-25T17:02:26.283" v="309" actId="167"/>
          <ac:picMkLst>
            <pc:docMk/>
            <pc:sldMk cId="761381504" sldId="2147479222"/>
            <ac:picMk id="5" creationId="{0C30F740-1844-0B2B-5AF2-C0AE0845D9AC}"/>
          </ac:picMkLst>
        </pc:picChg>
      </pc:sldChg>
      <pc:sldChg chg="addSp delSp modSp mod">
        <pc:chgData name="Simran Assi" userId="e151f7e4-8718-480b-bb95-47774b6c3b92" providerId="ADAL" clId="{749F9B51-E4C5-4345-B095-252509EB8F4D}" dt="2025-07-25T17:01:23.620" v="296"/>
        <pc:sldMkLst>
          <pc:docMk/>
          <pc:sldMk cId="2855865388" sldId="2147479232"/>
        </pc:sldMkLst>
        <pc:picChg chg="add mod">
          <ac:chgData name="Simran Assi" userId="e151f7e4-8718-480b-bb95-47774b6c3b92" providerId="ADAL" clId="{749F9B51-E4C5-4345-B095-252509EB8F4D}" dt="2025-07-25T17:01:23.620" v="296"/>
          <ac:picMkLst>
            <pc:docMk/>
            <pc:sldMk cId="2855865388" sldId="2147479232"/>
            <ac:picMk id="5" creationId="{D8AA670D-CC20-D117-9515-51FB76FEE31E}"/>
          </ac:picMkLst>
        </pc:picChg>
      </pc:sldChg>
      <pc:sldChg chg="delSp mod">
        <pc:chgData name="Simran Assi" userId="e151f7e4-8718-480b-bb95-47774b6c3b92" providerId="ADAL" clId="{749F9B51-E4C5-4345-B095-252509EB8F4D}" dt="2025-07-25T17:02:48.260" v="314" actId="478"/>
        <pc:sldMkLst>
          <pc:docMk/>
          <pc:sldMk cId="1603936189" sldId="2147479239"/>
        </pc:sldMkLst>
      </pc:sldChg>
      <pc:sldChg chg="addSp delSp modSp mod">
        <pc:chgData name="Simran Assi" userId="e151f7e4-8718-480b-bb95-47774b6c3b92" providerId="ADAL" clId="{749F9B51-E4C5-4345-B095-252509EB8F4D}" dt="2025-07-25T17:00:41.303" v="291"/>
        <pc:sldMkLst>
          <pc:docMk/>
          <pc:sldMk cId="990604762" sldId="2147479246"/>
        </pc:sldMkLst>
        <pc:picChg chg="add mod">
          <ac:chgData name="Simran Assi" userId="e151f7e4-8718-480b-bb95-47774b6c3b92" providerId="ADAL" clId="{749F9B51-E4C5-4345-B095-252509EB8F4D}" dt="2025-07-25T17:00:41.303" v="291"/>
          <ac:picMkLst>
            <pc:docMk/>
            <pc:sldMk cId="990604762" sldId="2147479246"/>
            <ac:picMk id="2" creationId="{D6269D0F-22B7-906C-6F45-248D808A4BED}"/>
          </ac:picMkLst>
        </pc:picChg>
      </pc:sldChg>
      <pc:sldChg chg="addSp delSp modSp mod">
        <pc:chgData name="Simran Assi" userId="e151f7e4-8718-480b-bb95-47774b6c3b92" providerId="ADAL" clId="{749F9B51-E4C5-4345-B095-252509EB8F4D}" dt="2025-07-25T16:53:30.059" v="146"/>
        <pc:sldMkLst>
          <pc:docMk/>
          <pc:sldMk cId="2934427986" sldId="2147479251"/>
        </pc:sldMkLst>
      </pc:sldChg>
      <pc:sldChg chg="addSp delSp modSp mod">
        <pc:chgData name="Simran Assi" userId="e151f7e4-8718-480b-bb95-47774b6c3b92" providerId="ADAL" clId="{749F9B51-E4C5-4345-B095-252509EB8F4D}" dt="2025-07-25T16:53:33.055" v="148"/>
        <pc:sldMkLst>
          <pc:docMk/>
          <pc:sldMk cId="3433347463" sldId="2147479252"/>
        </pc:sldMkLst>
      </pc:sldChg>
      <pc:sldChg chg="addSp delSp modSp mod">
        <pc:chgData name="Simran Assi" userId="e151f7e4-8718-480b-bb95-47774b6c3b92" providerId="ADAL" clId="{749F9B51-E4C5-4345-B095-252509EB8F4D}" dt="2025-07-25T16:54:52.756" v="168"/>
        <pc:sldMkLst>
          <pc:docMk/>
          <pc:sldMk cId="1947352769" sldId="2147479256"/>
        </pc:sldMkLst>
        <pc:picChg chg="add mod">
          <ac:chgData name="Simran Assi" userId="e151f7e4-8718-480b-bb95-47774b6c3b92" providerId="ADAL" clId="{749F9B51-E4C5-4345-B095-252509EB8F4D}" dt="2025-07-25T16:54:52.756" v="168"/>
          <ac:picMkLst>
            <pc:docMk/>
            <pc:sldMk cId="1947352769" sldId="2147479256"/>
            <ac:picMk id="2" creationId="{EE7D7517-704D-CDCD-14BB-94C2FC46E023}"/>
          </ac:picMkLst>
        </pc:picChg>
      </pc:sldChg>
      <pc:sldChg chg="addSp delSp modSp mod">
        <pc:chgData name="Simran Assi" userId="e151f7e4-8718-480b-bb95-47774b6c3b92" providerId="ADAL" clId="{749F9B51-E4C5-4345-B095-252509EB8F4D}" dt="2025-07-25T16:54:41.758" v="166"/>
        <pc:sldMkLst>
          <pc:docMk/>
          <pc:sldMk cId="90167601" sldId="2147479257"/>
        </pc:sldMkLst>
      </pc:sldChg>
      <pc:sldChg chg="addSp delSp modSp mod">
        <pc:chgData name="Simran Assi" userId="e151f7e4-8718-480b-bb95-47774b6c3b92" providerId="ADAL" clId="{749F9B51-E4C5-4345-B095-252509EB8F4D}" dt="2025-07-25T17:03:05.960" v="320"/>
        <pc:sldMkLst>
          <pc:docMk/>
          <pc:sldMk cId="3385523102" sldId="2147479262"/>
        </pc:sldMkLst>
      </pc:sldChg>
      <pc:sldChg chg="delSp mod">
        <pc:chgData name="Simran Assi" userId="e151f7e4-8718-480b-bb95-47774b6c3b92" providerId="ADAL" clId="{749F9B51-E4C5-4345-B095-252509EB8F4D}" dt="2025-07-25T17:03:10.468" v="321" actId="478"/>
        <pc:sldMkLst>
          <pc:docMk/>
          <pc:sldMk cId="17660629" sldId="2147479263"/>
        </pc:sldMkLst>
      </pc:sldChg>
      <pc:sldChg chg="addSp delSp modSp mod">
        <pc:chgData name="Simran Assi" userId="e151f7e4-8718-480b-bb95-47774b6c3b92" providerId="ADAL" clId="{749F9B51-E4C5-4345-B095-252509EB8F4D}" dt="2025-07-25T17:01:39.343" v="298"/>
        <pc:sldMkLst>
          <pc:docMk/>
          <pc:sldMk cId="1964026411" sldId="2147479282"/>
        </pc:sldMkLst>
      </pc:sldChg>
      <pc:sldChg chg="delSp mod">
        <pc:chgData name="Simran Assi" userId="e151f7e4-8718-480b-bb95-47774b6c3b92" providerId="ADAL" clId="{749F9B51-E4C5-4345-B095-252509EB8F4D}" dt="2025-07-25T17:01:42.823" v="299" actId="478"/>
        <pc:sldMkLst>
          <pc:docMk/>
          <pc:sldMk cId="3216985572" sldId="2147479283"/>
        </pc:sldMkLst>
      </pc:sldChg>
      <pc:sldChg chg="addSp delSp modSp mod">
        <pc:chgData name="Simran Assi" userId="e151f7e4-8718-480b-bb95-47774b6c3b92" providerId="ADAL" clId="{749F9B51-E4C5-4345-B095-252509EB8F4D}" dt="2025-07-25T16:54:35.449" v="164"/>
        <pc:sldMkLst>
          <pc:docMk/>
          <pc:sldMk cId="3191616780" sldId="2147479294"/>
        </pc:sldMkLst>
      </pc:sldChg>
      <pc:sldChg chg="addSp delSp modSp mod">
        <pc:chgData name="Simran Assi" userId="e151f7e4-8718-480b-bb95-47774b6c3b92" providerId="ADAL" clId="{749F9B51-E4C5-4345-B095-252509EB8F4D}" dt="2025-07-25T16:54:31.450" v="162"/>
        <pc:sldMkLst>
          <pc:docMk/>
          <pc:sldMk cId="1877883895" sldId="2147479295"/>
        </pc:sldMkLst>
        <pc:picChg chg="add mod">
          <ac:chgData name="Simran Assi" userId="e151f7e4-8718-480b-bb95-47774b6c3b92" providerId="ADAL" clId="{749F9B51-E4C5-4345-B095-252509EB8F4D}" dt="2025-07-25T16:54:31.450" v="162"/>
          <ac:picMkLst>
            <pc:docMk/>
            <pc:sldMk cId="1877883895" sldId="2147479295"/>
            <ac:picMk id="7" creationId="{E2572433-6B99-546F-CEBD-CEB2E1F76CB6}"/>
          </ac:picMkLst>
        </pc:picChg>
      </pc:sldChg>
      <pc:sldChg chg="addSp delSp modSp mod">
        <pc:chgData name="Simran Assi" userId="e151f7e4-8718-480b-bb95-47774b6c3b92" providerId="ADAL" clId="{749F9B51-E4C5-4345-B095-252509EB8F4D}" dt="2025-07-25T16:57:52.585" v="229"/>
        <pc:sldMkLst>
          <pc:docMk/>
          <pc:sldMk cId="4040191028" sldId="2147479300"/>
        </pc:sldMkLst>
        <pc:picChg chg="add mod">
          <ac:chgData name="Simran Assi" userId="e151f7e4-8718-480b-bb95-47774b6c3b92" providerId="ADAL" clId="{749F9B51-E4C5-4345-B095-252509EB8F4D}" dt="2025-07-25T16:57:52.585" v="229"/>
          <ac:picMkLst>
            <pc:docMk/>
            <pc:sldMk cId="4040191028" sldId="2147479300"/>
            <ac:picMk id="12" creationId="{D28A659F-E6E5-0D4A-BDAB-D2EA2AC1B5E9}"/>
          </ac:picMkLst>
        </pc:picChg>
      </pc:sldChg>
      <pc:sldChg chg="addSp delSp modSp mod">
        <pc:chgData name="Simran Assi" userId="e151f7e4-8718-480b-bb95-47774b6c3b92" providerId="ADAL" clId="{749F9B51-E4C5-4345-B095-252509EB8F4D}" dt="2025-07-25T16:57:56.922" v="231"/>
        <pc:sldMkLst>
          <pc:docMk/>
          <pc:sldMk cId="319965533" sldId="2147479301"/>
        </pc:sldMkLst>
      </pc:sldChg>
      <pc:sldChg chg="addSp delSp modSp mod">
        <pc:chgData name="Simran Assi" userId="e151f7e4-8718-480b-bb95-47774b6c3b92" providerId="ADAL" clId="{749F9B51-E4C5-4345-B095-252509EB8F4D}" dt="2025-07-25T17:00:44.304" v="293"/>
        <pc:sldMkLst>
          <pc:docMk/>
          <pc:sldMk cId="46885604" sldId="2147479315"/>
        </pc:sldMkLst>
      </pc:sldChg>
      <pc:sldChg chg="delSp mod">
        <pc:chgData name="Simran Assi" userId="e151f7e4-8718-480b-bb95-47774b6c3b92" providerId="ADAL" clId="{749F9B51-E4C5-4345-B095-252509EB8F4D}" dt="2025-07-25T17:00:47.004" v="294" actId="478"/>
        <pc:sldMkLst>
          <pc:docMk/>
          <pc:sldMk cId="2415295356" sldId="2147479316"/>
        </pc:sldMkLst>
      </pc:sldChg>
      <pc:sldChg chg="addSp delSp modSp mod">
        <pc:chgData name="Simran Assi" userId="e151f7e4-8718-480b-bb95-47774b6c3b92" providerId="ADAL" clId="{749F9B51-E4C5-4345-B095-252509EB8F4D}" dt="2025-07-25T17:05:31.591" v="365"/>
        <pc:sldMkLst>
          <pc:docMk/>
          <pc:sldMk cId="1534691446" sldId="2147479353"/>
        </pc:sldMkLst>
        <pc:picChg chg="add mod">
          <ac:chgData name="Simran Assi" userId="e151f7e4-8718-480b-bb95-47774b6c3b92" providerId="ADAL" clId="{749F9B51-E4C5-4345-B095-252509EB8F4D}" dt="2025-07-25T17:05:31.591" v="365"/>
          <ac:picMkLst>
            <pc:docMk/>
            <pc:sldMk cId="1534691446" sldId="2147479353"/>
            <ac:picMk id="12" creationId="{C44231F8-9EDD-4AC8-A0A5-FD9763C3B0A3}"/>
          </ac:picMkLst>
        </pc:picChg>
      </pc:sldChg>
      <pc:sldChg chg="addSp delSp modSp mod">
        <pc:chgData name="Simran Assi" userId="e151f7e4-8718-480b-bb95-47774b6c3b92" providerId="ADAL" clId="{749F9B51-E4C5-4345-B095-252509EB8F4D}" dt="2025-07-25T16:57:45.981" v="225"/>
        <pc:sldMkLst>
          <pc:docMk/>
          <pc:sldMk cId="920608929" sldId="2147479361"/>
        </pc:sldMkLst>
        <pc:picChg chg="add mod">
          <ac:chgData name="Simran Assi" userId="e151f7e4-8718-480b-bb95-47774b6c3b92" providerId="ADAL" clId="{749F9B51-E4C5-4345-B095-252509EB8F4D}" dt="2025-07-25T16:57:45.981" v="225"/>
          <ac:picMkLst>
            <pc:docMk/>
            <pc:sldMk cId="920608929" sldId="2147479361"/>
            <ac:picMk id="2" creationId="{04A03E38-0F09-B742-C8D9-7547565014B6}"/>
          </ac:picMkLst>
        </pc:picChg>
      </pc:sldChg>
      <pc:sldChg chg="addSp delSp modSp mod">
        <pc:chgData name="Simran Assi" userId="e151f7e4-8718-480b-bb95-47774b6c3b92" providerId="ADAL" clId="{749F9B51-E4C5-4345-B095-252509EB8F4D}" dt="2025-07-25T16:59:13.686" v="257"/>
        <pc:sldMkLst>
          <pc:docMk/>
          <pc:sldMk cId="1278314532" sldId="2147479362"/>
        </pc:sldMkLst>
        <pc:picChg chg="add mod">
          <ac:chgData name="Simran Assi" userId="e151f7e4-8718-480b-bb95-47774b6c3b92" providerId="ADAL" clId="{749F9B51-E4C5-4345-B095-252509EB8F4D}" dt="2025-07-25T16:59:13.686" v="257"/>
          <ac:picMkLst>
            <pc:docMk/>
            <pc:sldMk cId="1278314532" sldId="2147479362"/>
            <ac:picMk id="3" creationId="{11C8F2EA-EEF2-5973-830A-E2BE81F77E1A}"/>
          </ac:picMkLst>
        </pc:picChg>
      </pc:sldChg>
      <pc:sldChg chg="addSp delSp modSp mod">
        <pc:chgData name="Simran Assi" userId="e151f7e4-8718-480b-bb95-47774b6c3b92" providerId="ADAL" clId="{749F9B51-E4C5-4345-B095-252509EB8F4D}" dt="2025-07-25T16:59:21.868" v="259"/>
        <pc:sldMkLst>
          <pc:docMk/>
          <pc:sldMk cId="4009284195" sldId="2147479364"/>
        </pc:sldMkLst>
        <pc:picChg chg="add mod">
          <ac:chgData name="Simran Assi" userId="e151f7e4-8718-480b-bb95-47774b6c3b92" providerId="ADAL" clId="{749F9B51-E4C5-4345-B095-252509EB8F4D}" dt="2025-07-25T16:59:21.868" v="259"/>
          <ac:picMkLst>
            <pc:docMk/>
            <pc:sldMk cId="4009284195" sldId="2147479364"/>
            <ac:picMk id="2" creationId="{1851A90B-C69E-AC6B-A4B0-C181908DDD54}"/>
          </ac:picMkLst>
        </pc:picChg>
      </pc:sldChg>
      <pc:sldChg chg="delSp mod">
        <pc:chgData name="Simran Assi" userId="e151f7e4-8718-480b-bb95-47774b6c3b92" providerId="ADAL" clId="{749F9B51-E4C5-4345-B095-252509EB8F4D}" dt="2025-07-25T16:51:52.409" v="133" actId="478"/>
        <pc:sldMkLst>
          <pc:docMk/>
          <pc:sldMk cId="3600637239" sldId="2147479365"/>
        </pc:sldMkLst>
      </pc:sldChg>
      <pc:sldChg chg="delSp mod">
        <pc:chgData name="Simran Assi" userId="e151f7e4-8718-480b-bb95-47774b6c3b92" providerId="ADAL" clId="{749F9B51-E4C5-4345-B095-252509EB8F4D}" dt="2025-07-25T16:55:02.455" v="170" actId="478"/>
        <pc:sldMkLst>
          <pc:docMk/>
          <pc:sldMk cId="2036013702" sldId="2147479366"/>
        </pc:sldMkLst>
      </pc:sldChg>
      <pc:sldChg chg="addSp delSp modSp mod">
        <pc:chgData name="Simran Assi" userId="e151f7e4-8718-480b-bb95-47774b6c3b92" providerId="ADAL" clId="{749F9B51-E4C5-4345-B095-252509EB8F4D}" dt="2025-07-25T16:55:05.837" v="172"/>
        <pc:sldMkLst>
          <pc:docMk/>
          <pc:sldMk cId="918050534" sldId="2147479368"/>
        </pc:sldMkLst>
        <pc:picChg chg="add mod">
          <ac:chgData name="Simran Assi" userId="e151f7e4-8718-480b-bb95-47774b6c3b92" providerId="ADAL" clId="{749F9B51-E4C5-4345-B095-252509EB8F4D}" dt="2025-07-25T16:55:05.837" v="172"/>
          <ac:picMkLst>
            <pc:docMk/>
            <pc:sldMk cId="918050534" sldId="2147479368"/>
            <ac:picMk id="5" creationId="{2838E00B-10ED-42BC-FF62-C179CAC2E36E}"/>
          </ac:picMkLst>
        </pc:picChg>
      </pc:sldChg>
      <pc:sldChg chg="addSp delSp modSp mod">
        <pc:chgData name="Simran Assi" userId="e151f7e4-8718-480b-bb95-47774b6c3b92" providerId="ADAL" clId="{749F9B51-E4C5-4345-B095-252509EB8F4D}" dt="2025-07-25T16:55:10.020" v="174"/>
        <pc:sldMkLst>
          <pc:docMk/>
          <pc:sldMk cId="742732810" sldId="2147479370"/>
        </pc:sldMkLst>
      </pc:sldChg>
      <pc:sldChg chg="addSp delSp modSp mod">
        <pc:chgData name="Simran Assi" userId="e151f7e4-8718-480b-bb95-47774b6c3b92" providerId="ADAL" clId="{749F9B51-E4C5-4345-B095-252509EB8F4D}" dt="2025-07-25T16:56:48.448" v="198"/>
        <pc:sldMkLst>
          <pc:docMk/>
          <pc:sldMk cId="1726009852" sldId="2147479374"/>
        </pc:sldMkLst>
        <pc:picChg chg="add mod">
          <ac:chgData name="Simran Assi" userId="e151f7e4-8718-480b-bb95-47774b6c3b92" providerId="ADAL" clId="{749F9B51-E4C5-4345-B095-252509EB8F4D}" dt="2025-07-25T16:56:48.448" v="198"/>
          <ac:picMkLst>
            <pc:docMk/>
            <pc:sldMk cId="1726009852" sldId="2147479374"/>
            <ac:picMk id="2" creationId="{3D4C9732-7953-BC6B-B4FA-927133919D9E}"/>
          </ac:picMkLst>
        </pc:picChg>
      </pc:sldChg>
      <pc:sldChg chg="addSp delSp modSp mod">
        <pc:chgData name="Simran Assi" userId="e151f7e4-8718-480b-bb95-47774b6c3b92" providerId="ADAL" clId="{749F9B51-E4C5-4345-B095-252509EB8F4D}" dt="2025-07-25T17:03:18.317" v="326"/>
        <pc:sldMkLst>
          <pc:docMk/>
          <pc:sldMk cId="1605111182" sldId="2147479375"/>
        </pc:sldMkLst>
        <pc:picChg chg="add mod">
          <ac:chgData name="Simran Assi" userId="e151f7e4-8718-480b-bb95-47774b6c3b92" providerId="ADAL" clId="{749F9B51-E4C5-4345-B095-252509EB8F4D}" dt="2025-07-25T17:03:18.317" v="326"/>
          <ac:picMkLst>
            <pc:docMk/>
            <pc:sldMk cId="1605111182" sldId="2147479375"/>
            <ac:picMk id="3" creationId="{6C59FAED-2D37-01AB-3B70-3499D8C24B92}"/>
          </ac:picMkLst>
        </pc:picChg>
      </pc:sldChg>
      <pc:sldChg chg="addSp delSp modSp mod">
        <pc:chgData name="Simran Assi" userId="e151f7e4-8718-480b-bb95-47774b6c3b92" providerId="ADAL" clId="{749F9B51-E4C5-4345-B095-252509EB8F4D}" dt="2025-07-25T16:57:42.466" v="223"/>
        <pc:sldMkLst>
          <pc:docMk/>
          <pc:sldMk cId="2554427537" sldId="2147479377"/>
        </pc:sldMkLst>
        <pc:picChg chg="add mod">
          <ac:chgData name="Simran Assi" userId="e151f7e4-8718-480b-bb95-47774b6c3b92" providerId="ADAL" clId="{749F9B51-E4C5-4345-B095-252509EB8F4D}" dt="2025-07-25T16:57:42.466" v="223"/>
          <ac:picMkLst>
            <pc:docMk/>
            <pc:sldMk cId="2554427537" sldId="2147479377"/>
            <ac:picMk id="2" creationId="{058786E9-0311-69C7-1516-DA91E190BE37}"/>
          </ac:picMkLst>
        </pc:picChg>
      </pc:sldChg>
      <pc:sldChg chg="addSp delSp modSp mod">
        <pc:chgData name="Simran Assi" userId="e151f7e4-8718-480b-bb95-47774b6c3b92" providerId="ADAL" clId="{749F9B51-E4C5-4345-B095-252509EB8F4D}" dt="2025-07-25T16:51:55.880" v="135"/>
        <pc:sldMkLst>
          <pc:docMk/>
          <pc:sldMk cId="1794661818" sldId="2147479385"/>
        </pc:sldMkLst>
        <pc:picChg chg="add mod">
          <ac:chgData name="Simran Assi" userId="e151f7e4-8718-480b-bb95-47774b6c3b92" providerId="ADAL" clId="{749F9B51-E4C5-4345-B095-252509EB8F4D}" dt="2025-07-25T16:51:55.880" v="135"/>
          <ac:picMkLst>
            <pc:docMk/>
            <pc:sldMk cId="1794661818" sldId="2147479385"/>
            <ac:picMk id="4" creationId="{D386E0D7-E8DF-2F25-51F7-7B685235B90B}"/>
          </ac:picMkLst>
        </pc:picChg>
      </pc:sldChg>
      <pc:sldChg chg="addSp delSp modSp mod">
        <pc:chgData name="Simran Assi" userId="e151f7e4-8718-480b-bb95-47774b6c3b92" providerId="ADAL" clId="{749F9B51-E4C5-4345-B095-252509EB8F4D}" dt="2025-07-25T16:51:59.358" v="137"/>
        <pc:sldMkLst>
          <pc:docMk/>
          <pc:sldMk cId="2422115297" sldId="2147479387"/>
        </pc:sldMkLst>
        <pc:picChg chg="add mod">
          <ac:chgData name="Simran Assi" userId="e151f7e4-8718-480b-bb95-47774b6c3b92" providerId="ADAL" clId="{749F9B51-E4C5-4345-B095-252509EB8F4D}" dt="2025-07-25T16:51:59.358" v="137"/>
          <ac:picMkLst>
            <pc:docMk/>
            <pc:sldMk cId="2422115297" sldId="2147479387"/>
            <ac:picMk id="3" creationId="{E623F5B0-2FF8-9067-97F0-8A6199308285}"/>
          </ac:picMkLst>
        </pc:picChg>
      </pc:sldChg>
      <pc:sldChg chg="delSp mod">
        <pc:chgData name="Simran Assi" userId="e151f7e4-8718-480b-bb95-47774b6c3b92" providerId="ADAL" clId="{749F9B51-E4C5-4345-B095-252509EB8F4D}" dt="2025-07-25T16:52:04.510" v="138" actId="478"/>
        <pc:sldMkLst>
          <pc:docMk/>
          <pc:sldMk cId="1321709125" sldId="2147479388"/>
        </pc:sldMkLst>
      </pc:sldChg>
      <pc:sldChg chg="delSp mod">
        <pc:chgData name="Simran Assi" userId="e151f7e4-8718-480b-bb95-47774b6c3b92" providerId="ADAL" clId="{749F9B51-E4C5-4345-B095-252509EB8F4D}" dt="2025-07-25T16:55:18.170" v="177" actId="478"/>
        <pc:sldMkLst>
          <pc:docMk/>
          <pc:sldMk cId="4088881089" sldId="2147479394"/>
        </pc:sldMkLst>
      </pc:sldChg>
      <pc:sldChg chg="delSp mod">
        <pc:chgData name="Simran Assi" userId="e151f7e4-8718-480b-bb95-47774b6c3b92" providerId="ADAL" clId="{749F9B51-E4C5-4345-B095-252509EB8F4D}" dt="2025-07-25T16:55:23.852" v="178" actId="478"/>
        <pc:sldMkLst>
          <pc:docMk/>
          <pc:sldMk cId="156498322" sldId="2147479395"/>
        </pc:sldMkLst>
      </pc:sldChg>
      <pc:sldChg chg="addSp delSp modSp mod">
        <pc:chgData name="Simran Assi" userId="e151f7e4-8718-480b-bb95-47774b6c3b92" providerId="ADAL" clId="{749F9B51-E4C5-4345-B095-252509EB8F4D}" dt="2025-07-25T16:56:45.160" v="196"/>
        <pc:sldMkLst>
          <pc:docMk/>
          <pc:sldMk cId="3041804378" sldId="2147479401"/>
        </pc:sldMkLst>
        <pc:picChg chg="add mod">
          <ac:chgData name="Simran Assi" userId="e151f7e4-8718-480b-bb95-47774b6c3b92" providerId="ADAL" clId="{749F9B51-E4C5-4345-B095-252509EB8F4D}" dt="2025-07-25T16:56:45.160" v="196"/>
          <ac:picMkLst>
            <pc:docMk/>
            <pc:sldMk cId="3041804378" sldId="2147479401"/>
            <ac:picMk id="10" creationId="{3F13CE3E-7B75-D4C1-6D09-F1F936561111}"/>
          </ac:picMkLst>
        </pc:picChg>
      </pc:sldChg>
      <pc:sldChg chg="addSp delSp modSp mod">
        <pc:chgData name="Simran Assi" userId="e151f7e4-8718-480b-bb95-47774b6c3b92" providerId="ADAL" clId="{749F9B51-E4C5-4345-B095-252509EB8F4D}" dt="2025-07-25T17:05:56.396" v="380"/>
        <pc:sldMkLst>
          <pc:docMk/>
          <pc:sldMk cId="2724018024" sldId="2147479411"/>
        </pc:sldMkLst>
        <pc:picChg chg="add mod">
          <ac:chgData name="Simran Assi" userId="e151f7e4-8718-480b-bb95-47774b6c3b92" providerId="ADAL" clId="{749F9B51-E4C5-4345-B095-252509EB8F4D}" dt="2025-07-25T17:05:56.396" v="380"/>
          <ac:picMkLst>
            <pc:docMk/>
            <pc:sldMk cId="2724018024" sldId="2147479411"/>
            <ac:picMk id="10" creationId="{F62A8C30-C1D5-F15B-3D21-A5C6BCC9262C}"/>
          </ac:picMkLst>
        </pc:picChg>
      </pc:sldChg>
      <pc:sldChg chg="addSp delSp modSp mod">
        <pc:chgData name="Simran Assi" userId="e151f7e4-8718-480b-bb95-47774b6c3b92" providerId="ADAL" clId="{749F9B51-E4C5-4345-B095-252509EB8F4D}" dt="2025-07-25T16:58:58.188" v="254"/>
        <pc:sldMkLst>
          <pc:docMk/>
          <pc:sldMk cId="1079403114" sldId="2147479412"/>
        </pc:sldMkLst>
        <pc:picChg chg="add mod">
          <ac:chgData name="Simran Assi" userId="e151f7e4-8718-480b-bb95-47774b6c3b92" providerId="ADAL" clId="{749F9B51-E4C5-4345-B095-252509EB8F4D}" dt="2025-07-25T16:58:58.188" v="254"/>
          <ac:picMkLst>
            <pc:docMk/>
            <pc:sldMk cId="1079403114" sldId="2147479412"/>
            <ac:picMk id="10" creationId="{FEDC26F2-F08A-6B7F-E2F0-F40AE4C679D6}"/>
          </ac:picMkLst>
        </pc:picChg>
      </pc:sldChg>
      <pc:sldChg chg="addSp delSp modSp mod">
        <pc:chgData name="Simran Assi" userId="e151f7e4-8718-480b-bb95-47774b6c3b92" providerId="ADAL" clId="{749F9B51-E4C5-4345-B095-252509EB8F4D}" dt="2025-07-25T16:58:40.792" v="246"/>
        <pc:sldMkLst>
          <pc:docMk/>
          <pc:sldMk cId="1837537294" sldId="2147479413"/>
        </pc:sldMkLst>
        <pc:picChg chg="add mod">
          <ac:chgData name="Simran Assi" userId="e151f7e4-8718-480b-bb95-47774b6c3b92" providerId="ADAL" clId="{749F9B51-E4C5-4345-B095-252509EB8F4D}" dt="2025-07-25T16:58:40.792" v="246"/>
          <ac:picMkLst>
            <pc:docMk/>
            <pc:sldMk cId="1837537294" sldId="2147479413"/>
            <ac:picMk id="2" creationId="{F0651E5E-E8EE-A73C-1C68-F12C82D77ABF}"/>
          </ac:picMkLst>
        </pc:picChg>
      </pc:sldChg>
      <pc:sldChg chg="addSp delSp modSp mod">
        <pc:chgData name="Simran Assi" userId="e151f7e4-8718-480b-bb95-47774b6c3b92" providerId="ADAL" clId="{749F9B51-E4C5-4345-B095-252509EB8F4D}" dt="2025-07-25T16:58:54.015" v="252"/>
        <pc:sldMkLst>
          <pc:docMk/>
          <pc:sldMk cId="2116443092" sldId="2147479414"/>
        </pc:sldMkLst>
        <pc:picChg chg="add mod">
          <ac:chgData name="Simran Assi" userId="e151f7e4-8718-480b-bb95-47774b6c3b92" providerId="ADAL" clId="{749F9B51-E4C5-4345-B095-252509EB8F4D}" dt="2025-07-25T16:58:54.015" v="252"/>
          <ac:picMkLst>
            <pc:docMk/>
            <pc:sldMk cId="2116443092" sldId="2147479414"/>
            <ac:picMk id="2" creationId="{934A8A07-94C2-0505-C0C4-433DA4219686}"/>
          </ac:picMkLst>
        </pc:picChg>
      </pc:sldChg>
      <pc:sldChg chg="addSp delSp modSp mod">
        <pc:chgData name="Simran Assi" userId="e151f7e4-8718-480b-bb95-47774b6c3b92" providerId="ADAL" clId="{749F9B51-E4C5-4345-B095-252509EB8F4D}" dt="2025-07-25T16:58:50.642" v="250"/>
        <pc:sldMkLst>
          <pc:docMk/>
          <pc:sldMk cId="813587989" sldId="2147479419"/>
        </pc:sldMkLst>
        <pc:picChg chg="add mod">
          <ac:chgData name="Simran Assi" userId="e151f7e4-8718-480b-bb95-47774b6c3b92" providerId="ADAL" clId="{749F9B51-E4C5-4345-B095-252509EB8F4D}" dt="2025-07-25T16:58:50.642" v="250"/>
          <ac:picMkLst>
            <pc:docMk/>
            <pc:sldMk cId="813587989" sldId="2147479419"/>
            <ac:picMk id="2" creationId="{5B803920-BCED-8201-1796-0056AB876D2A}"/>
          </ac:picMkLst>
        </pc:picChg>
      </pc:sldChg>
      <pc:sldChg chg="addSp delSp modSp mod">
        <pc:chgData name="Simran Assi" userId="e151f7e4-8718-480b-bb95-47774b6c3b92" providerId="ADAL" clId="{749F9B51-E4C5-4345-B095-252509EB8F4D}" dt="2025-07-25T16:58:44.849" v="248"/>
        <pc:sldMkLst>
          <pc:docMk/>
          <pc:sldMk cId="2884948412" sldId="2147479422"/>
        </pc:sldMkLst>
        <pc:picChg chg="add mod">
          <ac:chgData name="Simran Assi" userId="e151f7e4-8718-480b-bb95-47774b6c3b92" providerId="ADAL" clId="{749F9B51-E4C5-4345-B095-252509EB8F4D}" dt="2025-07-25T16:58:44.849" v="248"/>
          <ac:picMkLst>
            <pc:docMk/>
            <pc:sldMk cId="2884948412" sldId="2147479422"/>
            <ac:picMk id="2" creationId="{9B3CB11D-D6E2-1BAD-ABD7-7BF3E9672F1A}"/>
          </ac:picMkLst>
        </pc:picChg>
      </pc:sldChg>
      <pc:sldChg chg="delSp mod">
        <pc:chgData name="Simran Assi" userId="e151f7e4-8718-480b-bb95-47774b6c3b92" providerId="ADAL" clId="{749F9B51-E4C5-4345-B095-252509EB8F4D}" dt="2025-07-25T16:56:52.128" v="199" actId="478"/>
        <pc:sldMkLst>
          <pc:docMk/>
          <pc:sldMk cId="261960016" sldId="2147479427"/>
        </pc:sldMkLst>
      </pc:sldChg>
      <pc:sldChg chg="delSp mod">
        <pc:chgData name="Simran Assi" userId="e151f7e4-8718-480b-bb95-47774b6c3b92" providerId="ADAL" clId="{749F9B51-E4C5-4345-B095-252509EB8F4D}" dt="2025-07-25T16:59:24.884" v="260" actId="478"/>
        <pc:sldMkLst>
          <pc:docMk/>
          <pc:sldMk cId="2732653988" sldId="2147479428"/>
        </pc:sldMkLst>
      </pc:sldChg>
      <pc:sldChg chg="delSp mod">
        <pc:chgData name="Simran Assi" userId="e151f7e4-8718-480b-bb95-47774b6c3b92" providerId="ADAL" clId="{749F9B51-E4C5-4345-B095-252509EB8F4D}" dt="2025-07-25T17:04:12.724" v="341" actId="478"/>
        <pc:sldMkLst>
          <pc:docMk/>
          <pc:sldMk cId="3184609516" sldId="2147479429"/>
        </pc:sldMkLst>
      </pc:sldChg>
      <pc:sldChg chg="addSp delSp modSp mod">
        <pc:chgData name="Simran Assi" userId="e151f7e4-8718-480b-bb95-47774b6c3b92" providerId="ADAL" clId="{749F9B51-E4C5-4345-B095-252509EB8F4D}" dt="2025-07-25T16:57:11.459" v="209"/>
        <pc:sldMkLst>
          <pc:docMk/>
          <pc:sldMk cId="1316897996" sldId="2147479431"/>
        </pc:sldMkLst>
        <pc:picChg chg="add mod">
          <ac:chgData name="Simran Assi" userId="e151f7e4-8718-480b-bb95-47774b6c3b92" providerId="ADAL" clId="{749F9B51-E4C5-4345-B095-252509EB8F4D}" dt="2025-07-25T16:57:11.459" v="209"/>
          <ac:picMkLst>
            <pc:docMk/>
            <pc:sldMk cId="1316897996" sldId="2147479431"/>
            <ac:picMk id="6" creationId="{80DC7850-C29B-9C4C-BED2-453C4C326B53}"/>
          </ac:picMkLst>
        </pc:picChg>
      </pc:sldChg>
      <pc:sldChg chg="addSp delSp modSp mod">
        <pc:chgData name="Simran Assi" userId="e151f7e4-8718-480b-bb95-47774b6c3b92" providerId="ADAL" clId="{749F9B51-E4C5-4345-B095-252509EB8F4D}" dt="2025-07-25T16:57:14.741" v="211"/>
        <pc:sldMkLst>
          <pc:docMk/>
          <pc:sldMk cId="203187605" sldId="2147479432"/>
        </pc:sldMkLst>
        <pc:picChg chg="add mod">
          <ac:chgData name="Simran Assi" userId="e151f7e4-8718-480b-bb95-47774b6c3b92" providerId="ADAL" clId="{749F9B51-E4C5-4345-B095-252509EB8F4D}" dt="2025-07-25T16:57:14.741" v="211"/>
          <ac:picMkLst>
            <pc:docMk/>
            <pc:sldMk cId="203187605" sldId="2147479432"/>
            <ac:picMk id="6" creationId="{9C93AAA5-41B2-568F-C383-D4EBE0455921}"/>
          </ac:picMkLst>
        </pc:picChg>
      </pc:sldChg>
      <pc:sldChg chg="addSp delSp modSp mod">
        <pc:chgData name="Simran Assi" userId="e151f7e4-8718-480b-bb95-47774b6c3b92" providerId="ADAL" clId="{749F9B51-E4C5-4345-B095-252509EB8F4D}" dt="2025-07-25T16:57:25.354" v="213"/>
        <pc:sldMkLst>
          <pc:docMk/>
          <pc:sldMk cId="1256297021" sldId="2147479433"/>
        </pc:sldMkLst>
        <pc:picChg chg="add mod">
          <ac:chgData name="Simran Assi" userId="e151f7e4-8718-480b-bb95-47774b6c3b92" providerId="ADAL" clId="{749F9B51-E4C5-4345-B095-252509EB8F4D}" dt="2025-07-25T16:57:25.354" v="213"/>
          <ac:picMkLst>
            <pc:docMk/>
            <pc:sldMk cId="1256297021" sldId="2147479433"/>
            <ac:picMk id="6" creationId="{757FD786-A9CC-5971-D22F-0D557C30AC86}"/>
          </ac:picMkLst>
        </pc:picChg>
      </pc:sldChg>
      <pc:sldChg chg="addSp delSp modSp mod">
        <pc:chgData name="Simran Assi" userId="e151f7e4-8718-480b-bb95-47774b6c3b92" providerId="ADAL" clId="{749F9B51-E4C5-4345-B095-252509EB8F4D}" dt="2025-07-25T16:54:10.398" v="156"/>
        <pc:sldMkLst>
          <pc:docMk/>
          <pc:sldMk cId="4021326888" sldId="2147479437"/>
        </pc:sldMkLst>
        <pc:picChg chg="add mod">
          <ac:chgData name="Simran Assi" userId="e151f7e4-8718-480b-bb95-47774b6c3b92" providerId="ADAL" clId="{749F9B51-E4C5-4345-B095-252509EB8F4D}" dt="2025-07-25T16:54:10.398" v="156"/>
          <ac:picMkLst>
            <pc:docMk/>
            <pc:sldMk cId="4021326888" sldId="2147479437"/>
            <ac:picMk id="2" creationId="{1EE06E01-0EE7-DBE8-5539-CBB57E7C570C}"/>
          </ac:picMkLst>
        </pc:picChg>
      </pc:sldChg>
      <pc:sldChg chg="addSp delSp modSp mod">
        <pc:chgData name="Simran Assi" userId="e151f7e4-8718-480b-bb95-47774b6c3b92" providerId="ADAL" clId="{749F9B51-E4C5-4345-B095-252509EB8F4D}" dt="2025-07-25T16:54:14.291" v="158"/>
        <pc:sldMkLst>
          <pc:docMk/>
          <pc:sldMk cId="2224155559" sldId="2147479438"/>
        </pc:sldMkLst>
      </pc:sldChg>
      <pc:sldChg chg="addSp delSp modSp mod">
        <pc:chgData name="Simran Assi" userId="e151f7e4-8718-480b-bb95-47774b6c3b92" providerId="ADAL" clId="{749F9B51-E4C5-4345-B095-252509EB8F4D}" dt="2025-07-25T17:04:15.995" v="343"/>
        <pc:sldMkLst>
          <pc:docMk/>
          <pc:sldMk cId="3654844222" sldId="2147479441"/>
        </pc:sldMkLst>
        <pc:picChg chg="add mod">
          <ac:chgData name="Simran Assi" userId="e151f7e4-8718-480b-bb95-47774b6c3b92" providerId="ADAL" clId="{749F9B51-E4C5-4345-B095-252509EB8F4D}" dt="2025-07-25T17:04:15.995" v="343"/>
          <ac:picMkLst>
            <pc:docMk/>
            <pc:sldMk cId="3654844222" sldId="2147479441"/>
            <ac:picMk id="6" creationId="{AD130D6D-E1AA-4CCB-1729-D0C15DA601CA}"/>
          </ac:picMkLst>
        </pc:picChg>
      </pc:sldChg>
      <pc:sldChg chg="delSp mod">
        <pc:chgData name="Simran Assi" userId="e151f7e4-8718-480b-bb95-47774b6c3b92" providerId="ADAL" clId="{749F9B51-E4C5-4345-B095-252509EB8F4D}" dt="2025-07-25T16:59:29.955" v="261" actId="478"/>
        <pc:sldMkLst>
          <pc:docMk/>
          <pc:sldMk cId="2062517883" sldId="2147479447"/>
        </pc:sldMkLst>
      </pc:sldChg>
      <pc:sldChg chg="addSp delSp modSp mod">
        <pc:chgData name="Simran Assi" userId="e151f7e4-8718-480b-bb95-47774b6c3b92" providerId="ADAL" clId="{749F9B51-E4C5-4345-B095-252509EB8F4D}" dt="2025-07-25T16:59:33.946" v="263"/>
        <pc:sldMkLst>
          <pc:docMk/>
          <pc:sldMk cId="4107999284" sldId="2147479450"/>
        </pc:sldMkLst>
        <pc:picChg chg="add mod">
          <ac:chgData name="Simran Assi" userId="e151f7e4-8718-480b-bb95-47774b6c3b92" providerId="ADAL" clId="{749F9B51-E4C5-4345-B095-252509EB8F4D}" dt="2025-07-25T16:59:33.946" v="263"/>
          <ac:picMkLst>
            <pc:docMk/>
            <pc:sldMk cId="4107999284" sldId="2147479450"/>
            <ac:picMk id="2" creationId="{C371F86C-0D0C-BA22-A1D8-D37DF7A21B33}"/>
          </ac:picMkLst>
        </pc:picChg>
      </pc:sldChg>
      <pc:sldChg chg="addSp delSp modSp mod">
        <pc:chgData name="Simran Assi" userId="e151f7e4-8718-480b-bb95-47774b6c3b92" providerId="ADAL" clId="{749F9B51-E4C5-4345-B095-252509EB8F4D}" dt="2025-07-25T16:59:37.202" v="265"/>
        <pc:sldMkLst>
          <pc:docMk/>
          <pc:sldMk cId="1389812924" sldId="2147479452"/>
        </pc:sldMkLst>
        <pc:picChg chg="add mod">
          <ac:chgData name="Simran Assi" userId="e151f7e4-8718-480b-bb95-47774b6c3b92" providerId="ADAL" clId="{749F9B51-E4C5-4345-B095-252509EB8F4D}" dt="2025-07-25T16:59:37.202" v="265"/>
          <ac:picMkLst>
            <pc:docMk/>
            <pc:sldMk cId="1389812924" sldId="2147479452"/>
            <ac:picMk id="2" creationId="{8D4BCB01-E74C-E67E-23EC-7D43CDAB16B4}"/>
          </ac:picMkLst>
        </pc:picChg>
      </pc:sldChg>
      <pc:sldChg chg="addSp delSp modSp mod">
        <pc:chgData name="Simran Assi" userId="e151f7e4-8718-480b-bb95-47774b6c3b92" providerId="ADAL" clId="{749F9B51-E4C5-4345-B095-252509EB8F4D}" dt="2025-07-25T16:59:43.606" v="267"/>
        <pc:sldMkLst>
          <pc:docMk/>
          <pc:sldMk cId="111539049" sldId="2147479453"/>
        </pc:sldMkLst>
        <pc:picChg chg="add mod">
          <ac:chgData name="Simran Assi" userId="e151f7e4-8718-480b-bb95-47774b6c3b92" providerId="ADAL" clId="{749F9B51-E4C5-4345-B095-252509EB8F4D}" dt="2025-07-25T16:59:43.606" v="267"/>
          <ac:picMkLst>
            <pc:docMk/>
            <pc:sldMk cId="111539049" sldId="2147479453"/>
            <ac:picMk id="2" creationId="{4800235C-1FA0-30EE-A853-76E79960026E}"/>
          </ac:picMkLst>
        </pc:picChg>
      </pc:sldChg>
      <pc:sldChg chg="addSp delSp modSp mod">
        <pc:chgData name="Simran Assi" userId="e151f7e4-8718-480b-bb95-47774b6c3b92" providerId="ADAL" clId="{749F9B51-E4C5-4345-B095-252509EB8F4D}" dt="2025-07-25T16:57:28.478" v="215"/>
        <pc:sldMkLst>
          <pc:docMk/>
          <pc:sldMk cId="837329353" sldId="2147479461"/>
        </pc:sldMkLst>
        <pc:picChg chg="add mod">
          <ac:chgData name="Simran Assi" userId="e151f7e4-8718-480b-bb95-47774b6c3b92" providerId="ADAL" clId="{749F9B51-E4C5-4345-B095-252509EB8F4D}" dt="2025-07-25T16:57:28.478" v="215"/>
          <ac:picMkLst>
            <pc:docMk/>
            <pc:sldMk cId="837329353" sldId="2147479461"/>
            <ac:picMk id="2" creationId="{E88252FF-56B0-9F98-FA90-7DB009D63FD7}"/>
          </ac:picMkLst>
        </pc:picChg>
      </pc:sldChg>
      <pc:sldChg chg="addSp delSp modSp mod">
        <pc:chgData name="Simran Assi" userId="e151f7e4-8718-480b-bb95-47774b6c3b92" providerId="ADAL" clId="{749F9B51-E4C5-4345-B095-252509EB8F4D}" dt="2025-07-25T16:57:00.974" v="203"/>
        <pc:sldMkLst>
          <pc:docMk/>
          <pc:sldMk cId="805081509" sldId="2147479462"/>
        </pc:sldMkLst>
        <pc:picChg chg="add mod">
          <ac:chgData name="Simran Assi" userId="e151f7e4-8718-480b-bb95-47774b6c3b92" providerId="ADAL" clId="{749F9B51-E4C5-4345-B095-252509EB8F4D}" dt="2025-07-25T16:57:00.974" v="203"/>
          <ac:picMkLst>
            <pc:docMk/>
            <pc:sldMk cId="805081509" sldId="2147479462"/>
            <ac:picMk id="2" creationId="{493B54E4-49F3-5DD8-7ADE-BA7526F06B2B}"/>
          </ac:picMkLst>
        </pc:picChg>
      </pc:sldChg>
      <pc:sldChg chg="addSp delSp modSp mod">
        <pc:chgData name="Simran Assi" userId="e151f7e4-8718-480b-bb95-47774b6c3b92" providerId="ADAL" clId="{749F9B51-E4C5-4345-B095-252509EB8F4D}" dt="2025-07-25T16:57:04.719" v="205"/>
        <pc:sldMkLst>
          <pc:docMk/>
          <pc:sldMk cId="1505323649" sldId="2147479463"/>
        </pc:sldMkLst>
      </pc:sldChg>
      <pc:sldChg chg="addSp delSp modSp mod">
        <pc:chgData name="Simran Assi" userId="e151f7e4-8718-480b-bb95-47774b6c3b92" providerId="ADAL" clId="{749F9B51-E4C5-4345-B095-252509EB8F4D}" dt="2025-07-25T16:57:07.944" v="207"/>
        <pc:sldMkLst>
          <pc:docMk/>
          <pc:sldMk cId="3125192748" sldId="2147479464"/>
        </pc:sldMkLst>
      </pc:sldChg>
      <pc:sldChg chg="addSp delSp modSp mod">
        <pc:chgData name="Simran Assi" userId="e151f7e4-8718-480b-bb95-47774b6c3b92" providerId="ADAL" clId="{749F9B51-E4C5-4345-B095-252509EB8F4D}" dt="2025-07-25T17:03:28.149" v="330"/>
        <pc:sldMkLst>
          <pc:docMk/>
          <pc:sldMk cId="1741078845" sldId="2147479466"/>
        </pc:sldMkLst>
      </pc:sldChg>
      <pc:sldChg chg="addSp delSp modSp mod">
        <pc:chgData name="Simran Assi" userId="e151f7e4-8718-480b-bb95-47774b6c3b92" providerId="ADAL" clId="{749F9B51-E4C5-4345-B095-252509EB8F4D}" dt="2025-07-25T17:03:40.925" v="332"/>
        <pc:sldMkLst>
          <pc:docMk/>
          <pc:sldMk cId="106062306" sldId="2147479467"/>
        </pc:sldMkLst>
      </pc:sldChg>
      <pc:sldChg chg="addSp delSp modSp mod">
        <pc:chgData name="Simran Assi" userId="e151f7e4-8718-480b-bb95-47774b6c3b92" providerId="ADAL" clId="{749F9B51-E4C5-4345-B095-252509EB8F4D}" dt="2025-07-25T17:03:44.063" v="334"/>
        <pc:sldMkLst>
          <pc:docMk/>
          <pc:sldMk cId="2674783560" sldId="2147479468"/>
        </pc:sldMkLst>
      </pc:sldChg>
      <pc:sldChg chg="addSp delSp modSp mod">
        <pc:chgData name="Simran Assi" userId="e151f7e4-8718-480b-bb95-47774b6c3b92" providerId="ADAL" clId="{749F9B51-E4C5-4345-B095-252509EB8F4D}" dt="2025-07-25T16:59:51.959" v="271"/>
        <pc:sldMkLst>
          <pc:docMk/>
          <pc:sldMk cId="3493333763" sldId="2147479469"/>
        </pc:sldMkLst>
        <pc:picChg chg="add mod">
          <ac:chgData name="Simran Assi" userId="e151f7e4-8718-480b-bb95-47774b6c3b92" providerId="ADAL" clId="{749F9B51-E4C5-4345-B095-252509EB8F4D}" dt="2025-07-25T16:59:51.959" v="271"/>
          <ac:picMkLst>
            <pc:docMk/>
            <pc:sldMk cId="3493333763" sldId="2147479469"/>
            <ac:picMk id="5" creationId="{A82FDAB2-5759-C44E-7E6B-8BDCB449B17D}"/>
          </ac:picMkLst>
        </pc:picChg>
      </pc:sldChg>
      <pc:sldChg chg="addSp delSp modSp mod">
        <pc:chgData name="Simran Assi" userId="e151f7e4-8718-480b-bb95-47774b6c3b92" providerId="ADAL" clId="{749F9B51-E4C5-4345-B095-252509EB8F4D}" dt="2025-07-25T16:59:48.637" v="269"/>
        <pc:sldMkLst>
          <pc:docMk/>
          <pc:sldMk cId="477269606" sldId="2147479470"/>
        </pc:sldMkLst>
        <pc:picChg chg="add mod">
          <ac:chgData name="Simran Assi" userId="e151f7e4-8718-480b-bb95-47774b6c3b92" providerId="ADAL" clId="{749F9B51-E4C5-4345-B095-252509EB8F4D}" dt="2025-07-25T16:59:48.637" v="269"/>
          <ac:picMkLst>
            <pc:docMk/>
            <pc:sldMk cId="477269606" sldId="2147479470"/>
            <ac:picMk id="5" creationId="{C4241083-44F4-048C-50A6-463435853CB7}"/>
          </ac:picMkLst>
        </pc:picChg>
      </pc:sldChg>
      <pc:sldChg chg="addSp delSp modSp mod">
        <pc:chgData name="Simran Assi" userId="e151f7e4-8718-480b-bb95-47774b6c3b92" providerId="ADAL" clId="{749F9B51-E4C5-4345-B095-252509EB8F4D}" dt="2025-07-25T16:59:57.650" v="273"/>
        <pc:sldMkLst>
          <pc:docMk/>
          <pc:sldMk cId="3102910873" sldId="2147479471"/>
        </pc:sldMkLst>
        <pc:picChg chg="add mod">
          <ac:chgData name="Simran Assi" userId="e151f7e4-8718-480b-bb95-47774b6c3b92" providerId="ADAL" clId="{749F9B51-E4C5-4345-B095-252509EB8F4D}" dt="2025-07-25T16:59:57.650" v="273"/>
          <ac:picMkLst>
            <pc:docMk/>
            <pc:sldMk cId="3102910873" sldId="2147479471"/>
            <ac:picMk id="2" creationId="{FB4863DF-4D86-1A6C-850A-80539347A7C7}"/>
          </ac:picMkLst>
        </pc:picChg>
      </pc:sldChg>
      <pc:sldChg chg="addSp delSp modSp mod">
        <pc:chgData name="Simran Assi" userId="e151f7e4-8718-480b-bb95-47774b6c3b92" providerId="ADAL" clId="{749F9B51-E4C5-4345-B095-252509EB8F4D}" dt="2025-07-25T17:00:00.732" v="275"/>
        <pc:sldMkLst>
          <pc:docMk/>
          <pc:sldMk cId="1982553262" sldId="2147479472"/>
        </pc:sldMkLst>
        <pc:picChg chg="add mod">
          <ac:chgData name="Simran Assi" userId="e151f7e4-8718-480b-bb95-47774b6c3b92" providerId="ADAL" clId="{749F9B51-E4C5-4345-B095-252509EB8F4D}" dt="2025-07-25T17:00:00.732" v="275"/>
          <ac:picMkLst>
            <pc:docMk/>
            <pc:sldMk cId="1982553262" sldId="2147479472"/>
            <ac:picMk id="2" creationId="{915DBC6A-B2DF-A62E-8295-46D9B628E091}"/>
          </ac:picMkLst>
        </pc:picChg>
      </pc:sldChg>
      <pc:sldChg chg="addSp delSp modSp mod">
        <pc:chgData name="Simran Assi" userId="e151f7e4-8718-480b-bb95-47774b6c3b92" providerId="ADAL" clId="{749F9B51-E4C5-4345-B095-252509EB8F4D}" dt="2025-07-25T17:00:04.155" v="277"/>
        <pc:sldMkLst>
          <pc:docMk/>
          <pc:sldMk cId="3769632596" sldId="2147479473"/>
        </pc:sldMkLst>
        <pc:picChg chg="add mod">
          <ac:chgData name="Simran Assi" userId="e151f7e4-8718-480b-bb95-47774b6c3b92" providerId="ADAL" clId="{749F9B51-E4C5-4345-B095-252509EB8F4D}" dt="2025-07-25T17:00:04.155" v="277"/>
          <ac:picMkLst>
            <pc:docMk/>
            <pc:sldMk cId="3769632596" sldId="2147479473"/>
            <ac:picMk id="2" creationId="{58FB403E-2DE5-40F2-1187-B833BC9BAD4E}"/>
          </ac:picMkLst>
        </pc:picChg>
      </pc:sldChg>
      <pc:sldChg chg="addSp delSp modSp mod">
        <pc:chgData name="Simran Assi" userId="e151f7e4-8718-480b-bb95-47774b6c3b92" providerId="ADAL" clId="{749F9B51-E4C5-4345-B095-252509EB8F4D}" dt="2025-07-25T17:04:18.473" v="345"/>
        <pc:sldMkLst>
          <pc:docMk/>
          <pc:sldMk cId="2448645243" sldId="2147479480"/>
        </pc:sldMkLst>
        <pc:picChg chg="add mod">
          <ac:chgData name="Simran Assi" userId="e151f7e4-8718-480b-bb95-47774b6c3b92" providerId="ADAL" clId="{749F9B51-E4C5-4345-B095-252509EB8F4D}" dt="2025-07-25T17:04:18.473" v="345"/>
          <ac:picMkLst>
            <pc:docMk/>
            <pc:sldMk cId="2448645243" sldId="2147479480"/>
            <ac:picMk id="6" creationId="{315E19F8-9360-50EA-74AD-8CFA9BB77DC0}"/>
          </ac:picMkLst>
        </pc:picChg>
      </pc:sldChg>
      <pc:sldChg chg="addSp delSp modSp mod">
        <pc:chgData name="Simran Assi" userId="e151f7e4-8718-480b-bb95-47774b6c3b92" providerId="ADAL" clId="{749F9B51-E4C5-4345-B095-252509EB8F4D}" dt="2025-07-25T17:05:50.429" v="376"/>
        <pc:sldMkLst>
          <pc:docMk/>
          <pc:sldMk cId="1567211616" sldId="2147479481"/>
        </pc:sldMkLst>
      </pc:sldChg>
      <pc:sldChg chg="addSp delSp modSp mod">
        <pc:chgData name="Simran Assi" userId="e151f7e4-8718-480b-bb95-47774b6c3b92" providerId="ADAL" clId="{749F9B51-E4C5-4345-B095-252509EB8F4D}" dt="2025-07-25T17:02:52.447" v="316"/>
        <pc:sldMkLst>
          <pc:docMk/>
          <pc:sldMk cId="1707128475" sldId="2147479482"/>
        </pc:sldMkLst>
        <pc:picChg chg="add mod">
          <ac:chgData name="Simran Assi" userId="e151f7e4-8718-480b-bb95-47774b6c3b92" providerId="ADAL" clId="{749F9B51-E4C5-4345-B095-252509EB8F4D}" dt="2025-07-25T17:02:52.447" v="316"/>
          <ac:picMkLst>
            <pc:docMk/>
            <pc:sldMk cId="1707128475" sldId="2147479482"/>
            <ac:picMk id="6" creationId="{754052F0-1BB8-15FF-166F-FC4216F2925C}"/>
          </ac:picMkLst>
        </pc:picChg>
      </pc:sldChg>
      <pc:sldChg chg="addSp delSp modSp mod">
        <pc:chgData name="Simran Assi" userId="e151f7e4-8718-480b-bb95-47774b6c3b92" providerId="ADAL" clId="{749F9B51-E4C5-4345-B095-252509EB8F4D}" dt="2025-07-25T17:03:13.634" v="324" actId="1038"/>
        <pc:sldMkLst>
          <pc:docMk/>
          <pc:sldMk cId="1018454860" sldId="2147479484"/>
        </pc:sldMkLst>
        <pc:picChg chg="add mod">
          <ac:chgData name="Simran Assi" userId="e151f7e4-8718-480b-bb95-47774b6c3b92" providerId="ADAL" clId="{749F9B51-E4C5-4345-B095-252509EB8F4D}" dt="2025-07-25T17:03:13.634" v="324" actId="1038"/>
          <ac:picMkLst>
            <pc:docMk/>
            <pc:sldMk cId="1018454860" sldId="2147479484"/>
            <ac:picMk id="6" creationId="{75784125-D882-2304-7322-CA6931624C82}"/>
          </ac:picMkLst>
        </pc:picChg>
      </pc:sldChg>
      <pc:sldChg chg="addSp delSp modSp mod">
        <pc:chgData name="Simran Assi" userId="e151f7e4-8718-480b-bb95-47774b6c3b92" providerId="ADAL" clId="{749F9B51-E4C5-4345-B095-252509EB8F4D}" dt="2025-07-25T17:00:07.299" v="279"/>
        <pc:sldMkLst>
          <pc:docMk/>
          <pc:sldMk cId="4155914250" sldId="2147479486"/>
        </pc:sldMkLst>
        <pc:picChg chg="add mod">
          <ac:chgData name="Simran Assi" userId="e151f7e4-8718-480b-bb95-47774b6c3b92" providerId="ADAL" clId="{749F9B51-E4C5-4345-B095-252509EB8F4D}" dt="2025-07-25T17:00:07.299" v="279"/>
          <ac:picMkLst>
            <pc:docMk/>
            <pc:sldMk cId="4155914250" sldId="2147479486"/>
            <ac:picMk id="2" creationId="{23BAB681-2554-FBAB-AA36-B691824CA6C5}"/>
          </ac:picMkLst>
        </pc:picChg>
      </pc:sldChg>
      <pc:sldChg chg="addSp delSp modSp mod">
        <pc:chgData name="Simran Assi" userId="e151f7e4-8718-480b-bb95-47774b6c3b92" providerId="ADAL" clId="{749F9B51-E4C5-4345-B095-252509EB8F4D}" dt="2025-07-25T17:00:12.480" v="281"/>
        <pc:sldMkLst>
          <pc:docMk/>
          <pc:sldMk cId="1362517804" sldId="2147479487"/>
        </pc:sldMkLst>
        <pc:picChg chg="add mod">
          <ac:chgData name="Simran Assi" userId="e151f7e4-8718-480b-bb95-47774b6c3b92" providerId="ADAL" clId="{749F9B51-E4C5-4345-B095-252509EB8F4D}" dt="2025-07-25T17:00:12.480" v="281"/>
          <ac:picMkLst>
            <pc:docMk/>
            <pc:sldMk cId="1362517804" sldId="2147479487"/>
            <ac:picMk id="2" creationId="{73F692D5-ADB2-612E-A456-6CFE3ECECA3B}"/>
          </ac:picMkLst>
        </pc:picChg>
      </pc:sldChg>
      <pc:sldChg chg="addSp delSp modSp mod">
        <pc:chgData name="Simran Assi" userId="e151f7e4-8718-480b-bb95-47774b6c3b92" providerId="ADAL" clId="{749F9B51-E4C5-4345-B095-252509EB8F4D}" dt="2025-07-25T17:05:25.517" v="363"/>
        <pc:sldMkLst>
          <pc:docMk/>
          <pc:sldMk cId="3113532866" sldId="2147479488"/>
        </pc:sldMkLst>
        <pc:picChg chg="add mod">
          <ac:chgData name="Simran Assi" userId="e151f7e4-8718-480b-bb95-47774b6c3b92" providerId="ADAL" clId="{749F9B51-E4C5-4345-B095-252509EB8F4D}" dt="2025-07-25T17:05:25.517" v="363"/>
          <ac:picMkLst>
            <pc:docMk/>
            <pc:sldMk cId="3113532866" sldId="2147479488"/>
            <ac:picMk id="2" creationId="{36783786-9092-7BF4-9115-E971310BCB75}"/>
          </ac:picMkLst>
        </pc:picChg>
      </pc:sldChg>
      <pc:sldChg chg="addSp delSp modSp mod">
        <pc:chgData name="Simran Assi" userId="e151f7e4-8718-480b-bb95-47774b6c3b92" providerId="ADAL" clId="{749F9B51-E4C5-4345-B095-252509EB8F4D}" dt="2025-07-25T17:04:21.030" v="347"/>
        <pc:sldMkLst>
          <pc:docMk/>
          <pc:sldMk cId="3836861059" sldId="2147479489"/>
        </pc:sldMkLst>
        <pc:picChg chg="add mod">
          <ac:chgData name="Simran Assi" userId="e151f7e4-8718-480b-bb95-47774b6c3b92" providerId="ADAL" clId="{749F9B51-E4C5-4345-B095-252509EB8F4D}" dt="2025-07-25T17:04:21.030" v="347"/>
          <ac:picMkLst>
            <pc:docMk/>
            <pc:sldMk cId="3836861059" sldId="2147479489"/>
            <ac:picMk id="2" creationId="{D1BD6A18-8257-58AE-6549-FC0DB790C2F6}"/>
          </ac:picMkLst>
        </pc:picChg>
      </pc:sldChg>
      <pc:sldChg chg="addSp delSp modSp mod">
        <pc:chgData name="Simran Assi" userId="e151f7e4-8718-480b-bb95-47774b6c3b92" providerId="ADAL" clId="{749F9B51-E4C5-4345-B095-252509EB8F4D}" dt="2025-07-25T16:55:27.296" v="180"/>
        <pc:sldMkLst>
          <pc:docMk/>
          <pc:sldMk cId="2579809318" sldId="2147479490"/>
        </pc:sldMkLst>
        <pc:picChg chg="add mod">
          <ac:chgData name="Simran Assi" userId="e151f7e4-8718-480b-bb95-47774b6c3b92" providerId="ADAL" clId="{749F9B51-E4C5-4345-B095-252509EB8F4D}" dt="2025-07-25T16:55:27.296" v="180"/>
          <ac:picMkLst>
            <pc:docMk/>
            <pc:sldMk cId="2579809318" sldId="2147479490"/>
            <ac:picMk id="2" creationId="{121AEF77-AB98-6881-C533-AEC2DB74063C}"/>
          </ac:picMkLst>
        </pc:picChg>
      </pc:sldChg>
      <pc:sldChg chg="addSp delSp modSp mod">
        <pc:chgData name="Simran Assi" userId="e151f7e4-8718-480b-bb95-47774b6c3b92" providerId="ADAL" clId="{749F9B51-E4C5-4345-B095-252509EB8F4D}" dt="2025-07-25T17:00:15.507" v="283"/>
        <pc:sldMkLst>
          <pc:docMk/>
          <pc:sldMk cId="2626204985" sldId="2147479491"/>
        </pc:sldMkLst>
        <pc:picChg chg="add mod">
          <ac:chgData name="Simran Assi" userId="e151f7e4-8718-480b-bb95-47774b6c3b92" providerId="ADAL" clId="{749F9B51-E4C5-4345-B095-252509EB8F4D}" dt="2025-07-25T17:00:15.507" v="283"/>
          <ac:picMkLst>
            <pc:docMk/>
            <pc:sldMk cId="2626204985" sldId="2147479491"/>
            <ac:picMk id="2" creationId="{B7389E84-1EC7-ED87-554F-F2AF03006BA1}"/>
          </ac:picMkLst>
        </pc:picChg>
      </pc:sldChg>
      <pc:sldChg chg="addSp delSp modSp mod">
        <pc:chgData name="Simran Assi" userId="e151f7e4-8718-480b-bb95-47774b6c3b92" providerId="ADAL" clId="{749F9B51-E4C5-4345-B095-252509EB8F4D}" dt="2025-07-25T17:06:09.889" v="386"/>
        <pc:sldMkLst>
          <pc:docMk/>
          <pc:sldMk cId="3455475965" sldId="2147479492"/>
        </pc:sldMkLst>
        <pc:picChg chg="add mod">
          <ac:chgData name="Simran Assi" userId="e151f7e4-8718-480b-bb95-47774b6c3b92" providerId="ADAL" clId="{749F9B51-E4C5-4345-B095-252509EB8F4D}" dt="2025-07-25T17:06:09.889" v="386"/>
          <ac:picMkLst>
            <pc:docMk/>
            <pc:sldMk cId="3455475965" sldId="2147479492"/>
            <ac:picMk id="2" creationId="{9B13BD49-5AA6-5026-CFB9-4B568A52DA9B}"/>
          </ac:picMkLst>
        </pc:picChg>
      </pc:sldChg>
      <pc:sldChg chg="addSp delSp modSp mod">
        <pc:chgData name="Simran Assi" userId="e151f7e4-8718-480b-bb95-47774b6c3b92" providerId="ADAL" clId="{749F9B51-E4C5-4345-B095-252509EB8F4D}" dt="2025-07-25T16:55:30.489" v="182"/>
        <pc:sldMkLst>
          <pc:docMk/>
          <pc:sldMk cId="149238909" sldId="2147479493"/>
        </pc:sldMkLst>
        <pc:picChg chg="add mod">
          <ac:chgData name="Simran Assi" userId="e151f7e4-8718-480b-bb95-47774b6c3b92" providerId="ADAL" clId="{749F9B51-E4C5-4345-B095-252509EB8F4D}" dt="2025-07-25T16:55:30.489" v="182"/>
          <ac:picMkLst>
            <pc:docMk/>
            <pc:sldMk cId="149238909" sldId="2147479493"/>
            <ac:picMk id="2" creationId="{490B9E90-3528-CE7A-4D51-F1EC3EF50364}"/>
          </ac:picMkLst>
        </pc:picChg>
      </pc:sldChg>
      <pc:sldChg chg="addSp delSp modSp mod">
        <pc:chgData name="Simran Assi" userId="e151f7e4-8718-480b-bb95-47774b6c3b92" providerId="ADAL" clId="{749F9B51-E4C5-4345-B095-252509EB8F4D}" dt="2025-07-25T17:00:29.062" v="285"/>
        <pc:sldMkLst>
          <pc:docMk/>
          <pc:sldMk cId="2163324405" sldId="2147479494"/>
        </pc:sldMkLst>
        <pc:picChg chg="add mod">
          <ac:chgData name="Simran Assi" userId="e151f7e4-8718-480b-bb95-47774b6c3b92" providerId="ADAL" clId="{749F9B51-E4C5-4345-B095-252509EB8F4D}" dt="2025-07-25T17:00:29.062" v="285"/>
          <ac:picMkLst>
            <pc:docMk/>
            <pc:sldMk cId="2163324405" sldId="2147479494"/>
            <ac:picMk id="2" creationId="{51C1AE58-69D2-7C96-8D1C-ACECC11F9075}"/>
          </ac:picMkLst>
        </pc:picChg>
      </pc:sldChg>
      <pc:sldChg chg="addSp delSp modSp mod">
        <pc:chgData name="Simran Assi" userId="e151f7e4-8718-480b-bb95-47774b6c3b92" providerId="ADAL" clId="{749F9B51-E4C5-4345-B095-252509EB8F4D}" dt="2025-07-25T17:00:32.556" v="287"/>
        <pc:sldMkLst>
          <pc:docMk/>
          <pc:sldMk cId="463718784" sldId="2147479496"/>
        </pc:sldMkLst>
        <pc:picChg chg="add mod">
          <ac:chgData name="Simran Assi" userId="e151f7e4-8718-480b-bb95-47774b6c3b92" providerId="ADAL" clId="{749F9B51-E4C5-4345-B095-252509EB8F4D}" dt="2025-07-25T17:00:32.556" v="287"/>
          <ac:picMkLst>
            <pc:docMk/>
            <pc:sldMk cId="463718784" sldId="2147479496"/>
            <ac:picMk id="2" creationId="{B9EEB74F-4FB6-A614-3768-FAE8B09750DF}"/>
          </ac:picMkLst>
        </pc:picChg>
      </pc:sldChg>
      <pc:sldChg chg="addSp delSp modSp mod">
        <pc:chgData name="Simran Assi" userId="e151f7e4-8718-480b-bb95-47774b6c3b92" providerId="ADAL" clId="{749F9B51-E4C5-4345-B095-252509EB8F4D}" dt="2025-07-25T17:02:58.625" v="318"/>
        <pc:sldMkLst>
          <pc:docMk/>
          <pc:sldMk cId="19141590" sldId="2147479498"/>
        </pc:sldMkLst>
        <pc:picChg chg="add mod">
          <ac:chgData name="Simran Assi" userId="e151f7e4-8718-480b-bb95-47774b6c3b92" providerId="ADAL" clId="{749F9B51-E4C5-4345-B095-252509EB8F4D}" dt="2025-07-25T17:02:58.625" v="318"/>
          <ac:picMkLst>
            <pc:docMk/>
            <pc:sldMk cId="19141590" sldId="2147479498"/>
            <ac:picMk id="6" creationId="{185B4862-B4E1-5E05-F090-9E1F7C0A9339}"/>
          </ac:picMkLst>
        </pc:picChg>
      </pc:sldChg>
      <pc:sldChg chg="addSp delSp modSp mod">
        <pc:chgData name="Simran Assi" userId="e151f7e4-8718-480b-bb95-47774b6c3b92" providerId="ADAL" clId="{749F9B51-E4C5-4345-B095-252509EB8F4D}" dt="2025-07-25T17:00:36.201" v="289"/>
        <pc:sldMkLst>
          <pc:docMk/>
          <pc:sldMk cId="1439166306" sldId="2147479499"/>
        </pc:sldMkLst>
        <pc:picChg chg="add mod">
          <ac:chgData name="Simran Assi" userId="e151f7e4-8718-480b-bb95-47774b6c3b92" providerId="ADAL" clId="{749F9B51-E4C5-4345-B095-252509EB8F4D}" dt="2025-07-25T17:00:36.201" v="289"/>
          <ac:picMkLst>
            <pc:docMk/>
            <pc:sldMk cId="1439166306" sldId="2147479499"/>
            <ac:picMk id="2" creationId="{704AAC22-2E34-CF54-0AB0-FE91B9F98327}"/>
          </ac:picMkLst>
        </pc:picChg>
      </pc:sldChg>
      <pc:sldChg chg="addSp delSp modSp mod">
        <pc:chgData name="Simran Assi" userId="e151f7e4-8718-480b-bb95-47774b6c3b92" providerId="ADAL" clId="{749F9B51-E4C5-4345-B095-252509EB8F4D}" dt="2025-07-25T17:05:53.628" v="378"/>
        <pc:sldMkLst>
          <pc:docMk/>
          <pc:sldMk cId="2851985226" sldId="2147479500"/>
        </pc:sldMkLst>
      </pc:sldChg>
      <pc:sldChg chg="delSp mod">
        <pc:chgData name="Simran Assi" userId="e151f7e4-8718-480b-bb95-47774b6c3b92" providerId="ADAL" clId="{749F9B51-E4C5-4345-B095-252509EB8F4D}" dt="2025-07-25T16:54:59.726" v="169" actId="478"/>
        <pc:sldMkLst>
          <pc:docMk/>
          <pc:sldMk cId="1695421666" sldId="2147479501"/>
        </pc:sldMkLst>
      </pc:sldChg>
      <pc:sldChg chg="addSp delSp modSp mod">
        <pc:chgData name="Simran Assi" userId="e151f7e4-8718-480b-bb95-47774b6c3b92" providerId="ADAL" clId="{749F9B51-E4C5-4345-B095-252509EB8F4D}" dt="2025-07-25T16:57:31.698" v="217"/>
        <pc:sldMkLst>
          <pc:docMk/>
          <pc:sldMk cId="2764692796" sldId="2147479502"/>
        </pc:sldMkLst>
        <pc:picChg chg="add mod">
          <ac:chgData name="Simran Assi" userId="e151f7e4-8718-480b-bb95-47774b6c3b92" providerId="ADAL" clId="{749F9B51-E4C5-4345-B095-252509EB8F4D}" dt="2025-07-25T16:57:31.698" v="217"/>
          <ac:picMkLst>
            <pc:docMk/>
            <pc:sldMk cId="2764692796" sldId="2147479502"/>
            <ac:picMk id="2" creationId="{0D8B106D-4457-C9A5-BC68-C7C3FFF80039}"/>
          </ac:picMkLst>
        </pc:picChg>
      </pc:sldChg>
      <pc:sldChg chg="addSp delSp modSp mod">
        <pc:chgData name="Simran Assi" userId="e151f7e4-8718-480b-bb95-47774b6c3b92" providerId="ADAL" clId="{749F9B51-E4C5-4345-B095-252509EB8F4D}" dt="2025-07-25T16:58:12.615" v="237"/>
        <pc:sldMkLst>
          <pc:docMk/>
          <pc:sldMk cId="980089988" sldId="2147479503"/>
        </pc:sldMkLst>
        <pc:picChg chg="add mod">
          <ac:chgData name="Simran Assi" userId="e151f7e4-8718-480b-bb95-47774b6c3b92" providerId="ADAL" clId="{749F9B51-E4C5-4345-B095-252509EB8F4D}" dt="2025-07-25T16:58:12.615" v="237"/>
          <ac:picMkLst>
            <pc:docMk/>
            <pc:sldMk cId="980089988" sldId="2147479503"/>
            <ac:picMk id="2" creationId="{92474FC4-70B8-DC7A-2A76-CE85047F427E}"/>
          </ac:picMkLst>
        </pc:picChg>
      </pc:sldChg>
      <pc:sldChg chg="addSp delSp modSp mod">
        <pc:chgData name="Simran Assi" userId="e151f7e4-8718-480b-bb95-47774b6c3b92" providerId="ADAL" clId="{749F9B51-E4C5-4345-B095-252509EB8F4D}" dt="2025-07-25T16:55:14.650" v="176"/>
        <pc:sldMkLst>
          <pc:docMk/>
          <pc:sldMk cId="3331809368" sldId="2147479505"/>
        </pc:sldMkLst>
        <pc:picChg chg="add mod">
          <ac:chgData name="Simran Assi" userId="e151f7e4-8718-480b-bb95-47774b6c3b92" providerId="ADAL" clId="{749F9B51-E4C5-4345-B095-252509EB8F4D}" dt="2025-07-25T16:55:14.650" v="176"/>
          <ac:picMkLst>
            <pc:docMk/>
            <pc:sldMk cId="3331809368" sldId="2147479505"/>
            <ac:picMk id="2" creationId="{2AFB62DF-8C3D-5407-CC9E-B1BDB017E625}"/>
          </ac:picMkLst>
        </pc:picChg>
      </pc:sldChg>
      <pc:sldChg chg="addSp delSp modSp mod">
        <pc:chgData name="Simran Assi" userId="e151f7e4-8718-480b-bb95-47774b6c3b92" providerId="ADAL" clId="{749F9B51-E4C5-4345-B095-252509EB8F4D}" dt="2025-07-25T16:57:49.278" v="227"/>
        <pc:sldMkLst>
          <pc:docMk/>
          <pc:sldMk cId="1571480137" sldId="2147479511"/>
        </pc:sldMkLst>
        <pc:picChg chg="add mod">
          <ac:chgData name="Simran Assi" userId="e151f7e4-8718-480b-bb95-47774b6c3b92" providerId="ADAL" clId="{749F9B51-E4C5-4345-B095-252509EB8F4D}" dt="2025-07-25T16:57:49.278" v="227"/>
          <ac:picMkLst>
            <pc:docMk/>
            <pc:sldMk cId="1571480137" sldId="2147479511"/>
            <ac:picMk id="2" creationId="{B5A94F1C-E120-2399-69AB-074F3628035B}"/>
          </ac:picMkLst>
        </pc:picChg>
      </pc:sldChg>
      <pc:sldChg chg="addSp delSp modSp mod">
        <pc:chgData name="Simran Assi" userId="e151f7e4-8718-480b-bb95-47774b6c3b92" providerId="ADAL" clId="{749F9B51-E4C5-4345-B095-252509EB8F4D}" dt="2025-07-25T16:55:33.675" v="184"/>
        <pc:sldMkLst>
          <pc:docMk/>
          <pc:sldMk cId="2174579948" sldId="2147479512"/>
        </pc:sldMkLst>
        <pc:picChg chg="add mod">
          <ac:chgData name="Simran Assi" userId="e151f7e4-8718-480b-bb95-47774b6c3b92" providerId="ADAL" clId="{749F9B51-E4C5-4345-B095-252509EB8F4D}" dt="2025-07-25T16:55:33.675" v="184"/>
          <ac:picMkLst>
            <pc:docMk/>
            <pc:sldMk cId="2174579948" sldId="2147479512"/>
            <ac:picMk id="2" creationId="{D6CFA5D5-64BA-4DEF-A6E5-E1432E14A72D}"/>
          </ac:picMkLst>
        </pc:picChg>
      </pc:sldChg>
      <pc:sldChg chg="addSp delSp modSp mod">
        <pc:chgData name="Simran Assi" userId="e151f7e4-8718-480b-bb95-47774b6c3b92" providerId="ADAL" clId="{749F9B51-E4C5-4345-B095-252509EB8F4D}" dt="2025-07-25T17:05:47.005" v="374"/>
        <pc:sldMkLst>
          <pc:docMk/>
          <pc:sldMk cId="94735079" sldId="2147479524"/>
        </pc:sldMkLst>
        <pc:picChg chg="add mod">
          <ac:chgData name="Simran Assi" userId="e151f7e4-8718-480b-bb95-47774b6c3b92" providerId="ADAL" clId="{749F9B51-E4C5-4345-B095-252509EB8F4D}" dt="2025-07-25T17:05:47.005" v="374"/>
          <ac:picMkLst>
            <pc:docMk/>
            <pc:sldMk cId="94735079" sldId="2147479524"/>
            <ac:picMk id="6" creationId="{EACC5403-1BA3-A36B-A548-25A0D2F96154}"/>
          </ac:picMkLst>
        </pc:picChg>
      </pc:sldChg>
      <pc:sldChg chg="addSp delSp modSp mod">
        <pc:chgData name="Simran Assi" userId="e151f7e4-8718-480b-bb95-47774b6c3b92" providerId="ADAL" clId="{749F9B51-E4C5-4345-B095-252509EB8F4D}" dt="2025-07-25T16:58:25.569" v="241"/>
        <pc:sldMkLst>
          <pc:docMk/>
          <pc:sldMk cId="2301373155" sldId="2147479526"/>
        </pc:sldMkLst>
        <pc:picChg chg="add mod">
          <ac:chgData name="Simran Assi" userId="e151f7e4-8718-480b-bb95-47774b6c3b92" providerId="ADAL" clId="{749F9B51-E4C5-4345-B095-252509EB8F4D}" dt="2025-07-25T16:58:25.569" v="241"/>
          <ac:picMkLst>
            <pc:docMk/>
            <pc:sldMk cId="2301373155" sldId="2147479526"/>
            <ac:picMk id="10" creationId="{B9A4CBC0-D223-8583-3C1D-59C584F7895A}"/>
          </ac:picMkLst>
        </pc:picChg>
      </pc:sldChg>
      <pc:sldChg chg="addSp delSp modSp mod">
        <pc:chgData name="Simran Assi" userId="e151f7e4-8718-480b-bb95-47774b6c3b92" providerId="ADAL" clId="{749F9B51-E4C5-4345-B095-252509EB8F4D}" dt="2025-07-25T16:58:29.320" v="243"/>
        <pc:sldMkLst>
          <pc:docMk/>
          <pc:sldMk cId="23884284" sldId="2147479527"/>
        </pc:sldMkLst>
        <pc:picChg chg="add mod">
          <ac:chgData name="Simran Assi" userId="e151f7e4-8718-480b-bb95-47774b6c3b92" providerId="ADAL" clId="{749F9B51-E4C5-4345-B095-252509EB8F4D}" dt="2025-07-25T16:58:29.320" v="243"/>
          <ac:picMkLst>
            <pc:docMk/>
            <pc:sldMk cId="23884284" sldId="2147479527"/>
            <ac:picMk id="10" creationId="{A2E0AD93-DD30-5FD7-DEBA-3CCD688B1579}"/>
          </ac:picMkLst>
        </pc:picChg>
      </pc:sldChg>
      <pc:sldChg chg="addSp delSp modSp mod">
        <pc:chgData name="Simran Assi" userId="e151f7e4-8718-480b-bb95-47774b6c3b92" providerId="ADAL" clId="{749F9B51-E4C5-4345-B095-252509EB8F4D}" dt="2025-07-25T16:56:26.983" v="186"/>
        <pc:sldMkLst>
          <pc:docMk/>
          <pc:sldMk cId="2266895892" sldId="2147479532"/>
        </pc:sldMkLst>
        <pc:picChg chg="add mod">
          <ac:chgData name="Simran Assi" userId="e151f7e4-8718-480b-bb95-47774b6c3b92" providerId="ADAL" clId="{749F9B51-E4C5-4345-B095-252509EB8F4D}" dt="2025-07-25T16:56:26.983" v="186"/>
          <ac:picMkLst>
            <pc:docMk/>
            <pc:sldMk cId="2266895892" sldId="2147479532"/>
            <ac:picMk id="2" creationId="{CD339251-A141-3315-B6A9-3ED5E4855E92}"/>
          </ac:picMkLst>
        </pc:picChg>
      </pc:sldChg>
      <pc:sldChg chg="addSp delSp modSp mod">
        <pc:chgData name="Simran Assi" userId="e151f7e4-8718-480b-bb95-47774b6c3b92" providerId="ADAL" clId="{749F9B51-E4C5-4345-B095-252509EB8F4D}" dt="2025-07-25T16:56:29.926" v="188"/>
        <pc:sldMkLst>
          <pc:docMk/>
          <pc:sldMk cId="132680874" sldId="2147479533"/>
        </pc:sldMkLst>
        <pc:picChg chg="add mod">
          <ac:chgData name="Simran Assi" userId="e151f7e4-8718-480b-bb95-47774b6c3b92" providerId="ADAL" clId="{749F9B51-E4C5-4345-B095-252509EB8F4D}" dt="2025-07-25T16:56:29.926" v="188"/>
          <ac:picMkLst>
            <pc:docMk/>
            <pc:sldMk cId="132680874" sldId="2147479533"/>
            <ac:picMk id="2" creationId="{34F34646-3028-8F62-EE68-FE0E06749C59}"/>
          </ac:picMkLst>
        </pc:picChg>
      </pc:sldChg>
      <pc:sldChg chg="addSp delSp modSp mod">
        <pc:chgData name="Simran Assi" userId="e151f7e4-8718-480b-bb95-47774b6c3b92" providerId="ADAL" clId="{749F9B51-E4C5-4345-B095-252509EB8F4D}" dt="2025-07-25T16:58:20.059" v="239"/>
        <pc:sldMkLst>
          <pc:docMk/>
          <pc:sldMk cId="1644467359" sldId="2147479540"/>
        </pc:sldMkLst>
        <pc:picChg chg="add mod">
          <ac:chgData name="Simran Assi" userId="e151f7e4-8718-480b-bb95-47774b6c3b92" providerId="ADAL" clId="{749F9B51-E4C5-4345-B095-252509EB8F4D}" dt="2025-07-25T16:58:20.059" v="239"/>
          <ac:picMkLst>
            <pc:docMk/>
            <pc:sldMk cId="1644467359" sldId="2147479540"/>
            <ac:picMk id="2" creationId="{7F1005E7-E708-FB40-18FF-29159F10B8BC}"/>
          </ac:picMkLst>
        </pc:picChg>
      </pc:sldChg>
      <pc:sldChg chg="addSp delSp modSp mod">
        <pc:chgData name="Simran Assi" userId="e151f7e4-8718-480b-bb95-47774b6c3b92" providerId="ADAL" clId="{749F9B51-E4C5-4345-B095-252509EB8F4D}" dt="2025-07-25T17:05:37.985" v="369"/>
        <pc:sldMkLst>
          <pc:docMk/>
          <pc:sldMk cId="3755891879" sldId="2147479542"/>
        </pc:sldMkLst>
      </pc:sldChg>
      <pc:sldChg chg="delSp mod">
        <pc:chgData name="Simran Assi" userId="e151f7e4-8718-480b-bb95-47774b6c3b92" providerId="ADAL" clId="{749F9B51-E4C5-4345-B095-252509EB8F4D}" dt="2025-07-25T17:05:40.868" v="370" actId="478"/>
        <pc:sldMkLst>
          <pc:docMk/>
          <pc:sldMk cId="3202915565" sldId="2147479557"/>
        </pc:sldMkLst>
      </pc:sldChg>
      <pc:sldChg chg="addSp delSp modSp mod">
        <pc:chgData name="Simran Assi" userId="e151f7e4-8718-480b-bb95-47774b6c3b92" providerId="ADAL" clId="{749F9B51-E4C5-4345-B095-252509EB8F4D}" dt="2025-07-25T16:56:36.565" v="192"/>
        <pc:sldMkLst>
          <pc:docMk/>
          <pc:sldMk cId="3621474675" sldId="2147479567"/>
        </pc:sldMkLst>
        <pc:picChg chg="add mod">
          <ac:chgData name="Simran Assi" userId="e151f7e4-8718-480b-bb95-47774b6c3b92" providerId="ADAL" clId="{749F9B51-E4C5-4345-B095-252509EB8F4D}" dt="2025-07-25T16:56:36.565" v="192"/>
          <ac:picMkLst>
            <pc:docMk/>
            <pc:sldMk cId="3621474675" sldId="2147479567"/>
            <ac:picMk id="10" creationId="{ED3E4318-3776-8835-430E-9F6932F2CD14}"/>
          </ac:picMkLst>
        </pc:picChg>
      </pc:sldChg>
      <pc:sldChg chg="addSp delSp modSp mod">
        <pc:chgData name="Simran Assi" userId="e151f7e4-8718-480b-bb95-47774b6c3b92" providerId="ADAL" clId="{749F9B51-E4C5-4345-B095-252509EB8F4D}" dt="2025-07-25T16:56:33.293" v="190"/>
        <pc:sldMkLst>
          <pc:docMk/>
          <pc:sldMk cId="3377418082" sldId="2147479568"/>
        </pc:sldMkLst>
        <pc:picChg chg="add mod">
          <ac:chgData name="Simran Assi" userId="e151f7e4-8718-480b-bb95-47774b6c3b92" providerId="ADAL" clId="{749F9B51-E4C5-4345-B095-252509EB8F4D}" dt="2025-07-25T16:56:33.293" v="190"/>
          <ac:picMkLst>
            <pc:docMk/>
            <pc:sldMk cId="3377418082" sldId="2147479568"/>
            <ac:picMk id="10" creationId="{C880EE0C-DC89-FDC1-9F9E-976345650AC8}"/>
          </ac:picMkLst>
        </pc:picChg>
      </pc:sldChg>
      <pc:sldChg chg="addSp delSp modSp mod">
        <pc:chgData name="Simran Assi" userId="e151f7e4-8718-480b-bb95-47774b6c3b92" providerId="ADAL" clId="{749F9B51-E4C5-4345-B095-252509EB8F4D}" dt="2025-07-25T16:51:44" v="132"/>
        <pc:sldMkLst>
          <pc:docMk/>
          <pc:sldMk cId="2350588736" sldId="2147479571"/>
        </pc:sldMkLst>
      </pc:sldChg>
      <pc:sldChg chg="addSp delSp modSp mod">
        <pc:chgData name="Simran Assi" userId="e151f7e4-8718-480b-bb95-47774b6c3b92" providerId="ADAL" clId="{749F9B51-E4C5-4345-B095-252509EB8F4D}" dt="2025-07-25T16:51:35.602" v="130"/>
        <pc:sldMkLst>
          <pc:docMk/>
          <pc:sldMk cId="316963358" sldId="2147479573"/>
        </pc:sldMkLst>
        <pc:picChg chg="add mod">
          <ac:chgData name="Simran Assi" userId="e151f7e4-8718-480b-bb95-47774b6c3b92" providerId="ADAL" clId="{749F9B51-E4C5-4345-B095-252509EB8F4D}" dt="2025-07-25T16:51:35.602" v="130"/>
          <ac:picMkLst>
            <pc:docMk/>
            <pc:sldMk cId="316963358" sldId="2147479573"/>
            <ac:picMk id="3" creationId="{D83F9BCE-F25C-2474-27B3-E4B7C99C3108}"/>
          </ac:picMkLst>
        </pc:picChg>
      </pc:sldChg>
      <pc:sldChg chg="addSp delSp modSp mod">
        <pc:chgData name="Simran Assi" userId="e151f7e4-8718-480b-bb95-47774b6c3b92" providerId="ADAL" clId="{749F9B51-E4C5-4345-B095-252509EB8F4D}" dt="2025-07-25T16:56:39.698" v="194"/>
        <pc:sldMkLst>
          <pc:docMk/>
          <pc:sldMk cId="2158920168" sldId="2147479576"/>
        </pc:sldMkLst>
        <pc:picChg chg="add mod">
          <ac:chgData name="Simran Assi" userId="e151f7e4-8718-480b-bb95-47774b6c3b92" providerId="ADAL" clId="{749F9B51-E4C5-4345-B095-252509EB8F4D}" dt="2025-07-25T16:56:39.698" v="194"/>
          <ac:picMkLst>
            <pc:docMk/>
            <pc:sldMk cId="2158920168" sldId="2147479576"/>
            <ac:picMk id="2" creationId="{C8978932-1BFC-67E5-4CDC-722AA4033D51}"/>
          </ac:picMkLst>
        </pc:picChg>
      </pc:sldChg>
      <pc:sldChg chg="addSp modSp mod ord">
        <pc:chgData name="Simran Assi" userId="e151f7e4-8718-480b-bb95-47774b6c3b92" providerId="ADAL" clId="{749F9B51-E4C5-4345-B095-252509EB8F4D}" dt="2025-07-25T17:06:59.717" v="389" actId="1076"/>
        <pc:sldMkLst>
          <pc:docMk/>
          <pc:sldMk cId="3320877082" sldId="2147479589"/>
        </pc:sldMkLst>
      </pc:sldChg>
      <pc:sldChg chg="addSp delSp modSp mod">
        <pc:chgData name="Simran Assi" userId="e151f7e4-8718-480b-bb95-47774b6c3b92" providerId="ADAL" clId="{749F9B51-E4C5-4345-B095-252509EB8F4D}" dt="2025-07-25T17:05:43.924" v="372"/>
        <pc:sldMkLst>
          <pc:docMk/>
          <pc:sldMk cId="3480420896" sldId="2147479592"/>
        </pc:sldMkLst>
      </pc:sldChg>
      <pc:sldChg chg="addSp delSp modSp mod">
        <pc:chgData name="Simran Assi" userId="e151f7e4-8718-480b-bb95-47774b6c3b92" providerId="ADAL" clId="{749F9B51-E4C5-4345-B095-252509EB8F4D}" dt="2025-07-25T16:56:56.633" v="201"/>
        <pc:sldMkLst>
          <pc:docMk/>
          <pc:sldMk cId="4188015934" sldId="2147479598"/>
        </pc:sldMkLst>
        <pc:picChg chg="add mod">
          <ac:chgData name="Simran Assi" userId="e151f7e4-8718-480b-bb95-47774b6c3b92" providerId="ADAL" clId="{749F9B51-E4C5-4345-B095-252509EB8F4D}" dt="2025-07-25T16:56:56.633" v="201"/>
          <ac:picMkLst>
            <pc:docMk/>
            <pc:sldMk cId="4188015934" sldId="2147479598"/>
            <ac:picMk id="2" creationId="{50005507-C5BF-36EE-DDD9-DFE295E04506}"/>
          </ac:picMkLst>
        </pc:picChg>
      </pc:sldChg>
      <pc:sldChg chg="addSp delSp modSp mod">
        <pc:chgData name="Simran Assi" userId="e151f7e4-8718-480b-bb95-47774b6c3b92" providerId="ADAL" clId="{749F9B51-E4C5-4345-B095-252509EB8F4D}" dt="2025-07-25T17:05:34.856" v="367"/>
        <pc:sldMkLst>
          <pc:docMk/>
          <pc:sldMk cId="1948535854" sldId="2147479600"/>
        </pc:sldMkLst>
        <pc:picChg chg="add mod">
          <ac:chgData name="Simran Assi" userId="e151f7e4-8718-480b-bb95-47774b6c3b92" providerId="ADAL" clId="{749F9B51-E4C5-4345-B095-252509EB8F4D}" dt="2025-07-25T17:05:34.856" v="367"/>
          <ac:picMkLst>
            <pc:docMk/>
            <pc:sldMk cId="1948535854" sldId="2147479600"/>
            <ac:picMk id="10" creationId="{B484812B-D029-B640-FC2D-0EDBEB7D9918}"/>
          </ac:picMkLst>
        </pc:picChg>
      </pc:sldChg>
      <pc:sldChg chg="addSp delSp modSp mod">
        <pc:chgData name="Simran Assi" userId="e151f7e4-8718-480b-bb95-47774b6c3b92" providerId="ADAL" clId="{749F9B51-E4C5-4345-B095-252509EB8F4D}" dt="2025-07-25T17:04:05.347" v="338"/>
        <pc:sldMkLst>
          <pc:docMk/>
          <pc:sldMk cId="1528911740" sldId="2147479602"/>
        </pc:sldMkLst>
      </pc:sldChg>
      <pc:sldChg chg="addSp delSp modSp mod">
        <pc:chgData name="Simran Assi" userId="e151f7e4-8718-480b-bb95-47774b6c3b92" providerId="ADAL" clId="{749F9B51-E4C5-4345-B095-252509EB8F4D}" dt="2025-07-25T17:04:08.298" v="340"/>
        <pc:sldMkLst>
          <pc:docMk/>
          <pc:sldMk cId="3569749811" sldId="2147479603"/>
        </pc:sldMkLst>
        <pc:picChg chg="add mod">
          <ac:chgData name="Simran Assi" userId="e151f7e4-8718-480b-bb95-47774b6c3b92" providerId="ADAL" clId="{749F9B51-E4C5-4345-B095-252509EB8F4D}" dt="2025-07-25T17:04:08.298" v="340"/>
          <ac:picMkLst>
            <pc:docMk/>
            <pc:sldMk cId="3569749811" sldId="2147479603"/>
            <ac:picMk id="3" creationId="{6CD11B62-8B6B-C4C8-CA8F-9761A7E0C675}"/>
          </ac:picMkLst>
        </pc:picChg>
      </pc:sldChg>
      <pc:sldChg chg="addSp modSp">
        <pc:chgData name="Simran Assi" userId="e151f7e4-8718-480b-bb95-47774b6c3b92" providerId="ADAL" clId="{749F9B51-E4C5-4345-B095-252509EB8F4D}" dt="2025-07-25T16:58:00.819" v="232"/>
        <pc:sldMkLst>
          <pc:docMk/>
          <pc:sldMk cId="3201358165" sldId="2147479607"/>
        </pc:sldMkLst>
      </pc:sldChg>
      <pc:sldChg chg="addSp delSp modSp mod">
        <pc:chgData name="Simran Assi" userId="e151f7e4-8718-480b-bb95-47774b6c3b92" providerId="ADAL" clId="{749F9B51-E4C5-4345-B095-252509EB8F4D}" dt="2025-07-25T16:58:08.366" v="235"/>
        <pc:sldMkLst>
          <pc:docMk/>
          <pc:sldMk cId="4257484618" sldId="2147479608"/>
        </pc:sldMkLst>
        <pc:picChg chg="add mod">
          <ac:chgData name="Simran Assi" userId="e151f7e4-8718-480b-bb95-47774b6c3b92" providerId="ADAL" clId="{749F9B51-E4C5-4345-B095-252509EB8F4D}" dt="2025-07-25T16:58:08.366" v="235"/>
          <ac:picMkLst>
            <pc:docMk/>
            <pc:sldMk cId="4257484618" sldId="2147479608"/>
            <ac:picMk id="12" creationId="{081B650E-6B1F-A1BF-796F-D348E064F609}"/>
          </ac:picMkLst>
        </pc:picChg>
      </pc:sldChg>
      <pc:sldChg chg="addSp modSp">
        <pc:chgData name="Simran Assi" userId="e151f7e4-8718-480b-bb95-47774b6c3b92" providerId="ADAL" clId="{749F9B51-E4C5-4345-B095-252509EB8F4D}" dt="2025-07-25T16:58:04.840" v="233"/>
        <pc:sldMkLst>
          <pc:docMk/>
          <pc:sldMk cId="671507804" sldId="2147479609"/>
        </pc:sldMkLst>
      </pc:sldChg>
      <pc:sldChg chg="delSp mod">
        <pc:chgData name="Simran Assi" userId="e151f7e4-8718-480b-bb95-47774b6c3b92" providerId="ADAL" clId="{749F9B51-E4C5-4345-B095-252509EB8F4D}" dt="2025-07-25T16:59:02.317" v="255" actId="478"/>
        <pc:sldMkLst>
          <pc:docMk/>
          <pc:sldMk cId="4105251342" sldId="2147479610"/>
        </pc:sldMkLst>
      </pc:sldChg>
      <pc:sldMasterChg chg="modSldLayout">
        <pc:chgData name="Simran Assi" userId="e151f7e4-8718-480b-bb95-47774b6c3b92" providerId="ADAL" clId="{749F9B51-E4C5-4345-B095-252509EB8F4D}" dt="2025-07-25T17:01:56.842" v="303" actId="1076"/>
        <pc:sldMasterMkLst>
          <pc:docMk/>
          <pc:sldMasterMk cId="1364348607" sldId="2147483662"/>
        </pc:sldMasterMkLst>
        <pc:sldLayoutChg chg="addSp delSp modSp mod">
          <pc:chgData name="Simran Assi" userId="e151f7e4-8718-480b-bb95-47774b6c3b92" providerId="ADAL" clId="{749F9B51-E4C5-4345-B095-252509EB8F4D}" dt="2025-07-25T16:53:56.834" v="152"/>
          <pc:sldLayoutMkLst>
            <pc:docMk/>
            <pc:sldMasterMk cId="4217046314" sldId="2147483906"/>
            <pc:sldLayoutMk cId="2938323642" sldId="2147483687"/>
          </pc:sldLayoutMkLst>
          <pc:picChg chg="add mod">
            <ac:chgData name="Simran Assi" userId="e151f7e4-8718-480b-bb95-47774b6c3b92" providerId="ADAL" clId="{749F9B51-E4C5-4345-B095-252509EB8F4D}" dt="2025-07-25T16:53:56.834" v="152"/>
            <ac:picMkLst>
              <pc:docMk/>
              <pc:sldMasterMk cId="4217046314" sldId="2147483906"/>
              <pc:sldLayoutMk cId="2938323642" sldId="2147483687"/>
              <ac:picMk id="13" creationId="{5AE94439-CFDE-5A56-55C9-6F3011B3101C}"/>
            </ac:picMkLst>
          </pc:picChg>
        </pc:sldLayoutChg>
        <pc:sldLayoutChg chg="addSp delSp modSp mod">
          <pc:chgData name="Simran Assi" userId="e151f7e4-8718-480b-bb95-47774b6c3b92" providerId="ADAL" clId="{749F9B51-E4C5-4345-B095-252509EB8F4D}" dt="2025-07-25T17:01:56.842" v="303" actId="1076"/>
          <pc:sldLayoutMkLst>
            <pc:docMk/>
            <pc:sldMasterMk cId="4217046314" sldId="2147483906"/>
            <pc:sldLayoutMk cId="1203263139" sldId="2147483689"/>
          </pc:sldLayoutMkLst>
          <pc:spChg chg="mod">
            <ac:chgData name="Simran Assi" userId="e151f7e4-8718-480b-bb95-47774b6c3b92" providerId="ADAL" clId="{749F9B51-E4C5-4345-B095-252509EB8F4D}" dt="2025-07-25T17:01:56.842" v="303" actId="1076"/>
            <ac:spMkLst>
              <pc:docMk/>
              <pc:sldMasterMk cId="4217046314" sldId="2147483906"/>
              <pc:sldLayoutMk cId="1203263139" sldId="2147483689"/>
              <ac:spMk id="4" creationId="{B7047BD2-BD9B-0AB9-DC4F-F952B004413A}"/>
            </ac:spMkLst>
          </pc:spChg>
          <pc:picChg chg="add mod">
            <ac:chgData name="Simran Assi" userId="e151f7e4-8718-480b-bb95-47774b6c3b92" providerId="ADAL" clId="{749F9B51-E4C5-4345-B095-252509EB8F4D}" dt="2025-07-25T16:54:04.556" v="154"/>
            <ac:picMkLst>
              <pc:docMk/>
              <pc:sldMasterMk cId="4217046314" sldId="2147483906"/>
              <pc:sldLayoutMk cId="1203263139" sldId="2147483689"/>
              <ac:picMk id="14" creationId="{B6AE31A1-CA68-C532-BAF8-42718B5B92D8}"/>
            </ac:picMkLst>
          </pc:picChg>
        </pc:sldLayoutChg>
        <pc:sldLayoutChg chg="addSp delSp modSp mod">
          <pc:chgData name="Simran Assi" userId="e151f7e4-8718-480b-bb95-47774b6c3b92" providerId="ADAL" clId="{749F9B51-E4C5-4345-B095-252509EB8F4D}" dt="2025-07-25T16:50:24.793" v="105"/>
          <pc:sldLayoutMkLst>
            <pc:docMk/>
            <pc:sldMasterMk cId="1364348607" sldId="2147483662"/>
            <pc:sldLayoutMk cId="2640700005" sldId="2147483691"/>
          </pc:sldLayoutMkLst>
        </pc:sldLayoutChg>
        <pc:sldLayoutChg chg="addSp delSp modSp mod">
          <pc:chgData name="Simran Assi" userId="e151f7e4-8718-480b-bb95-47774b6c3b92" providerId="ADAL" clId="{749F9B51-E4C5-4345-B095-252509EB8F4D}" dt="2025-07-25T16:54:23.238" v="160"/>
          <pc:sldLayoutMkLst>
            <pc:docMk/>
            <pc:sldMasterMk cId="1364348607" sldId="2147483662"/>
            <pc:sldLayoutMk cId="2529823" sldId="2147483693"/>
          </pc:sldLayoutMkLst>
        </pc:sldLayoutChg>
        <pc:sldLayoutChg chg="addSp delSp modSp mod">
          <pc:chgData name="Simran Assi" userId="e151f7e4-8718-480b-bb95-47774b6c3b92" providerId="ADAL" clId="{749F9B51-E4C5-4345-B095-252509EB8F4D}" dt="2025-07-25T16:51:03.704" v="116"/>
          <pc:sldLayoutMkLst>
            <pc:docMk/>
            <pc:sldMasterMk cId="4217046314" sldId="2147483906"/>
            <pc:sldLayoutMk cId="2647005706" sldId="2147483831"/>
          </pc:sldLayoutMkLst>
          <pc:picChg chg="add mod">
            <ac:chgData name="Simran Assi" userId="e151f7e4-8718-480b-bb95-47774b6c3b92" providerId="ADAL" clId="{749F9B51-E4C5-4345-B095-252509EB8F4D}" dt="2025-07-25T16:51:03.704" v="116"/>
            <ac:picMkLst>
              <pc:docMk/>
              <pc:sldMasterMk cId="4217046314" sldId="2147483906"/>
              <pc:sldLayoutMk cId="2647005706" sldId="2147483831"/>
              <ac:picMk id="5" creationId="{7E18E9C9-43F3-F124-F5E0-53EB78736CD8}"/>
            </ac:picMkLst>
          </pc:picChg>
        </pc:sldLayoutChg>
        <pc:sldLayoutChg chg="addSp delSp modSp mod">
          <pc:chgData name="Simran Assi" userId="e151f7e4-8718-480b-bb95-47774b6c3b92" providerId="ADAL" clId="{749F9B51-E4C5-4345-B095-252509EB8F4D}" dt="2025-07-25T16:50:51.311" v="113" actId="14100"/>
          <pc:sldLayoutMkLst>
            <pc:docMk/>
            <pc:sldMasterMk cId="4217046314" sldId="2147483906"/>
            <pc:sldLayoutMk cId="3598100364" sldId="2147483862"/>
          </pc:sldLayoutMkLst>
          <pc:picChg chg="add mod">
            <ac:chgData name="Simran Assi" userId="e151f7e4-8718-480b-bb95-47774b6c3b92" providerId="ADAL" clId="{749F9B51-E4C5-4345-B095-252509EB8F4D}" dt="2025-07-25T16:50:51.311" v="113" actId="14100"/>
            <ac:picMkLst>
              <pc:docMk/>
              <pc:sldMasterMk cId="4217046314" sldId="2147483906"/>
              <pc:sldLayoutMk cId="3598100364" sldId="2147483862"/>
              <ac:picMk id="4" creationId="{E2D51581-CDA5-2FC7-8380-088974B61544}"/>
            </ac:picMkLst>
          </pc:picChg>
        </pc:sldLayoutChg>
        <pc:sldLayoutChg chg="addSp delSp modSp mod">
          <pc:chgData name="Simran Assi" userId="e151f7e4-8718-480b-bb95-47774b6c3b92" providerId="ADAL" clId="{749F9B51-E4C5-4345-B095-252509EB8F4D}" dt="2025-07-25T16:51:11.696" v="120" actId="1038"/>
          <pc:sldLayoutMkLst>
            <pc:docMk/>
            <pc:sldMasterMk cId="1364348607" sldId="2147483662"/>
            <pc:sldLayoutMk cId="3552973832" sldId="2147483869"/>
          </pc:sldLayoutMkLst>
        </pc:sldLayoutChg>
        <pc:sldLayoutChg chg="addSp delSp modSp mod">
          <pc:chgData name="Simran Assi" userId="e151f7e4-8718-480b-bb95-47774b6c3b92" providerId="ADAL" clId="{749F9B51-E4C5-4345-B095-252509EB8F4D}" dt="2025-07-25T16:51:15.171" v="122"/>
          <pc:sldLayoutMkLst>
            <pc:docMk/>
            <pc:sldMasterMk cId="4217046314" sldId="2147483906"/>
            <pc:sldLayoutMk cId="34649905" sldId="2147483870"/>
          </pc:sldLayoutMkLst>
          <pc:picChg chg="add mod">
            <ac:chgData name="Simran Assi" userId="e151f7e4-8718-480b-bb95-47774b6c3b92" providerId="ADAL" clId="{749F9B51-E4C5-4345-B095-252509EB8F4D}" dt="2025-07-25T16:51:15.171" v="122"/>
            <ac:picMkLst>
              <pc:docMk/>
              <pc:sldMasterMk cId="4217046314" sldId="2147483906"/>
              <pc:sldLayoutMk cId="34649905" sldId="2147483870"/>
              <ac:picMk id="8" creationId="{7CA70176-8AEF-822C-0C01-1B940E5EF64C}"/>
            </ac:picMkLst>
          </pc:picChg>
        </pc:sldLayoutChg>
        <pc:sldLayoutChg chg="addSp delSp modSp mod">
          <pc:chgData name="Simran Assi" userId="e151f7e4-8718-480b-bb95-47774b6c3b92" providerId="ADAL" clId="{749F9B51-E4C5-4345-B095-252509EB8F4D}" dt="2025-07-25T16:51:19.121" v="126" actId="1037"/>
          <pc:sldLayoutMkLst>
            <pc:docMk/>
            <pc:sldMasterMk cId="1364348607" sldId="2147483662"/>
            <pc:sldLayoutMk cId="3730812556" sldId="2147483871"/>
          </pc:sldLayoutMkLst>
        </pc:sldLayoutChg>
        <pc:sldLayoutChg chg="addSp delSp modSp mod">
          <pc:chgData name="Simran Assi" userId="e151f7e4-8718-480b-bb95-47774b6c3b92" providerId="ADAL" clId="{749F9B51-E4C5-4345-B095-252509EB8F4D}" dt="2025-07-25T16:53:39.404" v="150"/>
          <pc:sldLayoutMkLst>
            <pc:docMk/>
            <pc:sldMasterMk cId="1364348607" sldId="2147483662"/>
            <pc:sldLayoutMk cId="1084136063" sldId="2147483872"/>
          </pc:sldLayoutMkLst>
        </pc:sldLayoutChg>
        <pc:sldLayoutChg chg="addSp delSp modSp mod">
          <pc:chgData name="Simran Assi" userId="e151f7e4-8718-480b-bb95-47774b6c3b92" providerId="ADAL" clId="{749F9B51-E4C5-4345-B095-252509EB8F4D}" dt="2025-07-25T16:52:34.491" v="143" actId="14100"/>
          <pc:sldLayoutMkLst>
            <pc:docMk/>
            <pc:sldMasterMk cId="4217046314" sldId="2147483906"/>
            <pc:sldLayoutMk cId="338512057" sldId="2147483873"/>
          </pc:sldLayoutMkLst>
          <pc:picChg chg="add mod">
            <ac:chgData name="Simran Assi" userId="e151f7e4-8718-480b-bb95-47774b6c3b92" providerId="ADAL" clId="{749F9B51-E4C5-4345-B095-252509EB8F4D}" dt="2025-07-25T16:52:34.491" v="143" actId="14100"/>
            <ac:picMkLst>
              <pc:docMk/>
              <pc:sldMasterMk cId="4217046314" sldId="2147483906"/>
              <pc:sldLayoutMk cId="338512057" sldId="2147483873"/>
              <ac:picMk id="5" creationId="{81006C8D-CCA8-D8CD-159B-47D2C7FF79F7}"/>
            </ac:picMkLst>
          </pc:picChg>
        </pc:sldLayoutChg>
        <pc:sldLayoutChg chg="addSp delSp modSp mod">
          <pc:chgData name="Simran Assi" userId="e151f7e4-8718-480b-bb95-47774b6c3b92" providerId="ADAL" clId="{749F9B51-E4C5-4345-B095-252509EB8F4D}" dt="2025-07-25T16:51:25.804" v="128"/>
          <pc:sldLayoutMkLst>
            <pc:docMk/>
            <pc:sldMasterMk cId="4217046314" sldId="2147483906"/>
            <pc:sldLayoutMk cId="3558053481" sldId="2147483903"/>
          </pc:sldLayoutMkLst>
          <pc:picChg chg="add mod">
            <ac:chgData name="Simran Assi" userId="e151f7e4-8718-480b-bb95-47774b6c3b92" providerId="ADAL" clId="{749F9B51-E4C5-4345-B095-252509EB8F4D}" dt="2025-07-25T16:51:25.804" v="128"/>
            <ac:picMkLst>
              <pc:docMk/>
              <pc:sldMasterMk cId="4217046314" sldId="2147483906"/>
              <pc:sldLayoutMk cId="3558053481" sldId="2147483903"/>
              <ac:picMk id="4" creationId="{F8C9036F-DD79-5EE8-CAB2-6C4D72D15669}"/>
            </ac:picMkLst>
          </pc:picChg>
        </pc:sldLayoutChg>
      </pc:sldMasterChg>
      <pc:sldMasterChg chg="modSldLayout">
        <pc:chgData name="Simran Assi" userId="e151f7e4-8718-480b-bb95-47774b6c3b92" providerId="ADAL" clId="{749F9B51-E4C5-4345-B095-252509EB8F4D}" dt="2025-07-25T16:47:22.702" v="59" actId="1076"/>
        <pc:sldMasterMkLst>
          <pc:docMk/>
          <pc:sldMasterMk cId="3360363808" sldId="2147483719"/>
        </pc:sldMasterMkLst>
        <pc:sldLayoutChg chg="addSp delSp modSp mod">
          <pc:chgData name="Simran Assi" userId="e151f7e4-8718-480b-bb95-47774b6c3b92" providerId="ADAL" clId="{749F9B51-E4C5-4345-B095-252509EB8F4D}" dt="2025-07-25T16:45:38.509" v="34"/>
          <pc:sldLayoutMkLst>
            <pc:docMk/>
            <pc:sldMasterMk cId="3360363808" sldId="2147483719"/>
            <pc:sldLayoutMk cId="2763253267" sldId="2147483720"/>
          </pc:sldLayoutMkLst>
        </pc:sldLayoutChg>
        <pc:sldLayoutChg chg="addSp delSp modSp mod">
          <pc:chgData name="Simran Assi" userId="e151f7e4-8718-480b-bb95-47774b6c3b92" providerId="ADAL" clId="{749F9B51-E4C5-4345-B095-252509EB8F4D}" dt="2025-07-25T16:45:41.649" v="36"/>
          <pc:sldLayoutMkLst>
            <pc:docMk/>
            <pc:sldMasterMk cId="3360363808" sldId="2147483719"/>
            <pc:sldLayoutMk cId="2866075767" sldId="2147483721"/>
          </pc:sldLayoutMkLst>
        </pc:sldLayoutChg>
        <pc:sldLayoutChg chg="addSp delSp modSp mod">
          <pc:chgData name="Simran Assi" userId="e151f7e4-8718-480b-bb95-47774b6c3b92" providerId="ADAL" clId="{749F9B51-E4C5-4345-B095-252509EB8F4D}" dt="2025-07-25T16:45:44.648" v="38"/>
          <pc:sldLayoutMkLst>
            <pc:docMk/>
            <pc:sldMasterMk cId="3360363808" sldId="2147483719"/>
            <pc:sldLayoutMk cId="3184635785" sldId="2147483722"/>
          </pc:sldLayoutMkLst>
        </pc:sldLayoutChg>
        <pc:sldLayoutChg chg="addSp delSp modSp mod">
          <pc:chgData name="Simran Assi" userId="e151f7e4-8718-480b-bb95-47774b6c3b92" providerId="ADAL" clId="{749F9B51-E4C5-4345-B095-252509EB8F4D}" dt="2025-07-25T16:44:35.107" v="12" actId="1076"/>
          <pc:sldLayoutMkLst>
            <pc:docMk/>
            <pc:sldMasterMk cId="3360363808" sldId="2147483719"/>
            <pc:sldLayoutMk cId="3254549849" sldId="2147483723"/>
          </pc:sldLayoutMkLst>
        </pc:sldLayoutChg>
        <pc:sldLayoutChg chg="addSp delSp modSp mod">
          <pc:chgData name="Simran Assi" userId="e151f7e4-8718-480b-bb95-47774b6c3b92" providerId="ADAL" clId="{749F9B51-E4C5-4345-B095-252509EB8F4D}" dt="2025-07-25T16:44:57.236" v="14"/>
          <pc:sldLayoutMkLst>
            <pc:docMk/>
            <pc:sldMasterMk cId="3360363808" sldId="2147483719"/>
            <pc:sldLayoutMk cId="2191929287" sldId="2147483724"/>
          </pc:sldLayoutMkLst>
        </pc:sldLayoutChg>
        <pc:sldLayoutChg chg="addSp delSp modSp mod">
          <pc:chgData name="Simran Assi" userId="e151f7e4-8718-480b-bb95-47774b6c3b92" providerId="ADAL" clId="{749F9B51-E4C5-4345-B095-252509EB8F4D}" dt="2025-07-25T16:45:00.251" v="16"/>
          <pc:sldLayoutMkLst>
            <pc:docMk/>
            <pc:sldMasterMk cId="3360363808" sldId="2147483719"/>
            <pc:sldLayoutMk cId="3545244477" sldId="2147483725"/>
          </pc:sldLayoutMkLst>
        </pc:sldLayoutChg>
        <pc:sldLayoutChg chg="addSp delSp modSp mod">
          <pc:chgData name="Simran Assi" userId="e151f7e4-8718-480b-bb95-47774b6c3b92" providerId="ADAL" clId="{749F9B51-E4C5-4345-B095-252509EB8F4D}" dt="2025-07-25T16:45:02.882" v="18"/>
          <pc:sldLayoutMkLst>
            <pc:docMk/>
            <pc:sldMasterMk cId="3360363808" sldId="2147483719"/>
            <pc:sldLayoutMk cId="2003751198" sldId="2147483726"/>
          </pc:sldLayoutMkLst>
        </pc:sldLayoutChg>
        <pc:sldLayoutChg chg="addSp delSp modSp mod">
          <pc:chgData name="Simran Assi" userId="e151f7e4-8718-480b-bb95-47774b6c3b92" providerId="ADAL" clId="{749F9B51-E4C5-4345-B095-252509EB8F4D}" dt="2025-07-25T16:45:07.060" v="20"/>
          <pc:sldLayoutMkLst>
            <pc:docMk/>
            <pc:sldMasterMk cId="3360363808" sldId="2147483719"/>
            <pc:sldLayoutMk cId="3404633245" sldId="2147483727"/>
          </pc:sldLayoutMkLst>
        </pc:sldLayoutChg>
        <pc:sldLayoutChg chg="addSp delSp modSp mod">
          <pc:chgData name="Simran Assi" userId="e151f7e4-8718-480b-bb95-47774b6c3b92" providerId="ADAL" clId="{749F9B51-E4C5-4345-B095-252509EB8F4D}" dt="2025-07-25T16:45:11.184" v="22"/>
          <pc:sldLayoutMkLst>
            <pc:docMk/>
            <pc:sldMasterMk cId="3360363808" sldId="2147483719"/>
            <pc:sldLayoutMk cId="1831324840" sldId="2147483728"/>
          </pc:sldLayoutMkLst>
        </pc:sldLayoutChg>
        <pc:sldLayoutChg chg="addSp delSp modSp mod">
          <pc:chgData name="Simran Assi" userId="e151f7e4-8718-480b-bb95-47774b6c3b92" providerId="ADAL" clId="{749F9B51-E4C5-4345-B095-252509EB8F4D}" dt="2025-07-25T16:45:16.514" v="24"/>
          <pc:sldLayoutMkLst>
            <pc:docMk/>
            <pc:sldMasterMk cId="3360363808" sldId="2147483719"/>
            <pc:sldLayoutMk cId="3731690678" sldId="2147483729"/>
          </pc:sldLayoutMkLst>
        </pc:sldLayoutChg>
        <pc:sldLayoutChg chg="addSp delSp modSp mod">
          <pc:chgData name="Simran Assi" userId="e151f7e4-8718-480b-bb95-47774b6c3b92" providerId="ADAL" clId="{749F9B51-E4C5-4345-B095-252509EB8F4D}" dt="2025-07-25T16:45:19.420" v="26"/>
          <pc:sldLayoutMkLst>
            <pc:docMk/>
            <pc:sldMasterMk cId="3360363808" sldId="2147483719"/>
            <pc:sldLayoutMk cId="3709386995" sldId="2147483730"/>
          </pc:sldLayoutMkLst>
        </pc:sldLayoutChg>
        <pc:sldLayoutChg chg="addSp delSp modSp mod">
          <pc:chgData name="Simran Assi" userId="e151f7e4-8718-480b-bb95-47774b6c3b92" providerId="ADAL" clId="{749F9B51-E4C5-4345-B095-252509EB8F4D}" dt="2025-07-25T16:45:24.623" v="28"/>
          <pc:sldLayoutMkLst>
            <pc:docMk/>
            <pc:sldMasterMk cId="3360363808" sldId="2147483719"/>
            <pc:sldLayoutMk cId="3113698878" sldId="2147483731"/>
          </pc:sldLayoutMkLst>
        </pc:sldLayoutChg>
        <pc:sldLayoutChg chg="addSp delSp modSp mod">
          <pc:chgData name="Simran Assi" userId="e151f7e4-8718-480b-bb95-47774b6c3b92" providerId="ADAL" clId="{749F9B51-E4C5-4345-B095-252509EB8F4D}" dt="2025-07-25T16:45:28.114" v="30"/>
          <pc:sldLayoutMkLst>
            <pc:docMk/>
            <pc:sldMasterMk cId="3360363808" sldId="2147483719"/>
            <pc:sldLayoutMk cId="1369599128" sldId="2147483732"/>
          </pc:sldLayoutMkLst>
        </pc:sldLayoutChg>
        <pc:sldLayoutChg chg="addSp delSp modSp mod">
          <pc:chgData name="Simran Assi" userId="e151f7e4-8718-480b-bb95-47774b6c3b92" providerId="ADAL" clId="{749F9B51-E4C5-4345-B095-252509EB8F4D}" dt="2025-07-25T16:45:31.721" v="32"/>
          <pc:sldLayoutMkLst>
            <pc:docMk/>
            <pc:sldMasterMk cId="3360363808" sldId="2147483719"/>
            <pc:sldLayoutMk cId="2881490264" sldId="2147483733"/>
          </pc:sldLayoutMkLst>
        </pc:sldLayoutChg>
        <pc:sldLayoutChg chg="addSp delSp modSp mod">
          <pc:chgData name="Simran Assi" userId="e151f7e4-8718-480b-bb95-47774b6c3b92" providerId="ADAL" clId="{749F9B51-E4C5-4345-B095-252509EB8F4D}" dt="2025-07-25T16:46:04.745" v="40"/>
          <pc:sldLayoutMkLst>
            <pc:docMk/>
            <pc:sldMasterMk cId="3360363808" sldId="2147483719"/>
            <pc:sldLayoutMk cId="3682594964" sldId="2147483734"/>
          </pc:sldLayoutMkLst>
        </pc:sldLayoutChg>
        <pc:sldLayoutChg chg="addSp delSp modSp mod">
          <pc:chgData name="Simran Assi" userId="e151f7e4-8718-480b-bb95-47774b6c3b92" providerId="ADAL" clId="{749F9B51-E4C5-4345-B095-252509EB8F4D}" dt="2025-07-25T16:46:08.995" v="42"/>
          <pc:sldLayoutMkLst>
            <pc:docMk/>
            <pc:sldMasterMk cId="3360363808" sldId="2147483719"/>
            <pc:sldLayoutMk cId="3957414632" sldId="2147483735"/>
          </pc:sldLayoutMkLst>
        </pc:sldLayoutChg>
        <pc:sldLayoutChg chg="addSp delSp modSp mod">
          <pc:chgData name="Simran Assi" userId="e151f7e4-8718-480b-bb95-47774b6c3b92" providerId="ADAL" clId="{749F9B51-E4C5-4345-B095-252509EB8F4D}" dt="2025-07-25T16:46:13.100" v="44"/>
          <pc:sldLayoutMkLst>
            <pc:docMk/>
            <pc:sldMasterMk cId="3360363808" sldId="2147483719"/>
            <pc:sldLayoutMk cId="3771928516" sldId="2147483736"/>
          </pc:sldLayoutMkLst>
        </pc:sldLayoutChg>
        <pc:sldLayoutChg chg="addSp delSp modSp mod">
          <pc:chgData name="Simran Assi" userId="e151f7e4-8718-480b-bb95-47774b6c3b92" providerId="ADAL" clId="{749F9B51-E4C5-4345-B095-252509EB8F4D}" dt="2025-07-25T16:46:16.085" v="46"/>
          <pc:sldLayoutMkLst>
            <pc:docMk/>
            <pc:sldMasterMk cId="3360363808" sldId="2147483719"/>
            <pc:sldLayoutMk cId="2540529880" sldId="2147483737"/>
          </pc:sldLayoutMkLst>
        </pc:sldLayoutChg>
        <pc:sldLayoutChg chg="addSp delSp modSp mod">
          <pc:chgData name="Simran Assi" userId="e151f7e4-8718-480b-bb95-47774b6c3b92" providerId="ADAL" clId="{749F9B51-E4C5-4345-B095-252509EB8F4D}" dt="2025-07-25T16:46:19.082" v="48"/>
          <pc:sldLayoutMkLst>
            <pc:docMk/>
            <pc:sldMasterMk cId="3360363808" sldId="2147483719"/>
            <pc:sldLayoutMk cId="3727926734" sldId="2147483738"/>
          </pc:sldLayoutMkLst>
        </pc:sldLayoutChg>
        <pc:sldLayoutChg chg="addSp delSp modSp mod">
          <pc:chgData name="Simran Assi" userId="e151f7e4-8718-480b-bb95-47774b6c3b92" providerId="ADAL" clId="{749F9B51-E4C5-4345-B095-252509EB8F4D}" dt="2025-07-25T16:46:22.682" v="50"/>
          <pc:sldLayoutMkLst>
            <pc:docMk/>
            <pc:sldMasterMk cId="3360363808" sldId="2147483719"/>
            <pc:sldLayoutMk cId="674730078" sldId="2147483739"/>
          </pc:sldLayoutMkLst>
        </pc:sldLayoutChg>
        <pc:sldLayoutChg chg="addSp delSp modSp mod">
          <pc:chgData name="Simran Assi" userId="e151f7e4-8718-480b-bb95-47774b6c3b92" providerId="ADAL" clId="{749F9B51-E4C5-4345-B095-252509EB8F4D}" dt="2025-07-25T16:47:22.702" v="59" actId="1076"/>
          <pc:sldLayoutMkLst>
            <pc:docMk/>
            <pc:sldMasterMk cId="3360363808" sldId="2147483719"/>
            <pc:sldLayoutMk cId="38946015" sldId="2147483772"/>
          </pc:sldLayoutMkLst>
        </pc:sldLayoutChg>
      </pc:sldMasterChg>
      <pc:sldMasterChg chg="modSldLayout">
        <pc:chgData name="Simran Assi" userId="e151f7e4-8718-480b-bb95-47774b6c3b92" providerId="ADAL" clId="{749F9B51-E4C5-4345-B095-252509EB8F4D}" dt="2025-07-25T17:03:58.597" v="336"/>
        <pc:sldMasterMkLst>
          <pc:docMk/>
          <pc:sldMasterMk cId="488015223" sldId="2147483740"/>
        </pc:sldMasterMkLst>
        <pc:sldLayoutChg chg="addSp delSp modSp mod">
          <pc:chgData name="Simran Assi" userId="e151f7e4-8718-480b-bb95-47774b6c3b92" providerId="ADAL" clId="{749F9B51-E4C5-4345-B095-252509EB8F4D}" dt="2025-07-25T16:48:14.701" v="74" actId="14100"/>
          <pc:sldLayoutMkLst>
            <pc:docMk/>
            <pc:sldMasterMk cId="4217046314" sldId="2147483906"/>
            <pc:sldLayoutMk cId="390781293" sldId="2147483751"/>
          </pc:sldLayoutMkLst>
          <pc:picChg chg="add mod">
            <ac:chgData name="Simran Assi" userId="e151f7e4-8718-480b-bb95-47774b6c3b92" providerId="ADAL" clId="{749F9B51-E4C5-4345-B095-252509EB8F4D}" dt="2025-07-25T16:48:14.701" v="74" actId="14100"/>
            <ac:picMkLst>
              <pc:docMk/>
              <pc:sldMasterMk cId="4217046314" sldId="2147483906"/>
              <pc:sldLayoutMk cId="390781293" sldId="2147483751"/>
              <ac:picMk id="10" creationId="{DA3C891F-EE10-9BB2-1960-CB8A3855D7BB}"/>
            </ac:picMkLst>
          </pc:picChg>
        </pc:sldLayoutChg>
        <pc:sldLayoutChg chg="addSp delSp modSp mod">
          <pc:chgData name="Simran Assi" userId="e151f7e4-8718-480b-bb95-47774b6c3b92" providerId="ADAL" clId="{749F9B51-E4C5-4345-B095-252509EB8F4D}" dt="2025-07-25T16:48:23.006" v="76"/>
          <pc:sldLayoutMkLst>
            <pc:docMk/>
            <pc:sldMasterMk cId="488015223" sldId="2147483740"/>
            <pc:sldLayoutMk cId="502450703" sldId="2147483752"/>
          </pc:sldLayoutMkLst>
        </pc:sldLayoutChg>
        <pc:sldLayoutChg chg="addSp delSp modSp mod">
          <pc:chgData name="Simran Assi" userId="e151f7e4-8718-480b-bb95-47774b6c3b92" providerId="ADAL" clId="{749F9B51-E4C5-4345-B095-252509EB8F4D}" dt="2025-07-25T16:48:26.354" v="78"/>
          <pc:sldLayoutMkLst>
            <pc:docMk/>
            <pc:sldMasterMk cId="488015223" sldId="2147483740"/>
            <pc:sldLayoutMk cId="3238058514" sldId="2147483753"/>
          </pc:sldLayoutMkLst>
        </pc:sldLayoutChg>
        <pc:sldLayoutChg chg="addSp delSp modSp mod">
          <pc:chgData name="Simran Assi" userId="e151f7e4-8718-480b-bb95-47774b6c3b92" providerId="ADAL" clId="{749F9B51-E4C5-4345-B095-252509EB8F4D}" dt="2025-07-25T16:48:28.816" v="80"/>
          <pc:sldLayoutMkLst>
            <pc:docMk/>
            <pc:sldMasterMk cId="488015223" sldId="2147483740"/>
            <pc:sldLayoutMk cId="2027398719" sldId="2147483754"/>
          </pc:sldLayoutMkLst>
        </pc:sldLayoutChg>
        <pc:sldLayoutChg chg="addSp delSp modSp mod">
          <pc:chgData name="Simran Assi" userId="e151f7e4-8718-480b-bb95-47774b6c3b92" providerId="ADAL" clId="{749F9B51-E4C5-4345-B095-252509EB8F4D}" dt="2025-07-25T16:48:32.188" v="82"/>
          <pc:sldLayoutMkLst>
            <pc:docMk/>
            <pc:sldMasterMk cId="488015223" sldId="2147483740"/>
            <pc:sldLayoutMk cId="1179838239" sldId="2147483755"/>
          </pc:sldLayoutMkLst>
        </pc:sldLayoutChg>
        <pc:sldLayoutChg chg="addSp delSp modSp mod">
          <pc:chgData name="Simran Assi" userId="e151f7e4-8718-480b-bb95-47774b6c3b92" providerId="ADAL" clId="{749F9B51-E4C5-4345-B095-252509EB8F4D}" dt="2025-07-25T16:48:34.709" v="84"/>
          <pc:sldLayoutMkLst>
            <pc:docMk/>
            <pc:sldMasterMk cId="488015223" sldId="2147483740"/>
            <pc:sldLayoutMk cId="2898545450" sldId="2147483756"/>
          </pc:sldLayoutMkLst>
        </pc:sldLayoutChg>
        <pc:sldLayoutChg chg="addSp delSp modSp mod">
          <pc:chgData name="Simran Assi" userId="e151f7e4-8718-480b-bb95-47774b6c3b92" providerId="ADAL" clId="{749F9B51-E4C5-4345-B095-252509EB8F4D}" dt="2025-07-25T16:48:37.414" v="86"/>
          <pc:sldLayoutMkLst>
            <pc:docMk/>
            <pc:sldMasterMk cId="488015223" sldId="2147483740"/>
            <pc:sldLayoutMk cId="4262550728" sldId="2147483757"/>
          </pc:sldLayoutMkLst>
        </pc:sldLayoutChg>
        <pc:sldLayoutChg chg="addSp delSp modSp mod">
          <pc:chgData name="Simran Assi" userId="e151f7e4-8718-480b-bb95-47774b6c3b92" providerId="ADAL" clId="{749F9B51-E4C5-4345-B095-252509EB8F4D}" dt="2025-07-25T16:48:39.893" v="88"/>
          <pc:sldLayoutMkLst>
            <pc:docMk/>
            <pc:sldMasterMk cId="488015223" sldId="2147483740"/>
            <pc:sldLayoutMk cId="893423197" sldId="2147483758"/>
          </pc:sldLayoutMkLst>
        </pc:sldLayoutChg>
        <pc:sldLayoutChg chg="addSp delSp modSp mod">
          <pc:chgData name="Simran Assi" userId="e151f7e4-8718-480b-bb95-47774b6c3b92" providerId="ADAL" clId="{749F9B51-E4C5-4345-B095-252509EB8F4D}" dt="2025-07-25T16:48:44.318" v="92" actId="1037"/>
          <pc:sldLayoutMkLst>
            <pc:docMk/>
            <pc:sldMasterMk cId="488015223" sldId="2147483740"/>
            <pc:sldLayoutMk cId="2093172123" sldId="2147483759"/>
          </pc:sldLayoutMkLst>
        </pc:sldLayoutChg>
        <pc:sldLayoutChg chg="addSp delSp modSp mod">
          <pc:chgData name="Simran Assi" userId="e151f7e4-8718-480b-bb95-47774b6c3b92" providerId="ADAL" clId="{749F9B51-E4C5-4345-B095-252509EB8F4D}" dt="2025-07-25T16:48:47.545" v="94"/>
          <pc:sldLayoutMkLst>
            <pc:docMk/>
            <pc:sldMasterMk cId="488015223" sldId="2147483740"/>
            <pc:sldLayoutMk cId="2559366565" sldId="2147483760"/>
          </pc:sldLayoutMkLst>
        </pc:sldLayoutChg>
        <pc:sldLayoutChg chg="addSp delSp modSp mod">
          <pc:chgData name="Simran Assi" userId="e151f7e4-8718-480b-bb95-47774b6c3b92" providerId="ADAL" clId="{749F9B51-E4C5-4345-B095-252509EB8F4D}" dt="2025-07-25T17:03:58.597" v="336"/>
          <pc:sldLayoutMkLst>
            <pc:docMk/>
            <pc:sldMasterMk cId="488015223" sldId="2147483740"/>
            <pc:sldLayoutMk cId="2954423033" sldId="2147483874"/>
          </pc:sldLayoutMkLst>
        </pc:sldLayoutChg>
      </pc:sldMasterChg>
      <pc:sldMasterChg chg="modSldLayout">
        <pc:chgData name="Simran Assi" userId="e151f7e4-8718-480b-bb95-47774b6c3b92" providerId="ADAL" clId="{749F9B51-E4C5-4345-B095-252509EB8F4D}" dt="2025-07-25T17:05:19.287" v="361"/>
        <pc:sldMasterMkLst>
          <pc:docMk/>
          <pc:sldMasterMk cId="1833509921" sldId="2147483815"/>
        </pc:sldMasterMkLst>
        <pc:sldLayoutChg chg="addSp delSp modSp mod">
          <pc:chgData name="Simran Assi" userId="e151f7e4-8718-480b-bb95-47774b6c3b92" providerId="ADAL" clId="{749F9B51-E4C5-4345-B095-252509EB8F4D}" dt="2025-07-25T17:04:49.347" v="357"/>
          <pc:sldLayoutMkLst>
            <pc:docMk/>
            <pc:sldMasterMk cId="1833509921" sldId="2147483815"/>
            <pc:sldLayoutMk cId="2893862458" sldId="2147483816"/>
          </pc:sldLayoutMkLst>
        </pc:sldLayoutChg>
        <pc:sldLayoutChg chg="addSp delSp modSp mod">
          <pc:chgData name="Simran Assi" userId="e151f7e4-8718-480b-bb95-47774b6c3b92" providerId="ADAL" clId="{749F9B51-E4C5-4345-B095-252509EB8F4D}" dt="2025-07-25T17:05:19.287" v="361"/>
          <pc:sldLayoutMkLst>
            <pc:docMk/>
            <pc:sldMasterMk cId="1833509921" sldId="2147483815"/>
            <pc:sldLayoutMk cId="1441734859" sldId="2147483868"/>
          </pc:sldLayoutMkLst>
        </pc:sldLayoutChg>
      </pc:sldMasterChg>
      <pc:sldMasterChg chg="addSp modSp mod">
        <pc:chgData name="Simran Assi" userId="e151f7e4-8718-480b-bb95-47774b6c3b92" providerId="ADAL" clId="{749F9B51-E4C5-4345-B095-252509EB8F4D}" dt="2025-07-25T16:47:41.133" v="70" actId="14100"/>
        <pc:sldMasterMkLst>
          <pc:docMk/>
          <pc:sldMasterMk cId="1364348607" sldId="2147483863"/>
        </pc:sldMasterMkLst>
      </pc:sldMasterChg>
    </pc:docChg>
  </pc:docChgLst>
  <pc:docChgLst>
    <pc:chgData name="Simran Assi" userId="e151f7e4-8718-480b-bb95-47774b6c3b92" providerId="ADAL" clId="{9743B614-4FF2-4AFA-86D4-6B423E6FEC28}"/>
    <pc:docChg chg="undo redo custSel addSld delSld modSld sldOrd delMainMaster modMainMaster delSection modSection">
      <pc:chgData name="Simran Assi" userId="e151f7e4-8718-480b-bb95-47774b6c3b92" providerId="ADAL" clId="{9743B614-4FF2-4AFA-86D4-6B423E6FEC28}" dt="2025-08-20T06:13:49.809" v="6416" actId="20578"/>
      <pc:docMkLst>
        <pc:docMk/>
      </pc:docMkLst>
      <pc:sldChg chg="addSp delSp modSp mod">
        <pc:chgData name="Simran Assi" userId="e151f7e4-8718-480b-bb95-47774b6c3b92" providerId="ADAL" clId="{9743B614-4FF2-4AFA-86D4-6B423E6FEC28}" dt="2025-08-20T05:45:44.180" v="5576" actId="1076"/>
        <pc:sldMkLst>
          <pc:docMk/>
          <pc:sldMk cId="2266289564" sldId="319"/>
        </pc:sldMkLst>
        <pc:spChg chg="add mod">
          <ac:chgData name="Simran Assi" userId="e151f7e4-8718-480b-bb95-47774b6c3b92" providerId="ADAL" clId="{9743B614-4FF2-4AFA-86D4-6B423E6FEC28}" dt="2025-08-20T05:45:27.122" v="5573" actId="313"/>
          <ac:spMkLst>
            <pc:docMk/>
            <pc:sldMk cId="2266289564" sldId="319"/>
            <ac:spMk id="3" creationId="{BD4786A7-CFDD-A09E-F585-A8A99BE9EE78}"/>
          </ac:spMkLst>
        </pc:spChg>
        <pc:spChg chg="del">
          <ac:chgData name="Simran Assi" userId="e151f7e4-8718-480b-bb95-47774b6c3b92" providerId="ADAL" clId="{9743B614-4FF2-4AFA-86D4-6B423E6FEC28}" dt="2025-08-20T05:44:17.531" v="5505" actId="478"/>
          <ac:spMkLst>
            <pc:docMk/>
            <pc:sldMk cId="2266289564" sldId="319"/>
            <ac:spMk id="4" creationId="{BBB67C56-FC1E-DEDF-8BBF-E59F75FF5366}"/>
          </ac:spMkLst>
        </pc:spChg>
        <pc:spChg chg="add mod">
          <ac:chgData name="Simran Assi" userId="e151f7e4-8718-480b-bb95-47774b6c3b92" providerId="ADAL" clId="{9743B614-4FF2-4AFA-86D4-6B423E6FEC28}" dt="2025-08-20T05:45:44.180" v="5576" actId="1076"/>
          <ac:spMkLst>
            <pc:docMk/>
            <pc:sldMk cId="2266289564" sldId="319"/>
            <ac:spMk id="5" creationId="{74FC22F7-2E58-55F6-4FFE-D4D2BD5F085E}"/>
          </ac:spMkLst>
        </pc:spChg>
        <pc:spChg chg="mod">
          <ac:chgData name="Simran Assi" userId="e151f7e4-8718-480b-bb95-47774b6c3b92" providerId="ADAL" clId="{9743B614-4FF2-4AFA-86D4-6B423E6FEC28}" dt="2025-08-20T05:44:46.712" v="5558" actId="14100"/>
          <ac:spMkLst>
            <pc:docMk/>
            <pc:sldMk cId="2266289564" sldId="319"/>
            <ac:spMk id="10" creationId="{08E78BA1-7ECE-AE64-E833-9EDDBA4888C6}"/>
          </ac:spMkLst>
        </pc:spChg>
        <pc:spChg chg="mod">
          <ac:chgData name="Simran Assi" userId="e151f7e4-8718-480b-bb95-47774b6c3b92" providerId="ADAL" clId="{9743B614-4FF2-4AFA-86D4-6B423E6FEC28}" dt="2025-08-20T05:44:30.346" v="5554" actId="1035"/>
          <ac:spMkLst>
            <pc:docMk/>
            <pc:sldMk cId="2266289564" sldId="319"/>
            <ac:spMk id="21" creationId="{B255BD31-A2A0-8624-D7FB-661939468B62}"/>
          </ac:spMkLst>
        </pc:spChg>
        <pc:spChg chg="mod">
          <ac:chgData name="Simran Assi" userId="e151f7e4-8718-480b-bb95-47774b6c3b92" providerId="ADAL" clId="{9743B614-4FF2-4AFA-86D4-6B423E6FEC28}" dt="2025-08-20T05:44:30.346" v="5554" actId="1035"/>
          <ac:spMkLst>
            <pc:docMk/>
            <pc:sldMk cId="2266289564" sldId="319"/>
            <ac:spMk id="28" creationId="{10C1D0D4-FFF9-48A5-3376-A1544CB94240}"/>
          </ac:spMkLst>
        </pc:spChg>
        <pc:picChg chg="mod">
          <ac:chgData name="Simran Assi" userId="e151f7e4-8718-480b-bb95-47774b6c3b92" providerId="ADAL" clId="{9743B614-4FF2-4AFA-86D4-6B423E6FEC28}" dt="2025-08-20T05:42:25.522" v="5479" actId="1076"/>
          <ac:picMkLst>
            <pc:docMk/>
            <pc:sldMk cId="2266289564" sldId="319"/>
            <ac:picMk id="37" creationId="{E6D30AA1-B901-C29C-30F8-7854FDC8287A}"/>
          </ac:picMkLst>
        </pc:picChg>
        <pc:cxnChg chg="mod">
          <ac:chgData name="Simran Assi" userId="e151f7e4-8718-480b-bb95-47774b6c3b92" providerId="ADAL" clId="{9743B614-4FF2-4AFA-86D4-6B423E6FEC28}" dt="2025-08-20T05:44:30.346" v="5554" actId="1035"/>
          <ac:cxnSpMkLst>
            <pc:docMk/>
            <pc:sldMk cId="2266289564" sldId="319"/>
            <ac:cxnSpMk id="39" creationId="{784F4590-9D45-86FC-2125-6B0355E395C4}"/>
          </ac:cxnSpMkLst>
        </pc:cxnChg>
      </pc:sldChg>
      <pc:sldChg chg="del">
        <pc:chgData name="Simran Assi" userId="e151f7e4-8718-480b-bb95-47774b6c3b92" providerId="ADAL" clId="{9743B614-4FF2-4AFA-86D4-6B423E6FEC28}" dt="2025-08-20T02:42:55.885" v="565" actId="47"/>
        <pc:sldMkLst>
          <pc:docMk/>
          <pc:sldMk cId="2708848133" sldId="355"/>
        </pc:sldMkLst>
      </pc:sldChg>
      <pc:sldChg chg="del">
        <pc:chgData name="Simran Assi" userId="e151f7e4-8718-480b-bb95-47774b6c3b92" providerId="ADAL" clId="{9743B614-4FF2-4AFA-86D4-6B423E6FEC28}" dt="2025-08-20T02:42:51.955" v="560" actId="47"/>
        <pc:sldMkLst>
          <pc:docMk/>
          <pc:sldMk cId="3749485273" sldId="382"/>
        </pc:sldMkLst>
      </pc:sldChg>
      <pc:sldChg chg="del">
        <pc:chgData name="Simran Assi" userId="e151f7e4-8718-480b-bb95-47774b6c3b92" providerId="ADAL" clId="{9743B614-4FF2-4AFA-86D4-6B423E6FEC28}" dt="2025-08-20T02:42:56.679" v="566" actId="47"/>
        <pc:sldMkLst>
          <pc:docMk/>
          <pc:sldMk cId="1409647354" sldId="384"/>
        </pc:sldMkLst>
      </pc:sldChg>
      <pc:sldChg chg="del">
        <pc:chgData name="Simran Assi" userId="e151f7e4-8718-480b-bb95-47774b6c3b92" providerId="ADAL" clId="{9743B614-4FF2-4AFA-86D4-6B423E6FEC28}" dt="2025-08-20T03:43:55.976" v="2503" actId="47"/>
        <pc:sldMkLst>
          <pc:docMk/>
          <pc:sldMk cId="2777678906" sldId="387"/>
        </pc:sldMkLst>
      </pc:sldChg>
      <pc:sldChg chg="modSp del mod">
        <pc:chgData name="Simran Assi" userId="e151f7e4-8718-480b-bb95-47774b6c3b92" providerId="ADAL" clId="{9743B614-4FF2-4AFA-86D4-6B423E6FEC28}" dt="2025-08-20T03:43:52.921" v="2502" actId="47"/>
        <pc:sldMkLst>
          <pc:docMk/>
          <pc:sldMk cId="1410064920" sldId="389"/>
        </pc:sldMkLst>
        <pc:spChg chg="mod">
          <ac:chgData name="Simran Assi" userId="e151f7e4-8718-480b-bb95-47774b6c3b92" providerId="ADAL" clId="{9743B614-4FF2-4AFA-86D4-6B423E6FEC28}" dt="2025-08-20T03:42:04.130" v="2461" actId="403"/>
          <ac:spMkLst>
            <pc:docMk/>
            <pc:sldMk cId="1410064920" sldId="389"/>
            <ac:spMk id="3" creationId="{CB441039-35A3-3C8C-557D-9BF3E69C56CF}"/>
          </ac:spMkLst>
        </pc:spChg>
        <pc:spChg chg="mod">
          <ac:chgData name="Simran Assi" userId="e151f7e4-8718-480b-bb95-47774b6c3b92" providerId="ADAL" clId="{9743B614-4FF2-4AFA-86D4-6B423E6FEC28}" dt="2025-08-20T03:42:06.723" v="2462" actId="14100"/>
          <ac:spMkLst>
            <pc:docMk/>
            <pc:sldMk cId="1410064920" sldId="389"/>
            <ac:spMk id="4" creationId="{AB2A918A-5FB9-A0E3-BE5A-DD6AA15647A3}"/>
          </ac:spMkLst>
        </pc:spChg>
      </pc:sldChg>
      <pc:sldChg chg="addSp delSp modSp mod">
        <pc:chgData name="Simran Assi" userId="e151f7e4-8718-480b-bb95-47774b6c3b92" providerId="ADAL" clId="{9743B614-4FF2-4AFA-86D4-6B423E6FEC28}" dt="2025-08-20T03:43:47.440" v="2501" actId="1035"/>
        <pc:sldMkLst>
          <pc:docMk/>
          <pc:sldMk cId="1951126029" sldId="397"/>
        </pc:sldMkLst>
        <pc:spChg chg="mod">
          <ac:chgData name="Simran Assi" userId="e151f7e4-8718-480b-bb95-47774b6c3b92" providerId="ADAL" clId="{9743B614-4FF2-4AFA-86D4-6B423E6FEC28}" dt="2025-08-20T03:42:15.563" v="2463" actId="948"/>
          <ac:spMkLst>
            <pc:docMk/>
            <pc:sldMk cId="1951126029" sldId="397"/>
            <ac:spMk id="4" creationId="{0678B91C-9037-0820-D603-1BC255236D38}"/>
          </ac:spMkLst>
        </pc:spChg>
        <pc:spChg chg="mod">
          <ac:chgData name="Simran Assi" userId="e151f7e4-8718-480b-bb95-47774b6c3b92" providerId="ADAL" clId="{9743B614-4FF2-4AFA-86D4-6B423E6FEC28}" dt="2025-08-20T03:42:19.011" v="2464" actId="14100"/>
          <ac:spMkLst>
            <pc:docMk/>
            <pc:sldMk cId="1951126029" sldId="397"/>
            <ac:spMk id="5" creationId="{58918790-D5AB-FBD2-5525-1B0DA99FD7EE}"/>
          </ac:spMkLst>
        </pc:spChg>
        <pc:spChg chg="add del">
          <ac:chgData name="Simran Assi" userId="e151f7e4-8718-480b-bb95-47774b6c3b92" providerId="ADAL" clId="{9743B614-4FF2-4AFA-86D4-6B423E6FEC28}" dt="2025-08-20T03:39:09.965" v="2400" actId="22"/>
          <ac:spMkLst>
            <pc:docMk/>
            <pc:sldMk cId="1951126029" sldId="397"/>
            <ac:spMk id="6" creationId="{75608B3D-6A6D-EE67-CAC6-4197D330F521}"/>
          </ac:spMkLst>
        </pc:spChg>
        <pc:spChg chg="mod">
          <ac:chgData name="Simran Assi" userId="e151f7e4-8718-480b-bb95-47774b6c3b92" providerId="ADAL" clId="{9743B614-4FF2-4AFA-86D4-6B423E6FEC28}" dt="2025-08-20T03:40:24.518" v="2438" actId="164"/>
          <ac:spMkLst>
            <pc:docMk/>
            <pc:sldMk cId="1951126029" sldId="397"/>
            <ac:spMk id="17" creationId="{03026041-3B55-7DEF-7384-5D6A7C9411DA}"/>
          </ac:spMkLst>
        </pc:spChg>
        <pc:spChg chg="add mod">
          <ac:chgData name="Simran Assi" userId="e151f7e4-8718-480b-bb95-47774b6c3b92" providerId="ADAL" clId="{9743B614-4FF2-4AFA-86D4-6B423E6FEC28}" dt="2025-08-20T03:40:06.446" v="2434" actId="14100"/>
          <ac:spMkLst>
            <pc:docMk/>
            <pc:sldMk cId="1951126029" sldId="397"/>
            <ac:spMk id="19" creationId="{B13E3CAD-A60A-AD25-BE4A-2D17F1E29241}"/>
          </ac:spMkLst>
        </pc:spChg>
        <pc:spChg chg="add mod">
          <ac:chgData name="Simran Assi" userId="e151f7e4-8718-480b-bb95-47774b6c3b92" providerId="ADAL" clId="{9743B614-4FF2-4AFA-86D4-6B423E6FEC28}" dt="2025-08-20T03:40:10.219" v="2435" actId="1076"/>
          <ac:spMkLst>
            <pc:docMk/>
            <pc:sldMk cId="1951126029" sldId="397"/>
            <ac:spMk id="20" creationId="{4F8C13E2-4A1C-B870-2A6C-4C8EA3EC95CE}"/>
          </ac:spMkLst>
        </pc:spChg>
        <pc:spChg chg="add mod">
          <ac:chgData name="Simran Assi" userId="e151f7e4-8718-480b-bb95-47774b6c3b92" providerId="ADAL" clId="{9743B614-4FF2-4AFA-86D4-6B423E6FEC28}" dt="2025-08-20T03:43:47.440" v="2501" actId="1035"/>
          <ac:spMkLst>
            <pc:docMk/>
            <pc:sldMk cId="1951126029" sldId="397"/>
            <ac:spMk id="24" creationId="{DC040DC6-31DE-1ED0-C21A-0E0B98BBC2FD}"/>
          </ac:spMkLst>
        </pc:spChg>
        <pc:spChg chg="add mod">
          <ac:chgData name="Simran Assi" userId="e151f7e4-8718-480b-bb95-47774b6c3b92" providerId="ADAL" clId="{9743B614-4FF2-4AFA-86D4-6B423E6FEC28}" dt="2025-08-20T03:43:28.839" v="2490" actId="14100"/>
          <ac:spMkLst>
            <pc:docMk/>
            <pc:sldMk cId="1951126029" sldId="397"/>
            <ac:spMk id="25" creationId="{0EC34E2A-72FE-5B1D-905D-56A0B9F3130D}"/>
          </ac:spMkLst>
        </pc:spChg>
        <pc:grpChg chg="mod">
          <ac:chgData name="Simran Assi" userId="e151f7e4-8718-480b-bb95-47774b6c3b92" providerId="ADAL" clId="{9743B614-4FF2-4AFA-86D4-6B423E6FEC28}" dt="2025-08-20T03:40:24.518" v="2438" actId="164"/>
          <ac:grpSpMkLst>
            <pc:docMk/>
            <pc:sldMk cId="1951126029" sldId="397"/>
            <ac:grpSpMk id="8" creationId="{46F10D05-FFFA-DBA4-9F52-500F1BA144C6}"/>
          </ac:grpSpMkLst>
        </pc:grpChg>
        <pc:grpChg chg="add mod">
          <ac:chgData name="Simran Assi" userId="e151f7e4-8718-480b-bb95-47774b6c3b92" providerId="ADAL" clId="{9743B614-4FF2-4AFA-86D4-6B423E6FEC28}" dt="2025-08-20T03:40:28.533" v="2440" actId="1076"/>
          <ac:grpSpMkLst>
            <pc:docMk/>
            <pc:sldMk cId="1951126029" sldId="397"/>
            <ac:grpSpMk id="21" creationId="{0E8EDC59-20A6-3908-1866-4E23349C70B3}"/>
          </ac:grpSpMkLst>
        </pc:grpChg>
        <pc:picChg chg="mod">
          <ac:chgData name="Simran Assi" userId="e151f7e4-8718-480b-bb95-47774b6c3b92" providerId="ADAL" clId="{9743B614-4FF2-4AFA-86D4-6B423E6FEC28}" dt="2025-08-20T03:40:24.518" v="2438" actId="164"/>
          <ac:picMkLst>
            <pc:docMk/>
            <pc:sldMk cId="1951126029" sldId="397"/>
            <ac:picMk id="7" creationId="{83A9F600-56A5-8D7C-51CD-71EEE2B3CBCE}"/>
          </ac:picMkLst>
        </pc:picChg>
        <pc:picChg chg="add mod">
          <ac:chgData name="Simran Assi" userId="e151f7e4-8718-480b-bb95-47774b6c3b92" providerId="ADAL" clId="{9743B614-4FF2-4AFA-86D4-6B423E6FEC28}" dt="2025-08-20T03:41:37.721" v="2447" actId="1076"/>
          <ac:picMkLst>
            <pc:docMk/>
            <pc:sldMk cId="1951126029" sldId="397"/>
            <ac:picMk id="23" creationId="{E84944DC-E445-4885-EBD3-EE6EBC448A4C}"/>
          </ac:picMkLst>
        </pc:picChg>
        <pc:picChg chg="mod">
          <ac:chgData name="Simran Assi" userId="e151f7e4-8718-480b-bb95-47774b6c3b92" providerId="ADAL" clId="{9743B614-4FF2-4AFA-86D4-6B423E6FEC28}" dt="2025-08-20T03:40:19.849" v="2437" actId="1076"/>
          <ac:picMkLst>
            <pc:docMk/>
            <pc:sldMk cId="1951126029" sldId="397"/>
            <ac:picMk id="31" creationId="{01C9CD88-E4B0-958B-F482-5B299A3BC544}"/>
          </ac:picMkLst>
        </pc:picChg>
      </pc:sldChg>
      <pc:sldChg chg="addSp delSp modSp add mod">
        <pc:chgData name="Simran Assi" userId="e151f7e4-8718-480b-bb95-47774b6c3b92" providerId="ADAL" clId="{9743B614-4FF2-4AFA-86D4-6B423E6FEC28}" dt="2025-08-20T06:13:01.800" v="6408" actId="1037"/>
        <pc:sldMkLst>
          <pc:docMk/>
          <pc:sldMk cId="732457223" sldId="1881839181"/>
        </pc:sldMkLst>
        <pc:spChg chg="add del mod">
          <ac:chgData name="Simran Assi" userId="e151f7e4-8718-480b-bb95-47774b6c3b92" providerId="ADAL" clId="{9743B614-4FF2-4AFA-86D4-6B423E6FEC28}" dt="2025-08-20T06:12:49.763" v="6393" actId="1076"/>
          <ac:spMkLst>
            <pc:docMk/>
            <pc:sldMk cId="732457223" sldId="1881839181"/>
            <ac:spMk id="2" creationId="{5125A58A-01C6-BC3A-09F4-D9C589A34EA7}"/>
          </ac:spMkLst>
        </pc:spChg>
        <pc:spChg chg="add mod">
          <ac:chgData name="Simran Assi" userId="e151f7e4-8718-480b-bb95-47774b6c3b92" providerId="ADAL" clId="{9743B614-4FF2-4AFA-86D4-6B423E6FEC28}" dt="2025-08-20T02:45:35.742" v="642" actId="207"/>
          <ac:spMkLst>
            <pc:docMk/>
            <pc:sldMk cId="732457223" sldId="1881839181"/>
            <ac:spMk id="3" creationId="{0007BF65-6D72-4743-BFF3-1334401507D7}"/>
          </ac:spMkLst>
        </pc:spChg>
        <pc:spChg chg="add mod">
          <ac:chgData name="Simran Assi" userId="e151f7e4-8718-480b-bb95-47774b6c3b92" providerId="ADAL" clId="{9743B614-4FF2-4AFA-86D4-6B423E6FEC28}" dt="2025-08-20T02:45:14.426" v="637" actId="20577"/>
          <ac:spMkLst>
            <pc:docMk/>
            <pc:sldMk cId="732457223" sldId="1881839181"/>
            <ac:spMk id="4" creationId="{D5C898D4-44CF-F6B5-6E0F-57990B99A23C}"/>
          </ac:spMkLst>
        </pc:spChg>
        <pc:spChg chg="mod">
          <ac:chgData name="Simran Assi" userId="e151f7e4-8718-480b-bb95-47774b6c3b92" providerId="ADAL" clId="{9743B614-4FF2-4AFA-86D4-6B423E6FEC28}" dt="2025-08-14T09:20:36.850" v="49" actId="6549"/>
          <ac:spMkLst>
            <pc:docMk/>
            <pc:sldMk cId="732457223" sldId="1881839181"/>
            <ac:spMk id="5" creationId="{0D295F94-BD01-731F-73A2-C57A7FBB63B2}"/>
          </ac:spMkLst>
        </pc:spChg>
        <pc:spChg chg="del mod">
          <ac:chgData name="Simran Assi" userId="e151f7e4-8718-480b-bb95-47774b6c3b92" providerId="ADAL" clId="{9743B614-4FF2-4AFA-86D4-6B423E6FEC28}" dt="2025-08-20T06:12:43.106" v="6391" actId="478"/>
          <ac:spMkLst>
            <pc:docMk/>
            <pc:sldMk cId="732457223" sldId="1881839181"/>
            <ac:spMk id="6" creationId="{6788B15D-3841-0755-528E-C944CD092C63}"/>
          </ac:spMkLst>
        </pc:spChg>
        <pc:spChg chg="del mod">
          <ac:chgData name="Simran Assi" userId="e151f7e4-8718-480b-bb95-47774b6c3b92" providerId="ADAL" clId="{9743B614-4FF2-4AFA-86D4-6B423E6FEC28}" dt="2025-08-20T02:44:52.821" v="627" actId="478"/>
          <ac:spMkLst>
            <pc:docMk/>
            <pc:sldMk cId="732457223" sldId="1881839181"/>
            <ac:spMk id="7" creationId="{D467C5EE-1D20-36F2-B0E9-85A5658AEBED}"/>
          </ac:spMkLst>
        </pc:spChg>
        <pc:spChg chg="add mod">
          <ac:chgData name="Simran Assi" userId="e151f7e4-8718-480b-bb95-47774b6c3b92" providerId="ADAL" clId="{9743B614-4FF2-4AFA-86D4-6B423E6FEC28}" dt="2025-08-20T06:13:01.800" v="6408" actId="1037"/>
          <ac:spMkLst>
            <pc:docMk/>
            <pc:sldMk cId="732457223" sldId="1881839181"/>
            <ac:spMk id="8" creationId="{8512A160-26F2-D6E8-2B25-63D5A0A597E1}"/>
          </ac:spMkLst>
        </pc:spChg>
        <pc:spChg chg="add mod">
          <ac:chgData name="Simran Assi" userId="e151f7e4-8718-480b-bb95-47774b6c3b92" providerId="ADAL" clId="{9743B614-4FF2-4AFA-86D4-6B423E6FEC28}" dt="2025-08-20T06:12:56.901" v="6402" actId="1038"/>
          <ac:spMkLst>
            <pc:docMk/>
            <pc:sldMk cId="732457223" sldId="1881839181"/>
            <ac:spMk id="9" creationId="{A4D74F5E-524E-BBEF-7B20-C37528264074}"/>
          </ac:spMkLst>
        </pc:spChg>
        <pc:spChg chg="add del mod">
          <ac:chgData name="Simran Assi" userId="e151f7e4-8718-480b-bb95-47774b6c3b92" providerId="ADAL" clId="{9743B614-4FF2-4AFA-86D4-6B423E6FEC28}" dt="2025-08-20T02:44:54.351" v="628" actId="478"/>
          <ac:spMkLst>
            <pc:docMk/>
            <pc:sldMk cId="732457223" sldId="1881839181"/>
            <ac:spMk id="11" creationId="{E74E56EB-84A6-2FF3-E3E6-809A7DE868E9}"/>
          </ac:spMkLst>
        </pc:spChg>
        <pc:spChg chg="add del mod">
          <ac:chgData name="Simran Assi" userId="e151f7e4-8718-480b-bb95-47774b6c3b92" providerId="ADAL" clId="{9743B614-4FF2-4AFA-86D4-6B423E6FEC28}" dt="2025-08-20T06:12:45.741" v="6392" actId="478"/>
          <ac:spMkLst>
            <pc:docMk/>
            <pc:sldMk cId="732457223" sldId="1881839181"/>
            <ac:spMk id="13" creationId="{DE10ECF5-6D5D-E57C-50AA-FDD06B899AC8}"/>
          </ac:spMkLst>
        </pc:spChg>
      </pc:sldChg>
      <pc:sldChg chg="addSp delSp modSp add del mod">
        <pc:chgData name="Simran Assi" userId="e151f7e4-8718-480b-bb95-47774b6c3b92" providerId="ADAL" clId="{9743B614-4FF2-4AFA-86D4-6B423E6FEC28}" dt="2025-08-20T04:15:08.648" v="3479"/>
        <pc:sldMkLst>
          <pc:docMk/>
          <pc:sldMk cId="4137632268" sldId="1881839182"/>
        </pc:sldMkLst>
        <pc:spChg chg="mod">
          <ac:chgData name="Simran Assi" userId="e151f7e4-8718-480b-bb95-47774b6c3b92" providerId="ADAL" clId="{9743B614-4FF2-4AFA-86D4-6B423E6FEC28}" dt="2025-08-20T02:41:01.711" v="542" actId="14100"/>
          <ac:spMkLst>
            <pc:docMk/>
            <pc:sldMk cId="4137632268" sldId="1881839182"/>
            <ac:spMk id="4" creationId="{30F983B5-034C-4293-7265-35B5ACD23C68}"/>
          </ac:spMkLst>
        </pc:spChg>
        <pc:spChg chg="del">
          <ac:chgData name="Simran Assi" userId="e151f7e4-8718-480b-bb95-47774b6c3b92" providerId="ADAL" clId="{9743B614-4FF2-4AFA-86D4-6B423E6FEC28}" dt="2025-08-20T02:40:37.271" v="520" actId="478"/>
          <ac:spMkLst>
            <pc:docMk/>
            <pc:sldMk cId="4137632268" sldId="1881839182"/>
            <ac:spMk id="5" creationId="{3DB69FD4-1EE0-FBCA-162C-4E768F453654}"/>
          </ac:spMkLst>
        </pc:spChg>
        <pc:spChg chg="add del mod">
          <ac:chgData name="Simran Assi" userId="e151f7e4-8718-480b-bb95-47774b6c3b92" providerId="ADAL" clId="{9743B614-4FF2-4AFA-86D4-6B423E6FEC28}" dt="2025-08-20T02:40:38.102" v="521" actId="478"/>
          <ac:spMkLst>
            <pc:docMk/>
            <pc:sldMk cId="4137632268" sldId="1881839182"/>
            <ac:spMk id="6" creationId="{BA6B60A4-C00C-F9A3-A206-0A54AF193406}"/>
          </ac:spMkLst>
        </pc:spChg>
        <pc:spChg chg="mod">
          <ac:chgData name="Simran Assi" userId="e151f7e4-8718-480b-bb95-47774b6c3b92" providerId="ADAL" clId="{9743B614-4FF2-4AFA-86D4-6B423E6FEC28}" dt="2025-08-20T04:15:08.648" v="3479"/>
          <ac:spMkLst>
            <pc:docMk/>
            <pc:sldMk cId="4137632268" sldId="1881839182"/>
            <ac:spMk id="9" creationId="{60D8213D-28EE-2519-D046-13EA17879CD2}"/>
          </ac:spMkLst>
        </pc:spChg>
        <pc:spChg chg="mod">
          <ac:chgData name="Simran Assi" userId="e151f7e4-8718-480b-bb95-47774b6c3b92" providerId="ADAL" clId="{9743B614-4FF2-4AFA-86D4-6B423E6FEC28}" dt="2025-08-20T04:15:08.648" v="3479"/>
          <ac:spMkLst>
            <pc:docMk/>
            <pc:sldMk cId="4137632268" sldId="1881839182"/>
            <ac:spMk id="10" creationId="{0CB91AA3-725A-2568-51C6-D5D49502A210}"/>
          </ac:spMkLst>
        </pc:spChg>
        <pc:spChg chg="mod">
          <ac:chgData name="Simran Assi" userId="e151f7e4-8718-480b-bb95-47774b6c3b92" providerId="ADAL" clId="{9743B614-4FF2-4AFA-86D4-6B423E6FEC28}" dt="2025-08-20T02:41:06.884" v="546" actId="20577"/>
          <ac:spMkLst>
            <pc:docMk/>
            <pc:sldMk cId="4137632268" sldId="1881839182"/>
            <ac:spMk id="15" creationId="{417DC0A0-71C4-646E-D02B-535B8BD478F7}"/>
          </ac:spMkLst>
        </pc:spChg>
      </pc:sldChg>
      <pc:sldChg chg="addSp delSp modSp add del mod setBg">
        <pc:chgData name="Simran Assi" userId="e151f7e4-8718-480b-bb95-47774b6c3b92" providerId="ADAL" clId="{9743B614-4FF2-4AFA-86D4-6B423E6FEC28}" dt="2025-08-14T09:26:00.790" v="64" actId="47"/>
        <pc:sldMkLst>
          <pc:docMk/>
          <pc:sldMk cId="1581253807" sldId="1881839185"/>
        </pc:sldMkLst>
      </pc:sldChg>
      <pc:sldChg chg="addSp delSp modSp add del mod">
        <pc:chgData name="Simran Assi" userId="e151f7e4-8718-480b-bb95-47774b6c3b92" providerId="ADAL" clId="{9743B614-4FF2-4AFA-86D4-6B423E6FEC28}" dt="2025-08-20T05:30:56.203" v="4738"/>
        <pc:sldMkLst>
          <pc:docMk/>
          <pc:sldMk cId="3373409765" sldId="1881839186"/>
        </pc:sldMkLst>
        <pc:spChg chg="del">
          <ac:chgData name="Simran Assi" userId="e151f7e4-8718-480b-bb95-47774b6c3b92" providerId="ADAL" clId="{9743B614-4FF2-4AFA-86D4-6B423E6FEC28}" dt="2025-08-20T02:41:51.716" v="553" actId="478"/>
          <ac:spMkLst>
            <pc:docMk/>
            <pc:sldMk cId="3373409765" sldId="1881839186"/>
            <ac:spMk id="5" creationId="{9CE4B6D5-8774-4B89-7821-73E474722125}"/>
          </ac:spMkLst>
        </pc:spChg>
        <pc:spChg chg="add del mod">
          <ac:chgData name="Simran Assi" userId="e151f7e4-8718-480b-bb95-47774b6c3b92" providerId="ADAL" clId="{9743B614-4FF2-4AFA-86D4-6B423E6FEC28}" dt="2025-08-20T02:41:52.466" v="554" actId="478"/>
          <ac:spMkLst>
            <pc:docMk/>
            <pc:sldMk cId="3373409765" sldId="1881839186"/>
            <ac:spMk id="6" creationId="{C742BBDC-45A1-4FB0-154C-7A265C7EE432}"/>
          </ac:spMkLst>
        </pc:spChg>
        <pc:spChg chg="mod">
          <ac:chgData name="Simran Assi" userId="e151f7e4-8718-480b-bb95-47774b6c3b92" providerId="ADAL" clId="{9743B614-4FF2-4AFA-86D4-6B423E6FEC28}" dt="2025-08-20T04:15:08.648" v="3479"/>
          <ac:spMkLst>
            <pc:docMk/>
            <pc:sldMk cId="3373409765" sldId="1881839186"/>
            <ac:spMk id="12" creationId="{5D74CEB6-177E-76BD-2D1A-A2C6C5DA1516}"/>
          </ac:spMkLst>
        </pc:spChg>
        <pc:spChg chg="mod">
          <ac:chgData name="Simran Assi" userId="e151f7e4-8718-480b-bb95-47774b6c3b92" providerId="ADAL" clId="{9743B614-4FF2-4AFA-86D4-6B423E6FEC28}" dt="2025-08-20T04:15:08.648" v="3479"/>
          <ac:spMkLst>
            <pc:docMk/>
            <pc:sldMk cId="3373409765" sldId="1881839186"/>
            <ac:spMk id="13" creationId="{C4817730-91C3-A882-C361-86B051E2B2E8}"/>
          </ac:spMkLst>
        </pc:spChg>
        <pc:spChg chg="mod">
          <ac:chgData name="Simran Assi" userId="e151f7e4-8718-480b-bb95-47774b6c3b92" providerId="ADAL" clId="{9743B614-4FF2-4AFA-86D4-6B423E6FEC28}" dt="2025-08-20T05:30:56.203" v="4738"/>
          <ac:spMkLst>
            <pc:docMk/>
            <pc:sldMk cId="3373409765" sldId="1881839186"/>
            <ac:spMk id="15" creationId="{93DC3E10-7F8A-20B3-6C63-2496F2142FDC}"/>
          </ac:spMkLst>
        </pc:spChg>
      </pc:sldChg>
      <pc:sldChg chg="delSp modSp add del mod">
        <pc:chgData name="Simran Assi" userId="e151f7e4-8718-480b-bb95-47774b6c3b92" providerId="ADAL" clId="{9743B614-4FF2-4AFA-86D4-6B423E6FEC28}" dt="2025-08-20T04:15:08.648" v="3479"/>
        <pc:sldMkLst>
          <pc:docMk/>
          <pc:sldMk cId="3594019441" sldId="1881839187"/>
        </pc:sldMkLst>
        <pc:spChg chg="mod">
          <ac:chgData name="Simran Assi" userId="e151f7e4-8718-480b-bb95-47774b6c3b92" providerId="ADAL" clId="{9743B614-4FF2-4AFA-86D4-6B423E6FEC28}" dt="2025-08-20T02:39:21.119" v="511" actId="20577"/>
          <ac:spMkLst>
            <pc:docMk/>
            <pc:sldMk cId="3594019441" sldId="1881839187"/>
            <ac:spMk id="4" creationId="{0B2D06B2-E12E-E692-615F-D43CBD12B9CF}"/>
          </ac:spMkLst>
        </pc:spChg>
        <pc:spChg chg="del mod">
          <ac:chgData name="Simran Assi" userId="e151f7e4-8718-480b-bb95-47774b6c3b92" providerId="ADAL" clId="{9743B614-4FF2-4AFA-86D4-6B423E6FEC28}" dt="2025-08-20T02:39:46.915" v="516" actId="478"/>
          <ac:spMkLst>
            <pc:docMk/>
            <pc:sldMk cId="3594019441" sldId="1881839187"/>
            <ac:spMk id="5" creationId="{EC755839-106E-7378-7A79-DE4856DFF824}"/>
          </ac:spMkLst>
        </pc:spChg>
        <pc:spChg chg="mod">
          <ac:chgData name="Simran Assi" userId="e151f7e4-8718-480b-bb95-47774b6c3b92" providerId="ADAL" clId="{9743B614-4FF2-4AFA-86D4-6B423E6FEC28}" dt="2025-08-20T04:15:08.648" v="3479"/>
          <ac:spMkLst>
            <pc:docMk/>
            <pc:sldMk cId="3594019441" sldId="1881839187"/>
            <ac:spMk id="12" creationId="{81C8E056-23DD-1666-D1DE-8066F6380A5E}"/>
          </ac:spMkLst>
        </pc:spChg>
        <pc:spChg chg="mod">
          <ac:chgData name="Simran Assi" userId="e151f7e4-8718-480b-bb95-47774b6c3b92" providerId="ADAL" clId="{9743B614-4FF2-4AFA-86D4-6B423E6FEC28}" dt="2025-08-20T04:15:08.648" v="3479"/>
          <ac:spMkLst>
            <pc:docMk/>
            <pc:sldMk cId="3594019441" sldId="1881839187"/>
            <ac:spMk id="13" creationId="{4EC3EC46-E519-2F23-4424-CCB01BF1B2B5}"/>
          </ac:spMkLst>
        </pc:spChg>
        <pc:spChg chg="mod">
          <ac:chgData name="Simran Assi" userId="e151f7e4-8718-480b-bb95-47774b6c3b92" providerId="ADAL" clId="{9743B614-4FF2-4AFA-86D4-6B423E6FEC28}" dt="2025-08-20T02:39:24.360" v="512" actId="20577"/>
          <ac:spMkLst>
            <pc:docMk/>
            <pc:sldMk cId="3594019441" sldId="1881839187"/>
            <ac:spMk id="15" creationId="{64277BE6-AA97-6DF2-E5E5-805B29F1B1E5}"/>
          </ac:spMkLst>
        </pc:spChg>
      </pc:sldChg>
      <pc:sldChg chg="delSp modSp add del mod">
        <pc:chgData name="Simran Assi" userId="e151f7e4-8718-480b-bb95-47774b6c3b92" providerId="ADAL" clId="{9743B614-4FF2-4AFA-86D4-6B423E6FEC28}" dt="2025-08-20T04:15:08.648" v="3479"/>
        <pc:sldMkLst>
          <pc:docMk/>
          <pc:sldMk cId="2793330447" sldId="1881839190"/>
        </pc:sldMkLst>
        <pc:spChg chg="del mod">
          <ac:chgData name="Simran Assi" userId="e151f7e4-8718-480b-bb95-47774b6c3b92" providerId="ADAL" clId="{9743B614-4FF2-4AFA-86D4-6B423E6FEC28}" dt="2025-08-20T02:39:38.389" v="515" actId="478"/>
          <ac:spMkLst>
            <pc:docMk/>
            <pc:sldMk cId="2793330447" sldId="1881839190"/>
            <ac:spMk id="5" creationId="{759A2A61-BD62-A760-1A5F-E5E84C7B3987}"/>
          </ac:spMkLst>
        </pc:spChg>
        <pc:spChg chg="mod">
          <ac:chgData name="Simran Assi" userId="e151f7e4-8718-480b-bb95-47774b6c3b92" providerId="ADAL" clId="{9743B614-4FF2-4AFA-86D4-6B423E6FEC28}" dt="2025-08-20T04:15:08.648" v="3479"/>
          <ac:spMkLst>
            <pc:docMk/>
            <pc:sldMk cId="2793330447" sldId="1881839190"/>
            <ac:spMk id="12" creationId="{11DE1D95-878A-61B3-F32D-A3DA65841FC6}"/>
          </ac:spMkLst>
        </pc:spChg>
        <pc:spChg chg="mod">
          <ac:chgData name="Simran Assi" userId="e151f7e4-8718-480b-bb95-47774b6c3b92" providerId="ADAL" clId="{9743B614-4FF2-4AFA-86D4-6B423E6FEC28}" dt="2025-08-20T04:15:08.648" v="3479"/>
          <ac:spMkLst>
            <pc:docMk/>
            <pc:sldMk cId="2793330447" sldId="1881839190"/>
            <ac:spMk id="13" creationId="{A5EB894E-F8D6-F5C0-5218-7F024A2C7A98}"/>
          </ac:spMkLst>
        </pc:spChg>
      </pc:sldChg>
      <pc:sldChg chg="addSp delSp modSp add del mod">
        <pc:chgData name="Simran Assi" userId="e151f7e4-8718-480b-bb95-47774b6c3b92" providerId="ADAL" clId="{9743B614-4FF2-4AFA-86D4-6B423E6FEC28}" dt="2025-08-20T05:59:20.050" v="6131" actId="14100"/>
        <pc:sldMkLst>
          <pc:docMk/>
          <pc:sldMk cId="364321341" sldId="1881839225"/>
        </pc:sldMkLst>
        <pc:spChg chg="mod">
          <ac:chgData name="Simran Assi" userId="e151f7e4-8718-480b-bb95-47774b6c3b92" providerId="ADAL" clId="{9743B614-4FF2-4AFA-86D4-6B423E6FEC28}" dt="2025-08-20T05:58:21.359" v="6119"/>
          <ac:spMkLst>
            <pc:docMk/>
            <pc:sldMk cId="364321341" sldId="1881839225"/>
            <ac:spMk id="4" creationId="{09313558-405F-2503-04ED-F5A12A60544A}"/>
          </ac:spMkLst>
        </pc:spChg>
        <pc:spChg chg="add del mod">
          <ac:chgData name="Simran Assi" userId="e151f7e4-8718-480b-bb95-47774b6c3b92" providerId="ADAL" clId="{9743B614-4FF2-4AFA-86D4-6B423E6FEC28}" dt="2025-08-20T05:58:15.044" v="6116" actId="478"/>
          <ac:spMkLst>
            <pc:docMk/>
            <pc:sldMk cId="364321341" sldId="1881839225"/>
            <ac:spMk id="5" creationId="{6E248A3C-AF18-0272-B3AB-2335509574D3}"/>
          </ac:spMkLst>
        </pc:spChg>
        <pc:spChg chg="del">
          <ac:chgData name="Simran Assi" userId="e151f7e4-8718-480b-bb95-47774b6c3b92" providerId="ADAL" clId="{9743B614-4FF2-4AFA-86D4-6B423E6FEC28}" dt="2025-08-20T05:58:13.632" v="6115" actId="478"/>
          <ac:spMkLst>
            <pc:docMk/>
            <pc:sldMk cId="364321341" sldId="1881839225"/>
            <ac:spMk id="6" creationId="{0CDD1B5E-2E8A-30D6-7537-7DE8F59DB1CE}"/>
          </ac:spMkLst>
        </pc:spChg>
        <pc:spChg chg="mod">
          <ac:chgData name="Simran Assi" userId="e151f7e4-8718-480b-bb95-47774b6c3b92" providerId="ADAL" clId="{9743B614-4FF2-4AFA-86D4-6B423E6FEC28}" dt="2025-08-20T05:59:20.050" v="6131" actId="14100"/>
          <ac:spMkLst>
            <pc:docMk/>
            <pc:sldMk cId="364321341" sldId="1881839225"/>
            <ac:spMk id="12" creationId="{898E6446-B1C3-FC93-47E4-86B4C709260E}"/>
          </ac:spMkLst>
        </pc:spChg>
      </pc:sldChg>
      <pc:sldChg chg="del">
        <pc:chgData name="Simran Assi" userId="e151f7e4-8718-480b-bb95-47774b6c3b92" providerId="ADAL" clId="{9743B614-4FF2-4AFA-86D4-6B423E6FEC28}" dt="2025-08-20T06:08:43.597" v="6291" actId="47"/>
        <pc:sldMkLst>
          <pc:docMk/>
          <pc:sldMk cId="13731982" sldId="2147479177"/>
        </pc:sldMkLst>
      </pc:sldChg>
      <pc:sldChg chg="addSp delSp modSp mod">
        <pc:chgData name="Simran Assi" userId="e151f7e4-8718-480b-bb95-47774b6c3b92" providerId="ADAL" clId="{9743B614-4FF2-4AFA-86D4-6B423E6FEC28}" dt="2025-08-20T06:12:10.897" v="6386" actId="1076"/>
        <pc:sldMkLst>
          <pc:docMk/>
          <pc:sldMk cId="1666834015" sldId="2147479180"/>
        </pc:sldMkLst>
        <pc:spChg chg="mod">
          <ac:chgData name="Simran Assi" userId="e151f7e4-8718-480b-bb95-47774b6c3b92" providerId="ADAL" clId="{9743B614-4FF2-4AFA-86D4-6B423E6FEC28}" dt="2025-08-20T06:11:16.667" v="6368" actId="14100"/>
          <ac:spMkLst>
            <pc:docMk/>
            <pc:sldMk cId="1666834015" sldId="2147479180"/>
            <ac:spMk id="3" creationId="{858D5979-4CB2-F429-ADD6-83B5E4817E9F}"/>
          </ac:spMkLst>
        </pc:spChg>
        <pc:spChg chg="add del">
          <ac:chgData name="Simran Assi" userId="e151f7e4-8718-480b-bb95-47774b6c3b92" providerId="ADAL" clId="{9743B614-4FF2-4AFA-86D4-6B423E6FEC28}" dt="2025-08-20T06:06:22.150" v="6237" actId="22"/>
          <ac:spMkLst>
            <pc:docMk/>
            <pc:sldMk cId="1666834015" sldId="2147479180"/>
            <ac:spMk id="5" creationId="{30955C34-FE8F-F020-C531-415A90B1C39F}"/>
          </ac:spMkLst>
        </pc:spChg>
        <pc:spChg chg="mod">
          <ac:chgData name="Simran Assi" userId="e151f7e4-8718-480b-bb95-47774b6c3b92" providerId="ADAL" clId="{9743B614-4FF2-4AFA-86D4-6B423E6FEC28}" dt="2025-08-20T06:12:03.122" v="6383" actId="1076"/>
          <ac:spMkLst>
            <pc:docMk/>
            <pc:sldMk cId="1666834015" sldId="2147479180"/>
            <ac:spMk id="6" creationId="{94DD9C8F-8936-6529-BEBB-66F1D2E7FE95}"/>
          </ac:spMkLst>
        </pc:spChg>
        <pc:spChg chg="add mod">
          <ac:chgData name="Simran Assi" userId="e151f7e4-8718-480b-bb95-47774b6c3b92" providerId="ADAL" clId="{9743B614-4FF2-4AFA-86D4-6B423E6FEC28}" dt="2025-08-20T06:11:29.552" v="6370" actId="120"/>
          <ac:spMkLst>
            <pc:docMk/>
            <pc:sldMk cId="1666834015" sldId="2147479180"/>
            <ac:spMk id="8" creationId="{7C572FFD-4FE2-ABB4-34D2-0572892D380F}"/>
          </ac:spMkLst>
        </pc:spChg>
        <pc:spChg chg="add mod">
          <ac:chgData name="Simran Assi" userId="e151f7e4-8718-480b-bb95-47774b6c3b92" providerId="ADAL" clId="{9743B614-4FF2-4AFA-86D4-6B423E6FEC28}" dt="2025-08-20T06:07:39.589" v="6269" actId="207"/>
          <ac:spMkLst>
            <pc:docMk/>
            <pc:sldMk cId="1666834015" sldId="2147479180"/>
            <ac:spMk id="10" creationId="{E1B4BF6B-F452-9595-BD2B-0CB506F1B34F}"/>
          </ac:spMkLst>
        </pc:spChg>
        <pc:spChg chg="add del">
          <ac:chgData name="Simran Assi" userId="e151f7e4-8718-480b-bb95-47774b6c3b92" providerId="ADAL" clId="{9743B614-4FF2-4AFA-86D4-6B423E6FEC28}" dt="2025-08-20T06:07:52.920" v="6271" actId="22"/>
          <ac:spMkLst>
            <pc:docMk/>
            <pc:sldMk cId="1666834015" sldId="2147479180"/>
            <ac:spMk id="12" creationId="{2BA1A3D3-BB1A-180E-FE09-474FC85856DE}"/>
          </ac:spMkLst>
        </pc:spChg>
        <pc:spChg chg="add mod">
          <ac:chgData name="Simran Assi" userId="e151f7e4-8718-480b-bb95-47774b6c3b92" providerId="ADAL" clId="{9743B614-4FF2-4AFA-86D4-6B423E6FEC28}" dt="2025-08-20T06:11:22.619" v="6369" actId="14100"/>
          <ac:spMkLst>
            <pc:docMk/>
            <pc:sldMk cId="1666834015" sldId="2147479180"/>
            <ac:spMk id="14" creationId="{F59EBB6F-6A8D-C5B5-9AFF-D97A21E0986B}"/>
          </ac:spMkLst>
        </pc:spChg>
        <pc:grpChg chg="add mod">
          <ac:chgData name="Simran Assi" userId="e151f7e4-8718-480b-bb95-47774b6c3b92" providerId="ADAL" clId="{9743B614-4FF2-4AFA-86D4-6B423E6FEC28}" dt="2025-08-20T06:12:05.201" v="6384" actId="1076"/>
          <ac:grpSpMkLst>
            <pc:docMk/>
            <pc:sldMk cId="1666834015" sldId="2147479180"/>
            <ac:grpSpMk id="15" creationId="{18C8FCA9-C769-65C9-6B6F-FAD7A862DA9C}"/>
          </ac:grpSpMkLst>
        </pc:grpChg>
        <pc:grpChg chg="mod">
          <ac:chgData name="Simran Assi" userId="e151f7e4-8718-480b-bb95-47774b6c3b92" providerId="ADAL" clId="{9743B614-4FF2-4AFA-86D4-6B423E6FEC28}" dt="2025-08-20T06:12:05.201" v="6384" actId="1076"/>
          <ac:grpSpMkLst>
            <pc:docMk/>
            <pc:sldMk cId="1666834015" sldId="2147479180"/>
            <ac:grpSpMk id="17" creationId="{952B574B-FEC2-01F9-0750-555750597863}"/>
          </ac:grpSpMkLst>
        </pc:grpChg>
        <pc:picChg chg="add mod">
          <ac:chgData name="Simran Assi" userId="e151f7e4-8718-480b-bb95-47774b6c3b92" providerId="ADAL" clId="{9743B614-4FF2-4AFA-86D4-6B423E6FEC28}" dt="2025-08-20T06:07:27.383" v="6264" actId="1076"/>
          <ac:picMkLst>
            <pc:docMk/>
            <pc:sldMk cId="1666834015" sldId="2147479180"/>
            <ac:picMk id="9" creationId="{39E9EE11-2EDC-B6D0-6083-CA9BCE632B2F}"/>
          </ac:picMkLst>
        </pc:picChg>
        <pc:picChg chg="mod">
          <ac:chgData name="Simran Assi" userId="e151f7e4-8718-480b-bb95-47774b6c3b92" providerId="ADAL" clId="{9743B614-4FF2-4AFA-86D4-6B423E6FEC28}" dt="2025-08-20T06:12:05.201" v="6384" actId="1076"/>
          <ac:picMkLst>
            <pc:docMk/>
            <pc:sldMk cId="1666834015" sldId="2147479180"/>
            <ac:picMk id="16" creationId="{72934F4E-7E9F-6BF1-3482-593E7BA1F236}"/>
          </ac:picMkLst>
        </pc:picChg>
        <pc:picChg chg="mod">
          <ac:chgData name="Simran Assi" userId="e151f7e4-8718-480b-bb95-47774b6c3b92" providerId="ADAL" clId="{9743B614-4FF2-4AFA-86D4-6B423E6FEC28}" dt="2025-08-20T06:12:05.201" v="6384" actId="1076"/>
          <ac:picMkLst>
            <pc:docMk/>
            <pc:sldMk cId="1666834015" sldId="2147479180"/>
            <ac:picMk id="18" creationId="{EEFB254A-AB29-32CD-9349-36BCE93C1B2E}"/>
          </ac:picMkLst>
        </pc:picChg>
        <pc:picChg chg="mod">
          <ac:chgData name="Simran Assi" userId="e151f7e4-8718-480b-bb95-47774b6c3b92" providerId="ADAL" clId="{9743B614-4FF2-4AFA-86D4-6B423E6FEC28}" dt="2025-08-20T06:12:05.201" v="6384" actId="1076"/>
          <ac:picMkLst>
            <pc:docMk/>
            <pc:sldMk cId="1666834015" sldId="2147479180"/>
            <ac:picMk id="19" creationId="{7FEEBE6C-9E4C-8C9C-275C-59768A429619}"/>
          </ac:picMkLst>
        </pc:picChg>
        <pc:picChg chg="mod">
          <ac:chgData name="Simran Assi" userId="e151f7e4-8718-480b-bb95-47774b6c3b92" providerId="ADAL" clId="{9743B614-4FF2-4AFA-86D4-6B423E6FEC28}" dt="2025-08-20T06:12:05.201" v="6384" actId="1076"/>
          <ac:picMkLst>
            <pc:docMk/>
            <pc:sldMk cId="1666834015" sldId="2147479180"/>
            <ac:picMk id="20" creationId="{90C7BB87-02AC-679D-3713-A134C6E2E443}"/>
          </ac:picMkLst>
        </pc:picChg>
        <pc:picChg chg="mod">
          <ac:chgData name="Simran Assi" userId="e151f7e4-8718-480b-bb95-47774b6c3b92" providerId="ADAL" clId="{9743B614-4FF2-4AFA-86D4-6B423E6FEC28}" dt="2025-08-20T06:12:05.201" v="6384" actId="1076"/>
          <ac:picMkLst>
            <pc:docMk/>
            <pc:sldMk cId="1666834015" sldId="2147479180"/>
            <ac:picMk id="21" creationId="{3DF6C27C-CAEF-E153-C353-A91118E6C5F5}"/>
          </ac:picMkLst>
        </pc:picChg>
        <pc:picChg chg="mod">
          <ac:chgData name="Simran Assi" userId="e151f7e4-8718-480b-bb95-47774b6c3b92" providerId="ADAL" clId="{9743B614-4FF2-4AFA-86D4-6B423E6FEC28}" dt="2025-08-20T06:12:10.897" v="6386" actId="1076"/>
          <ac:picMkLst>
            <pc:docMk/>
            <pc:sldMk cId="1666834015" sldId="2147479180"/>
            <ac:picMk id="3074" creationId="{A47731AE-B8EC-06A2-DB12-056F34B5126E}"/>
          </ac:picMkLst>
        </pc:picChg>
      </pc:sldChg>
      <pc:sldChg chg="del">
        <pc:chgData name="Simran Assi" userId="e151f7e4-8718-480b-bb95-47774b6c3b92" providerId="ADAL" clId="{9743B614-4FF2-4AFA-86D4-6B423E6FEC28}" dt="2025-08-20T06:08:41.257" v="6290" actId="47"/>
        <pc:sldMkLst>
          <pc:docMk/>
          <pc:sldMk cId="244416356" sldId="2147479182"/>
        </pc:sldMkLst>
      </pc:sldChg>
      <pc:sldChg chg="del">
        <pc:chgData name="Simran Assi" userId="e151f7e4-8718-480b-bb95-47774b6c3b92" providerId="ADAL" clId="{9743B614-4FF2-4AFA-86D4-6B423E6FEC28}" dt="2025-08-20T02:42:58.191" v="568" actId="47"/>
        <pc:sldMkLst>
          <pc:docMk/>
          <pc:sldMk cId="2980414184" sldId="2147479205"/>
        </pc:sldMkLst>
      </pc:sldChg>
      <pc:sldChg chg="del">
        <pc:chgData name="Simran Assi" userId="e151f7e4-8718-480b-bb95-47774b6c3b92" providerId="ADAL" clId="{9743B614-4FF2-4AFA-86D4-6B423E6FEC28}" dt="2025-08-20T02:42:55.013" v="564" actId="47"/>
        <pc:sldMkLst>
          <pc:docMk/>
          <pc:sldMk cId="2448524355" sldId="2147479216"/>
        </pc:sldMkLst>
      </pc:sldChg>
      <pc:sldChg chg="del">
        <pc:chgData name="Simran Assi" userId="e151f7e4-8718-480b-bb95-47774b6c3b92" providerId="ADAL" clId="{9743B614-4FF2-4AFA-86D4-6B423E6FEC28}" dt="2025-08-20T02:42:49.486" v="558" actId="47"/>
        <pc:sldMkLst>
          <pc:docMk/>
          <pc:sldMk cId="4036057875" sldId="2147479217"/>
        </pc:sldMkLst>
      </pc:sldChg>
      <pc:sldChg chg="del">
        <pc:chgData name="Simran Assi" userId="e151f7e4-8718-480b-bb95-47774b6c3b92" providerId="ADAL" clId="{9743B614-4FF2-4AFA-86D4-6B423E6FEC28}" dt="2025-08-20T02:42:52.567" v="561" actId="47"/>
        <pc:sldMkLst>
          <pc:docMk/>
          <pc:sldMk cId="2676815573" sldId="2147479218"/>
        </pc:sldMkLst>
      </pc:sldChg>
      <pc:sldChg chg="del">
        <pc:chgData name="Simran Assi" userId="e151f7e4-8718-480b-bb95-47774b6c3b92" providerId="ADAL" clId="{9743B614-4FF2-4AFA-86D4-6B423E6FEC28}" dt="2025-08-20T05:30:22.657" v="4735" actId="47"/>
        <pc:sldMkLst>
          <pc:docMk/>
          <pc:sldMk cId="2631141317" sldId="2147479221"/>
        </pc:sldMkLst>
      </pc:sldChg>
      <pc:sldChg chg="addSp delSp modSp mod">
        <pc:chgData name="Simran Assi" userId="e151f7e4-8718-480b-bb95-47774b6c3b92" providerId="ADAL" clId="{9743B614-4FF2-4AFA-86D4-6B423E6FEC28}" dt="2025-08-20T05:30:15.798" v="4733" actId="14100"/>
        <pc:sldMkLst>
          <pc:docMk/>
          <pc:sldMk cId="761381504" sldId="2147479222"/>
        </pc:sldMkLst>
        <pc:spChg chg="mod">
          <ac:chgData name="Simran Assi" userId="e151f7e4-8718-480b-bb95-47774b6c3b92" providerId="ADAL" clId="{9743B614-4FF2-4AFA-86D4-6B423E6FEC28}" dt="2025-08-20T05:29:21.805" v="4708" actId="1036"/>
          <ac:spMkLst>
            <pc:docMk/>
            <pc:sldMk cId="761381504" sldId="2147479222"/>
            <ac:spMk id="3" creationId="{2A3C718B-AACB-4960-A0B6-625E82ED7571}"/>
          </ac:spMkLst>
        </pc:spChg>
        <pc:spChg chg="mod">
          <ac:chgData name="Simran Assi" userId="e151f7e4-8718-480b-bb95-47774b6c3b92" providerId="ADAL" clId="{9743B614-4FF2-4AFA-86D4-6B423E6FEC28}" dt="2025-08-20T05:29:21.805" v="4708" actId="1036"/>
          <ac:spMkLst>
            <pc:docMk/>
            <pc:sldMk cId="761381504" sldId="2147479222"/>
            <ac:spMk id="4" creationId="{ECB7A10B-FE42-E7B4-DC64-7EEE0E6BD6C3}"/>
          </ac:spMkLst>
        </pc:spChg>
        <pc:spChg chg="add del">
          <ac:chgData name="Simran Assi" userId="e151f7e4-8718-480b-bb95-47774b6c3b92" providerId="ADAL" clId="{9743B614-4FF2-4AFA-86D4-6B423E6FEC28}" dt="2025-08-20T05:21:46.060" v="4118" actId="22"/>
          <ac:spMkLst>
            <pc:docMk/>
            <pc:sldMk cId="761381504" sldId="2147479222"/>
            <ac:spMk id="7" creationId="{35F36C58-41F0-CA0A-E98F-A28201A2EC5C}"/>
          </ac:spMkLst>
        </pc:spChg>
        <pc:spChg chg="add mod">
          <ac:chgData name="Simran Assi" userId="e151f7e4-8718-480b-bb95-47774b6c3b92" providerId="ADAL" clId="{9743B614-4FF2-4AFA-86D4-6B423E6FEC28}" dt="2025-08-20T05:22:37.289" v="4142" actId="14100"/>
          <ac:spMkLst>
            <pc:docMk/>
            <pc:sldMk cId="761381504" sldId="2147479222"/>
            <ac:spMk id="9" creationId="{96F27397-7AB2-B176-023B-6B38DA6E012A}"/>
          </ac:spMkLst>
        </pc:spChg>
        <pc:spChg chg="add mod">
          <ac:chgData name="Simran Assi" userId="e151f7e4-8718-480b-bb95-47774b6c3b92" providerId="ADAL" clId="{9743B614-4FF2-4AFA-86D4-6B423E6FEC28}" dt="2025-08-20T05:23:12.138" v="4148" actId="14100"/>
          <ac:spMkLst>
            <pc:docMk/>
            <pc:sldMk cId="761381504" sldId="2147479222"/>
            <ac:spMk id="10" creationId="{6BFDFC53-CB34-D6F1-84E6-88CEB8490F3F}"/>
          </ac:spMkLst>
        </pc:spChg>
        <pc:spChg chg="add del mod">
          <ac:chgData name="Simran Assi" userId="e151f7e4-8718-480b-bb95-47774b6c3b92" providerId="ADAL" clId="{9743B614-4FF2-4AFA-86D4-6B423E6FEC28}" dt="2025-08-20T05:27:09.828" v="4526" actId="478"/>
          <ac:spMkLst>
            <pc:docMk/>
            <pc:sldMk cId="761381504" sldId="2147479222"/>
            <ac:spMk id="14" creationId="{FD29F656-38A0-A0F4-412C-68112EA2DFC2}"/>
          </ac:spMkLst>
        </pc:spChg>
        <pc:spChg chg="add del mod">
          <ac:chgData name="Simran Assi" userId="e151f7e4-8718-480b-bb95-47774b6c3b92" providerId="ADAL" clId="{9743B614-4FF2-4AFA-86D4-6B423E6FEC28}" dt="2025-08-20T05:27:07.895" v="4525" actId="478"/>
          <ac:spMkLst>
            <pc:docMk/>
            <pc:sldMk cId="761381504" sldId="2147479222"/>
            <ac:spMk id="15" creationId="{1E9072B8-895B-746C-CE3A-558F716F176D}"/>
          </ac:spMkLst>
        </pc:spChg>
        <pc:spChg chg="add del mod">
          <ac:chgData name="Simran Assi" userId="e151f7e4-8718-480b-bb95-47774b6c3b92" providerId="ADAL" clId="{9743B614-4FF2-4AFA-86D4-6B423E6FEC28}" dt="2025-08-20T05:27:17.067" v="4532" actId="478"/>
          <ac:spMkLst>
            <pc:docMk/>
            <pc:sldMk cId="761381504" sldId="2147479222"/>
            <ac:spMk id="16" creationId="{C6F1743D-984D-ADF1-9DC9-553602934DAB}"/>
          </ac:spMkLst>
        </pc:spChg>
        <pc:spChg chg="add del mod">
          <ac:chgData name="Simran Assi" userId="e151f7e4-8718-480b-bb95-47774b6c3b92" providerId="ADAL" clId="{9743B614-4FF2-4AFA-86D4-6B423E6FEC28}" dt="2025-08-20T05:27:23.738" v="4535" actId="478"/>
          <ac:spMkLst>
            <pc:docMk/>
            <pc:sldMk cId="761381504" sldId="2147479222"/>
            <ac:spMk id="17" creationId="{918701FE-76A1-90D0-04CB-E34E88CD8913}"/>
          </ac:spMkLst>
        </pc:spChg>
        <pc:spChg chg="add mod">
          <ac:chgData name="Simran Assi" userId="e151f7e4-8718-480b-bb95-47774b6c3b92" providerId="ADAL" clId="{9743B614-4FF2-4AFA-86D4-6B423E6FEC28}" dt="2025-08-20T05:29:03.260" v="4655" actId="1035"/>
          <ac:spMkLst>
            <pc:docMk/>
            <pc:sldMk cId="761381504" sldId="2147479222"/>
            <ac:spMk id="18" creationId="{6CE919B7-E522-DB71-1FEB-C85A9BBB6A53}"/>
          </ac:spMkLst>
        </pc:spChg>
        <pc:spChg chg="add mod">
          <ac:chgData name="Simran Assi" userId="e151f7e4-8718-480b-bb95-47774b6c3b92" providerId="ADAL" clId="{9743B614-4FF2-4AFA-86D4-6B423E6FEC28}" dt="2025-08-20T05:29:03.260" v="4655" actId="1035"/>
          <ac:spMkLst>
            <pc:docMk/>
            <pc:sldMk cId="761381504" sldId="2147479222"/>
            <ac:spMk id="19" creationId="{1D343AD3-F932-0377-1DE7-DEAB2F86D812}"/>
          </ac:spMkLst>
        </pc:spChg>
        <pc:spChg chg="add mod">
          <ac:chgData name="Simran Assi" userId="e151f7e4-8718-480b-bb95-47774b6c3b92" providerId="ADAL" clId="{9743B614-4FF2-4AFA-86D4-6B423E6FEC28}" dt="2025-08-20T05:26:42.222" v="4450" actId="571"/>
          <ac:spMkLst>
            <pc:docMk/>
            <pc:sldMk cId="761381504" sldId="2147479222"/>
            <ac:spMk id="20" creationId="{5811FF87-BB7F-312E-09AC-6627142476BB}"/>
          </ac:spMkLst>
        </pc:spChg>
        <pc:spChg chg="add mod">
          <ac:chgData name="Simran Assi" userId="e151f7e4-8718-480b-bb95-47774b6c3b92" providerId="ADAL" clId="{9743B614-4FF2-4AFA-86D4-6B423E6FEC28}" dt="2025-08-20T05:29:08.712" v="4677" actId="1036"/>
          <ac:spMkLst>
            <pc:docMk/>
            <pc:sldMk cId="761381504" sldId="2147479222"/>
            <ac:spMk id="21" creationId="{3FF9D864-0167-7547-C99C-6EA5D64BA294}"/>
          </ac:spMkLst>
        </pc:spChg>
        <pc:spChg chg="add mod">
          <ac:chgData name="Simran Assi" userId="e151f7e4-8718-480b-bb95-47774b6c3b92" providerId="ADAL" clId="{9743B614-4FF2-4AFA-86D4-6B423E6FEC28}" dt="2025-08-20T05:29:14.158" v="4691" actId="14100"/>
          <ac:spMkLst>
            <pc:docMk/>
            <pc:sldMk cId="761381504" sldId="2147479222"/>
            <ac:spMk id="22" creationId="{0636D35A-8FF1-B64C-0C4F-6FDFB6BC85BD}"/>
          </ac:spMkLst>
        </pc:spChg>
        <pc:spChg chg="add mod">
          <ac:chgData name="Simran Assi" userId="e151f7e4-8718-480b-bb95-47774b6c3b92" providerId="ADAL" clId="{9743B614-4FF2-4AFA-86D4-6B423E6FEC28}" dt="2025-08-20T05:28:59.675" v="4646" actId="1035"/>
          <ac:spMkLst>
            <pc:docMk/>
            <pc:sldMk cId="761381504" sldId="2147479222"/>
            <ac:spMk id="23" creationId="{E73F97F7-0010-3554-F803-B962E13CF2D1}"/>
          </ac:spMkLst>
        </pc:spChg>
        <pc:spChg chg="add mod">
          <ac:chgData name="Simran Assi" userId="e151f7e4-8718-480b-bb95-47774b6c3b92" providerId="ADAL" clId="{9743B614-4FF2-4AFA-86D4-6B423E6FEC28}" dt="2025-08-20T05:27:48.476" v="4544" actId="404"/>
          <ac:spMkLst>
            <pc:docMk/>
            <pc:sldMk cId="761381504" sldId="2147479222"/>
            <ac:spMk id="24" creationId="{A14C8CFC-E8F3-1535-982B-A28636F53B0E}"/>
          </ac:spMkLst>
        </pc:spChg>
        <pc:spChg chg="add mod">
          <ac:chgData name="Simran Assi" userId="e151f7e4-8718-480b-bb95-47774b6c3b92" providerId="ADAL" clId="{9743B614-4FF2-4AFA-86D4-6B423E6FEC28}" dt="2025-08-20T05:30:15.798" v="4733" actId="14100"/>
          <ac:spMkLst>
            <pc:docMk/>
            <pc:sldMk cId="761381504" sldId="2147479222"/>
            <ac:spMk id="25" creationId="{B1679C97-A5F9-B6A7-C443-C680411EC90F}"/>
          </ac:spMkLst>
        </pc:spChg>
        <pc:spChg chg="add mod">
          <ac:chgData name="Simran Assi" userId="e151f7e4-8718-480b-bb95-47774b6c3b92" providerId="ADAL" clId="{9743B614-4FF2-4AFA-86D4-6B423E6FEC28}" dt="2025-08-20T05:30:05.638" v="4729" actId="20577"/>
          <ac:spMkLst>
            <pc:docMk/>
            <pc:sldMk cId="761381504" sldId="2147479222"/>
            <ac:spMk id="26" creationId="{751E2A8E-B6CE-A518-3271-20C9AF3F43A2}"/>
          </ac:spMkLst>
        </pc:spChg>
        <pc:picChg chg="mod">
          <ac:chgData name="Simran Assi" userId="e151f7e4-8718-480b-bb95-47774b6c3b92" providerId="ADAL" clId="{9743B614-4FF2-4AFA-86D4-6B423E6FEC28}" dt="2025-08-20T05:27:58.028" v="4550" actId="1076"/>
          <ac:picMkLst>
            <pc:docMk/>
            <pc:sldMk cId="761381504" sldId="2147479222"/>
            <ac:picMk id="5" creationId="{0C30F740-1844-0B2B-5AF2-C0AE0845D9AC}"/>
          </ac:picMkLst>
        </pc:picChg>
        <pc:picChg chg="add del mod modCrop">
          <ac:chgData name="Simran Assi" userId="e151f7e4-8718-480b-bb95-47774b6c3b92" providerId="ADAL" clId="{9743B614-4FF2-4AFA-86D4-6B423E6FEC28}" dt="2025-08-20T05:23:46.715" v="4158" actId="478"/>
          <ac:picMkLst>
            <pc:docMk/>
            <pc:sldMk cId="761381504" sldId="2147479222"/>
            <ac:picMk id="11" creationId="{7939C403-153C-E15F-C027-60D7F5572776}"/>
          </ac:picMkLst>
        </pc:picChg>
        <pc:picChg chg="add mod modCrop">
          <ac:chgData name="Simran Assi" userId="e151f7e4-8718-480b-bb95-47774b6c3b92" providerId="ADAL" clId="{9743B614-4FF2-4AFA-86D4-6B423E6FEC28}" dt="2025-08-20T05:24:57.698" v="4183" actId="1076"/>
          <ac:picMkLst>
            <pc:docMk/>
            <pc:sldMk cId="761381504" sldId="2147479222"/>
            <ac:picMk id="12" creationId="{ED5D0E87-047E-D87D-065F-87121197B3B5}"/>
          </ac:picMkLst>
        </pc:picChg>
        <pc:picChg chg="add mod modCrop">
          <ac:chgData name="Simran Assi" userId="e151f7e4-8718-480b-bb95-47774b6c3b92" providerId="ADAL" clId="{9743B614-4FF2-4AFA-86D4-6B423E6FEC28}" dt="2025-08-20T05:25:14.495" v="4185" actId="1076"/>
          <ac:picMkLst>
            <pc:docMk/>
            <pc:sldMk cId="761381504" sldId="2147479222"/>
            <ac:picMk id="13" creationId="{56846BC5-B7EB-4664-0D78-BDD92ED4ED28}"/>
          </ac:picMkLst>
        </pc:picChg>
      </pc:sldChg>
      <pc:sldChg chg="del">
        <pc:chgData name="Simran Assi" userId="e151f7e4-8718-480b-bb95-47774b6c3b92" providerId="ADAL" clId="{9743B614-4FF2-4AFA-86D4-6B423E6FEC28}" dt="2025-08-20T02:42:57.490" v="567" actId="47"/>
        <pc:sldMkLst>
          <pc:docMk/>
          <pc:sldMk cId="1771174654" sldId="2147479225"/>
        </pc:sldMkLst>
      </pc:sldChg>
      <pc:sldChg chg="addSp delSp modSp mod">
        <pc:chgData name="Simran Assi" userId="e151f7e4-8718-480b-bb95-47774b6c3b92" providerId="ADAL" clId="{9743B614-4FF2-4AFA-86D4-6B423E6FEC28}" dt="2025-08-20T05:21:28.564" v="4114" actId="1035"/>
        <pc:sldMkLst>
          <pc:docMk/>
          <pc:sldMk cId="2855865388" sldId="2147479232"/>
        </pc:sldMkLst>
        <pc:spChg chg="mod">
          <ac:chgData name="Simran Assi" userId="e151f7e4-8718-480b-bb95-47774b6c3b92" providerId="ADAL" clId="{9743B614-4FF2-4AFA-86D4-6B423E6FEC28}" dt="2025-08-20T05:20:36.211" v="3771" actId="20577"/>
          <ac:spMkLst>
            <pc:docMk/>
            <pc:sldMk cId="2855865388" sldId="2147479232"/>
            <ac:spMk id="3" creationId="{2A3C718B-AACB-4960-A0B6-625E82ED7571}"/>
          </ac:spMkLst>
        </pc:spChg>
        <pc:spChg chg="add del">
          <ac:chgData name="Simran Assi" userId="e151f7e4-8718-480b-bb95-47774b6c3b92" providerId="ADAL" clId="{9743B614-4FF2-4AFA-86D4-6B423E6FEC28}" dt="2025-08-20T05:15:47.805" v="3482" actId="22"/>
          <ac:spMkLst>
            <pc:docMk/>
            <pc:sldMk cId="2855865388" sldId="2147479232"/>
            <ac:spMk id="6" creationId="{AD10BF56-A11C-AF88-9BE5-73E9EC02BD08}"/>
          </ac:spMkLst>
        </pc:spChg>
        <pc:spChg chg="add mod">
          <ac:chgData name="Simran Assi" userId="e151f7e4-8718-480b-bb95-47774b6c3b92" providerId="ADAL" clId="{9743B614-4FF2-4AFA-86D4-6B423E6FEC28}" dt="2025-08-20T05:17:21.120" v="3525" actId="14100"/>
          <ac:spMkLst>
            <pc:docMk/>
            <pc:sldMk cId="2855865388" sldId="2147479232"/>
            <ac:spMk id="8" creationId="{549A589E-98D9-8E0F-4B97-940BC4FB8B4D}"/>
          </ac:spMkLst>
        </pc:spChg>
        <pc:spChg chg="add mod">
          <ac:chgData name="Simran Assi" userId="e151f7e4-8718-480b-bb95-47774b6c3b92" providerId="ADAL" clId="{9743B614-4FF2-4AFA-86D4-6B423E6FEC28}" dt="2025-08-20T05:17:29.078" v="3531" actId="1035"/>
          <ac:spMkLst>
            <pc:docMk/>
            <pc:sldMk cId="2855865388" sldId="2147479232"/>
            <ac:spMk id="13" creationId="{F737AAD0-E5BE-F648-C89E-861C6C51CDEB}"/>
          </ac:spMkLst>
        </pc:spChg>
        <pc:spChg chg="add mod">
          <ac:chgData name="Simran Assi" userId="e151f7e4-8718-480b-bb95-47774b6c3b92" providerId="ADAL" clId="{9743B614-4FF2-4AFA-86D4-6B423E6FEC28}" dt="2025-08-20T05:21:28.564" v="4114" actId="1035"/>
          <ac:spMkLst>
            <pc:docMk/>
            <pc:sldMk cId="2855865388" sldId="2147479232"/>
            <ac:spMk id="14" creationId="{1B3F49A0-5857-9B5D-1363-2A022D1A99D1}"/>
          </ac:spMkLst>
        </pc:spChg>
        <pc:spChg chg="add del mod">
          <ac:chgData name="Simran Assi" userId="e151f7e4-8718-480b-bb95-47774b6c3b92" providerId="ADAL" clId="{9743B614-4FF2-4AFA-86D4-6B423E6FEC28}" dt="2025-08-20T05:20:26.894" v="3743" actId="21"/>
          <ac:spMkLst>
            <pc:docMk/>
            <pc:sldMk cId="2855865388" sldId="2147479232"/>
            <ac:spMk id="15" creationId="{862400E3-0AE8-7142-6CBF-32817DD890CC}"/>
          </ac:spMkLst>
        </pc:spChg>
        <pc:spChg chg="add del mod">
          <ac:chgData name="Simran Assi" userId="e151f7e4-8718-480b-bb95-47774b6c3b92" providerId="ADAL" clId="{9743B614-4FF2-4AFA-86D4-6B423E6FEC28}" dt="2025-08-20T05:20:26.894" v="3743" actId="21"/>
          <ac:spMkLst>
            <pc:docMk/>
            <pc:sldMk cId="2855865388" sldId="2147479232"/>
            <ac:spMk id="16" creationId="{2AD6FFDF-7689-FB33-3012-D18F18BEE8AA}"/>
          </ac:spMkLst>
        </pc:spChg>
        <pc:spChg chg="add del mod">
          <ac:chgData name="Simran Assi" userId="e151f7e4-8718-480b-bb95-47774b6c3b92" providerId="ADAL" clId="{9743B614-4FF2-4AFA-86D4-6B423E6FEC28}" dt="2025-08-20T05:20:26.894" v="3743" actId="21"/>
          <ac:spMkLst>
            <pc:docMk/>
            <pc:sldMk cId="2855865388" sldId="2147479232"/>
            <ac:spMk id="17" creationId="{D9CC64AE-410B-CEFF-C587-151711339E17}"/>
          </ac:spMkLst>
        </pc:spChg>
        <pc:spChg chg="add del mod">
          <ac:chgData name="Simran Assi" userId="e151f7e4-8718-480b-bb95-47774b6c3b92" providerId="ADAL" clId="{9743B614-4FF2-4AFA-86D4-6B423E6FEC28}" dt="2025-08-20T05:20:26.894" v="3743" actId="21"/>
          <ac:spMkLst>
            <pc:docMk/>
            <pc:sldMk cId="2855865388" sldId="2147479232"/>
            <ac:spMk id="18" creationId="{0F362141-2DDD-2C86-D61E-D2295D408C40}"/>
          </ac:spMkLst>
        </pc:spChg>
        <pc:spChg chg="add del mod">
          <ac:chgData name="Simran Assi" userId="e151f7e4-8718-480b-bb95-47774b6c3b92" providerId="ADAL" clId="{9743B614-4FF2-4AFA-86D4-6B423E6FEC28}" dt="2025-08-20T05:20:26.894" v="3743" actId="21"/>
          <ac:spMkLst>
            <pc:docMk/>
            <pc:sldMk cId="2855865388" sldId="2147479232"/>
            <ac:spMk id="20" creationId="{8CD4A592-AEFF-E7E1-B08C-A292E199EF3E}"/>
          </ac:spMkLst>
        </pc:spChg>
        <pc:spChg chg="add del mod">
          <ac:chgData name="Simran Assi" userId="e151f7e4-8718-480b-bb95-47774b6c3b92" providerId="ADAL" clId="{9743B614-4FF2-4AFA-86D4-6B423E6FEC28}" dt="2025-08-20T05:20:26.894" v="3743" actId="21"/>
          <ac:spMkLst>
            <pc:docMk/>
            <pc:sldMk cId="2855865388" sldId="2147479232"/>
            <ac:spMk id="22" creationId="{A3DE30F6-DCF0-79E8-880D-206EF3DBFD24}"/>
          </ac:spMkLst>
        </pc:spChg>
        <pc:spChg chg="add mod">
          <ac:chgData name="Simran Assi" userId="e151f7e4-8718-480b-bb95-47774b6c3b92" providerId="ADAL" clId="{9743B614-4FF2-4AFA-86D4-6B423E6FEC28}" dt="2025-08-20T05:21:20.048" v="4103" actId="14100"/>
          <ac:spMkLst>
            <pc:docMk/>
            <pc:sldMk cId="2855865388" sldId="2147479232"/>
            <ac:spMk id="23" creationId="{862400E3-0AE8-7142-6CBF-32817DD890CC}"/>
          </ac:spMkLst>
        </pc:spChg>
        <pc:spChg chg="add mod">
          <ac:chgData name="Simran Assi" userId="e151f7e4-8718-480b-bb95-47774b6c3b92" providerId="ADAL" clId="{9743B614-4FF2-4AFA-86D4-6B423E6FEC28}" dt="2025-08-20T05:20:42.845" v="3810" actId="1038"/>
          <ac:spMkLst>
            <pc:docMk/>
            <pc:sldMk cId="2855865388" sldId="2147479232"/>
            <ac:spMk id="24" creationId="{2AD6FFDF-7689-FB33-3012-D18F18BEE8AA}"/>
          </ac:spMkLst>
        </pc:spChg>
        <pc:spChg chg="add mod">
          <ac:chgData name="Simran Assi" userId="e151f7e4-8718-480b-bb95-47774b6c3b92" providerId="ADAL" clId="{9743B614-4FF2-4AFA-86D4-6B423E6FEC28}" dt="2025-08-20T05:21:10.663" v="4007" actId="14100"/>
          <ac:spMkLst>
            <pc:docMk/>
            <pc:sldMk cId="2855865388" sldId="2147479232"/>
            <ac:spMk id="25" creationId="{D9CC64AE-410B-CEFF-C587-151711339E17}"/>
          </ac:spMkLst>
        </pc:spChg>
        <pc:spChg chg="add mod">
          <ac:chgData name="Simran Assi" userId="e151f7e4-8718-480b-bb95-47774b6c3b92" providerId="ADAL" clId="{9743B614-4FF2-4AFA-86D4-6B423E6FEC28}" dt="2025-08-20T05:20:42.845" v="3810" actId="1038"/>
          <ac:spMkLst>
            <pc:docMk/>
            <pc:sldMk cId="2855865388" sldId="2147479232"/>
            <ac:spMk id="26" creationId="{0F362141-2DDD-2C86-D61E-D2295D408C40}"/>
          </ac:spMkLst>
        </pc:spChg>
        <pc:spChg chg="add mod">
          <ac:chgData name="Simran Assi" userId="e151f7e4-8718-480b-bb95-47774b6c3b92" providerId="ADAL" clId="{9743B614-4FF2-4AFA-86D4-6B423E6FEC28}" dt="2025-08-20T05:21:01.932" v="3899" actId="14100"/>
          <ac:spMkLst>
            <pc:docMk/>
            <pc:sldMk cId="2855865388" sldId="2147479232"/>
            <ac:spMk id="27" creationId="{8CD4A592-AEFF-E7E1-B08C-A292E199EF3E}"/>
          </ac:spMkLst>
        </pc:spChg>
        <pc:spChg chg="add mod">
          <ac:chgData name="Simran Assi" userId="e151f7e4-8718-480b-bb95-47774b6c3b92" providerId="ADAL" clId="{9743B614-4FF2-4AFA-86D4-6B423E6FEC28}" dt="2025-08-20T05:20:58.877" v="3898" actId="115"/>
          <ac:spMkLst>
            <pc:docMk/>
            <pc:sldMk cId="2855865388" sldId="2147479232"/>
            <ac:spMk id="28" creationId="{A3DE30F6-DCF0-79E8-880D-206EF3DBFD24}"/>
          </ac:spMkLst>
        </pc:spChg>
        <pc:picChg chg="mod">
          <ac:chgData name="Simran Assi" userId="e151f7e4-8718-480b-bb95-47774b6c3b92" providerId="ADAL" clId="{9743B614-4FF2-4AFA-86D4-6B423E6FEC28}" dt="2025-08-20T05:16:42.071" v="3507" actId="1076"/>
          <ac:picMkLst>
            <pc:docMk/>
            <pc:sldMk cId="2855865388" sldId="2147479232"/>
            <ac:picMk id="19" creationId="{865915B6-49F1-FBC8-9F0F-373DA155E362}"/>
          </ac:picMkLst>
        </pc:picChg>
      </pc:sldChg>
      <pc:sldChg chg="del">
        <pc:chgData name="Simran Assi" userId="e151f7e4-8718-480b-bb95-47774b6c3b92" providerId="ADAL" clId="{9743B614-4FF2-4AFA-86D4-6B423E6FEC28}" dt="2025-08-20T05:21:33.577" v="4116" actId="47"/>
        <pc:sldMkLst>
          <pc:docMk/>
          <pc:sldMk cId="3471058950" sldId="2147479233"/>
        </pc:sldMkLst>
      </pc:sldChg>
      <pc:sldChg chg="addSp modSp del">
        <pc:chgData name="Simran Assi" userId="e151f7e4-8718-480b-bb95-47774b6c3b92" providerId="ADAL" clId="{9743B614-4FF2-4AFA-86D4-6B423E6FEC28}" dt="2025-08-20T05:30:25.574" v="4736" actId="47"/>
        <pc:sldMkLst>
          <pc:docMk/>
          <pc:sldMk cId="1603936189" sldId="2147479239"/>
        </pc:sldMkLst>
        <pc:spChg chg="add mod">
          <ac:chgData name="Simran Assi" userId="e151f7e4-8718-480b-bb95-47774b6c3b92" providerId="ADAL" clId="{9743B614-4FF2-4AFA-86D4-6B423E6FEC28}" dt="2025-08-20T05:25:39.130" v="4213" actId="571"/>
          <ac:spMkLst>
            <pc:docMk/>
            <pc:sldMk cId="1603936189" sldId="2147479239"/>
            <ac:spMk id="2" creationId="{D63DD770-28C5-4417-FC08-A503CA675FE9}"/>
          </ac:spMkLst>
        </pc:spChg>
        <pc:spChg chg="add mod">
          <ac:chgData name="Simran Assi" userId="e151f7e4-8718-480b-bb95-47774b6c3b92" providerId="ADAL" clId="{9743B614-4FF2-4AFA-86D4-6B423E6FEC28}" dt="2025-08-20T05:25:39.130" v="4213" actId="571"/>
          <ac:spMkLst>
            <pc:docMk/>
            <pc:sldMk cId="1603936189" sldId="2147479239"/>
            <ac:spMk id="3" creationId="{3ABF46F4-1BE8-9A95-4AA3-6DC042FEC314}"/>
          </ac:spMkLst>
        </pc:spChg>
        <pc:spChg chg="add mod">
          <ac:chgData name="Simran Assi" userId="e151f7e4-8718-480b-bb95-47774b6c3b92" providerId="ADAL" clId="{9743B614-4FF2-4AFA-86D4-6B423E6FEC28}" dt="2025-08-20T05:25:39.130" v="4213" actId="571"/>
          <ac:spMkLst>
            <pc:docMk/>
            <pc:sldMk cId="1603936189" sldId="2147479239"/>
            <ac:spMk id="5" creationId="{38FAC6D6-6450-68F0-BF73-32CC88850FBF}"/>
          </ac:spMkLst>
        </pc:spChg>
        <pc:spChg chg="add mod">
          <ac:chgData name="Simran Assi" userId="e151f7e4-8718-480b-bb95-47774b6c3b92" providerId="ADAL" clId="{9743B614-4FF2-4AFA-86D4-6B423E6FEC28}" dt="2025-08-20T05:25:39.130" v="4213" actId="571"/>
          <ac:spMkLst>
            <pc:docMk/>
            <pc:sldMk cId="1603936189" sldId="2147479239"/>
            <ac:spMk id="12" creationId="{4E0CE081-9845-9B5E-DEC4-DA65D7F4E343}"/>
          </ac:spMkLst>
        </pc:spChg>
      </pc:sldChg>
      <pc:sldChg chg="addSp delSp del mod">
        <pc:chgData name="Simran Assi" userId="e151f7e4-8718-480b-bb95-47774b6c3b92" providerId="ADAL" clId="{9743B614-4FF2-4AFA-86D4-6B423E6FEC28}" dt="2025-08-20T04:14:09.020" v="3473" actId="47"/>
        <pc:sldMkLst>
          <pc:docMk/>
          <pc:sldMk cId="421513367" sldId="2147479245"/>
        </pc:sldMkLst>
        <pc:spChg chg="add del">
          <ac:chgData name="Simran Assi" userId="e151f7e4-8718-480b-bb95-47774b6c3b92" providerId="ADAL" clId="{9743B614-4FF2-4AFA-86D4-6B423E6FEC28}" dt="2025-08-20T04:08:44.899" v="3188" actId="22"/>
          <ac:spMkLst>
            <pc:docMk/>
            <pc:sldMk cId="421513367" sldId="2147479245"/>
            <ac:spMk id="5" creationId="{CAC96599-7F9E-3670-C3CB-27BD749AD8E7}"/>
          </ac:spMkLst>
        </pc:spChg>
      </pc:sldChg>
      <pc:sldChg chg="addSp delSp modSp mod">
        <pc:chgData name="Simran Assi" userId="e151f7e4-8718-480b-bb95-47774b6c3b92" providerId="ADAL" clId="{9743B614-4FF2-4AFA-86D4-6B423E6FEC28}" dt="2025-08-20T04:13:48.666" v="3470" actId="1035"/>
        <pc:sldMkLst>
          <pc:docMk/>
          <pc:sldMk cId="990604762" sldId="2147479246"/>
        </pc:sldMkLst>
        <pc:spChg chg="mod">
          <ac:chgData name="Simran Assi" userId="e151f7e4-8718-480b-bb95-47774b6c3b92" providerId="ADAL" clId="{9743B614-4FF2-4AFA-86D4-6B423E6FEC28}" dt="2025-08-20T04:06:45.794" v="3164" actId="948"/>
          <ac:spMkLst>
            <pc:docMk/>
            <pc:sldMk cId="990604762" sldId="2147479246"/>
            <ac:spMk id="3" creationId="{2A3C718B-AACB-4960-A0B6-625E82ED7571}"/>
          </ac:spMkLst>
        </pc:spChg>
        <pc:spChg chg="add del">
          <ac:chgData name="Simran Assi" userId="e151f7e4-8718-480b-bb95-47774b6c3b92" providerId="ADAL" clId="{9743B614-4FF2-4AFA-86D4-6B423E6FEC28}" dt="2025-08-20T04:07:06.733" v="3166" actId="22"/>
          <ac:spMkLst>
            <pc:docMk/>
            <pc:sldMk cId="990604762" sldId="2147479246"/>
            <ac:spMk id="6" creationId="{37B58073-42F5-1397-849F-30B547C2F1E8}"/>
          </ac:spMkLst>
        </pc:spChg>
        <pc:spChg chg="add mod">
          <ac:chgData name="Simran Assi" userId="e151f7e4-8718-480b-bb95-47774b6c3b92" providerId="ADAL" clId="{9743B614-4FF2-4AFA-86D4-6B423E6FEC28}" dt="2025-08-20T04:13:45.158" v="3469" actId="1036"/>
          <ac:spMkLst>
            <pc:docMk/>
            <pc:sldMk cId="990604762" sldId="2147479246"/>
            <ac:spMk id="8" creationId="{D9DC68D9-27B7-6673-EB51-CFF7C52CADBC}"/>
          </ac:spMkLst>
        </pc:spChg>
        <pc:spChg chg="add mod">
          <ac:chgData name="Simran Assi" userId="e151f7e4-8718-480b-bb95-47774b6c3b92" providerId="ADAL" clId="{9743B614-4FF2-4AFA-86D4-6B423E6FEC28}" dt="2025-08-20T04:13:48.666" v="3470" actId="1035"/>
          <ac:spMkLst>
            <pc:docMk/>
            <pc:sldMk cId="990604762" sldId="2147479246"/>
            <ac:spMk id="9" creationId="{9B8FA019-E83E-6B90-ADAA-F497DE1292DE}"/>
          </ac:spMkLst>
        </pc:spChg>
        <pc:spChg chg="add del">
          <ac:chgData name="Simran Assi" userId="e151f7e4-8718-480b-bb95-47774b6c3b92" providerId="ADAL" clId="{9743B614-4FF2-4AFA-86D4-6B423E6FEC28}" dt="2025-08-20T04:08:48.085" v="3190" actId="22"/>
          <ac:spMkLst>
            <pc:docMk/>
            <pc:sldMk cId="990604762" sldId="2147479246"/>
            <ac:spMk id="12" creationId="{451AC863-76A8-63F2-671D-88A3E70EBBCE}"/>
          </ac:spMkLst>
        </pc:spChg>
        <pc:spChg chg="add mod">
          <ac:chgData name="Simran Assi" userId="e151f7e4-8718-480b-bb95-47774b6c3b92" providerId="ADAL" clId="{9743B614-4FF2-4AFA-86D4-6B423E6FEC28}" dt="2025-08-20T04:10:41.821" v="3356" actId="1037"/>
          <ac:spMkLst>
            <pc:docMk/>
            <pc:sldMk cId="990604762" sldId="2147479246"/>
            <ac:spMk id="15" creationId="{2B36DE94-D98D-EBEA-58EB-EE2F0D69C69B}"/>
          </ac:spMkLst>
        </pc:spChg>
        <pc:spChg chg="add mod">
          <ac:chgData name="Simran Assi" userId="e151f7e4-8718-480b-bb95-47774b6c3b92" providerId="ADAL" clId="{9743B614-4FF2-4AFA-86D4-6B423E6FEC28}" dt="2025-08-20T04:10:49.088" v="3360" actId="1037"/>
          <ac:spMkLst>
            <pc:docMk/>
            <pc:sldMk cId="990604762" sldId="2147479246"/>
            <ac:spMk id="16" creationId="{07418362-70F7-D34F-7E73-00BCDFAD0786}"/>
          </ac:spMkLst>
        </pc:spChg>
        <pc:spChg chg="add mod">
          <ac:chgData name="Simran Assi" userId="e151f7e4-8718-480b-bb95-47774b6c3b92" providerId="ADAL" clId="{9743B614-4FF2-4AFA-86D4-6B423E6FEC28}" dt="2025-08-20T04:13:35.857" v="3452" actId="1076"/>
          <ac:spMkLst>
            <pc:docMk/>
            <pc:sldMk cId="990604762" sldId="2147479246"/>
            <ac:spMk id="17" creationId="{1E930901-2120-DDAE-93E3-695D6BC1FD61}"/>
          </ac:spMkLst>
        </pc:spChg>
        <pc:spChg chg="add del mod">
          <ac:chgData name="Simran Assi" userId="e151f7e4-8718-480b-bb95-47774b6c3b92" providerId="ADAL" clId="{9743B614-4FF2-4AFA-86D4-6B423E6FEC28}" dt="2025-08-20T04:12:45.218" v="3406" actId="478"/>
          <ac:spMkLst>
            <pc:docMk/>
            <pc:sldMk cId="990604762" sldId="2147479246"/>
            <ac:spMk id="18" creationId="{D5841F28-393A-FE06-FEA5-2144B21CB6AE}"/>
          </ac:spMkLst>
        </pc:spChg>
        <pc:spChg chg="add del mod">
          <ac:chgData name="Simran Assi" userId="e151f7e4-8718-480b-bb95-47774b6c3b92" providerId="ADAL" clId="{9743B614-4FF2-4AFA-86D4-6B423E6FEC28}" dt="2025-08-20T04:12:13.528" v="3395" actId="22"/>
          <ac:spMkLst>
            <pc:docMk/>
            <pc:sldMk cId="990604762" sldId="2147479246"/>
            <ac:spMk id="20" creationId="{59A01382-EEB7-60DC-A5E6-1798E207A619}"/>
          </ac:spMkLst>
        </pc:spChg>
        <pc:spChg chg="add del">
          <ac:chgData name="Simran Assi" userId="e151f7e4-8718-480b-bb95-47774b6c3b92" providerId="ADAL" clId="{9743B614-4FF2-4AFA-86D4-6B423E6FEC28}" dt="2025-08-20T04:12:15.746" v="3397" actId="22"/>
          <ac:spMkLst>
            <pc:docMk/>
            <pc:sldMk cId="990604762" sldId="2147479246"/>
            <ac:spMk id="22" creationId="{BD10FDE1-85CB-8DC4-BCE1-17FF9712A69C}"/>
          </ac:spMkLst>
        </pc:spChg>
        <pc:spChg chg="add del mod">
          <ac:chgData name="Simran Assi" userId="e151f7e4-8718-480b-bb95-47774b6c3b92" providerId="ADAL" clId="{9743B614-4FF2-4AFA-86D4-6B423E6FEC28}" dt="2025-08-20T04:12:57.774" v="3413" actId="478"/>
          <ac:spMkLst>
            <pc:docMk/>
            <pc:sldMk cId="990604762" sldId="2147479246"/>
            <ac:spMk id="24" creationId="{65F8FBBA-461C-1452-B939-7BEC4E4603C8}"/>
          </ac:spMkLst>
        </pc:spChg>
        <pc:picChg chg="mod">
          <ac:chgData name="Simran Assi" userId="e151f7e4-8718-480b-bb95-47774b6c3b92" providerId="ADAL" clId="{9743B614-4FF2-4AFA-86D4-6B423E6FEC28}" dt="2025-08-20T04:09:22.786" v="3198" actId="1076"/>
          <ac:picMkLst>
            <pc:docMk/>
            <pc:sldMk cId="990604762" sldId="2147479246"/>
            <ac:picMk id="13" creationId="{7529C4BB-2157-D66A-FA61-33A28BF70DF7}"/>
          </ac:picMkLst>
        </pc:picChg>
      </pc:sldChg>
      <pc:sldChg chg="modSp del mod modShow">
        <pc:chgData name="Simran Assi" userId="e151f7e4-8718-480b-bb95-47774b6c3b92" providerId="ADAL" clId="{9743B614-4FF2-4AFA-86D4-6B423E6FEC28}" dt="2025-08-20T03:33:06.076" v="2283" actId="47"/>
        <pc:sldMkLst>
          <pc:docMk/>
          <pc:sldMk cId="2934427986" sldId="2147479251"/>
        </pc:sldMkLst>
        <pc:picChg chg="mod modCrop">
          <ac:chgData name="Simran Assi" userId="e151f7e4-8718-480b-bb95-47774b6c3b92" providerId="ADAL" clId="{9743B614-4FF2-4AFA-86D4-6B423E6FEC28}" dt="2025-08-20T03:11:44.351" v="1361" actId="1076"/>
          <ac:picMkLst>
            <pc:docMk/>
            <pc:sldMk cId="2934427986" sldId="2147479251"/>
            <ac:picMk id="13" creationId="{CB7E36E4-0AFA-9162-BB7D-B16035F77824}"/>
          </ac:picMkLst>
        </pc:picChg>
      </pc:sldChg>
      <pc:sldChg chg="modSp del mod modShow">
        <pc:chgData name="Simran Assi" userId="e151f7e4-8718-480b-bb95-47774b6c3b92" providerId="ADAL" clId="{9743B614-4FF2-4AFA-86D4-6B423E6FEC28}" dt="2025-08-20T03:33:07.163" v="2284" actId="47"/>
        <pc:sldMkLst>
          <pc:docMk/>
          <pc:sldMk cId="3433347463" sldId="2147479252"/>
        </pc:sldMkLst>
        <pc:spChg chg="mod">
          <ac:chgData name="Simran Assi" userId="e151f7e4-8718-480b-bb95-47774b6c3b92" providerId="ADAL" clId="{9743B614-4FF2-4AFA-86D4-6B423E6FEC28}" dt="2025-08-20T03:13:14.949" v="1380" actId="1076"/>
          <ac:spMkLst>
            <pc:docMk/>
            <pc:sldMk cId="3433347463" sldId="2147479252"/>
            <ac:spMk id="29" creationId="{7BF9EAB6-3433-B571-3AA0-28747E4DC398}"/>
          </ac:spMkLst>
        </pc:spChg>
        <pc:spChg chg="mod">
          <ac:chgData name="Simran Assi" userId="e151f7e4-8718-480b-bb95-47774b6c3b92" providerId="ADAL" clId="{9743B614-4FF2-4AFA-86D4-6B423E6FEC28}" dt="2025-08-20T03:12:20.455" v="1364" actId="14100"/>
          <ac:spMkLst>
            <pc:docMk/>
            <pc:sldMk cId="3433347463" sldId="2147479252"/>
            <ac:spMk id="30" creationId="{BA0B0A21-1F84-4502-0EA3-147A4C222312}"/>
          </ac:spMkLst>
        </pc:spChg>
      </pc:sldChg>
      <pc:sldChg chg="del mod modShow">
        <pc:chgData name="Simran Assi" userId="e151f7e4-8718-480b-bb95-47774b6c3b92" providerId="ADAL" clId="{9743B614-4FF2-4AFA-86D4-6B423E6FEC28}" dt="2025-08-20T03:33:08.408" v="2285" actId="47"/>
        <pc:sldMkLst>
          <pc:docMk/>
          <pc:sldMk cId="940982025" sldId="2147479253"/>
        </pc:sldMkLst>
      </pc:sldChg>
      <pc:sldChg chg="add del mod modShow">
        <pc:chgData name="Simran Assi" userId="e151f7e4-8718-480b-bb95-47774b6c3b92" providerId="ADAL" clId="{9743B614-4FF2-4AFA-86D4-6B423E6FEC28}" dt="2025-08-20T03:32:57.527" v="2276" actId="47"/>
        <pc:sldMkLst>
          <pc:docMk/>
          <pc:sldMk cId="3939663531" sldId="2147479255"/>
        </pc:sldMkLst>
      </pc:sldChg>
      <pc:sldChg chg="addSp delSp modSp mod">
        <pc:chgData name="Simran Assi" userId="e151f7e4-8718-480b-bb95-47774b6c3b92" providerId="ADAL" clId="{9743B614-4FF2-4AFA-86D4-6B423E6FEC28}" dt="2025-08-20T03:23:36.839" v="2059" actId="14100"/>
        <pc:sldMkLst>
          <pc:docMk/>
          <pc:sldMk cId="1947352769" sldId="2147479256"/>
        </pc:sldMkLst>
        <pc:spChg chg="add mod">
          <ac:chgData name="Simran Assi" userId="e151f7e4-8718-480b-bb95-47774b6c3b92" providerId="ADAL" clId="{9743B614-4FF2-4AFA-86D4-6B423E6FEC28}" dt="2025-08-14T09:33:09.538" v="172" actId="14100"/>
          <ac:spMkLst>
            <pc:docMk/>
            <pc:sldMk cId="1947352769" sldId="2147479256"/>
            <ac:spMk id="6" creationId="{6028AEE4-5E42-3654-67D2-14879D21BC64}"/>
          </ac:spMkLst>
        </pc:spChg>
        <pc:spChg chg="add mod">
          <ac:chgData name="Simran Assi" userId="e151f7e4-8718-480b-bb95-47774b6c3b92" providerId="ADAL" clId="{9743B614-4FF2-4AFA-86D4-6B423E6FEC28}" dt="2025-08-18T03:48:59.244" v="193" actId="1076"/>
          <ac:spMkLst>
            <pc:docMk/>
            <pc:sldMk cId="1947352769" sldId="2147479256"/>
            <ac:spMk id="7" creationId="{E22FB630-6F2D-D991-ABFE-B475C48B78A8}"/>
          </ac:spMkLst>
        </pc:spChg>
        <pc:spChg chg="mod">
          <ac:chgData name="Simran Assi" userId="e151f7e4-8718-480b-bb95-47774b6c3b92" providerId="ADAL" clId="{9743B614-4FF2-4AFA-86D4-6B423E6FEC28}" dt="2025-08-20T03:23:36.839" v="2059" actId="14100"/>
          <ac:spMkLst>
            <pc:docMk/>
            <pc:sldMk cId="1947352769" sldId="2147479256"/>
            <ac:spMk id="16" creationId="{4AFB316D-8920-9ADE-FD9C-C7352F89757B}"/>
          </ac:spMkLst>
        </pc:spChg>
        <pc:picChg chg="mod">
          <ac:chgData name="Simran Assi" userId="e151f7e4-8718-480b-bb95-47774b6c3b92" providerId="ADAL" clId="{9743B614-4FF2-4AFA-86D4-6B423E6FEC28}" dt="2025-08-14T09:32:13.497" v="99" actId="1076"/>
          <ac:picMkLst>
            <pc:docMk/>
            <pc:sldMk cId="1947352769" sldId="2147479256"/>
            <ac:picMk id="18" creationId="{E965F685-FC7D-8FB8-AE01-36B9688647B5}"/>
          </ac:picMkLst>
        </pc:picChg>
      </pc:sldChg>
      <pc:sldChg chg="del mod modShow">
        <pc:chgData name="Simran Assi" userId="e151f7e4-8718-480b-bb95-47774b6c3b92" providerId="ADAL" clId="{9743B614-4FF2-4AFA-86D4-6B423E6FEC28}" dt="2025-08-20T03:33:00.338" v="2278" actId="47"/>
        <pc:sldMkLst>
          <pc:docMk/>
          <pc:sldMk cId="90167601" sldId="2147479257"/>
        </pc:sldMkLst>
      </pc:sldChg>
      <pc:sldChg chg="addSp delSp modSp mod">
        <pc:chgData name="Simran Assi" userId="e151f7e4-8718-480b-bb95-47774b6c3b92" providerId="ADAL" clId="{9743B614-4FF2-4AFA-86D4-6B423E6FEC28}" dt="2025-08-20T05:40:03.752" v="5471" actId="1035"/>
        <pc:sldMkLst>
          <pc:docMk/>
          <pc:sldMk cId="3200100071" sldId="2147479261"/>
        </pc:sldMkLst>
        <pc:spChg chg="add mod">
          <ac:chgData name="Simran Assi" userId="e151f7e4-8718-480b-bb95-47774b6c3b92" providerId="ADAL" clId="{9743B614-4FF2-4AFA-86D4-6B423E6FEC28}" dt="2025-08-20T05:32:46.101" v="4796" actId="1036"/>
          <ac:spMkLst>
            <pc:docMk/>
            <pc:sldMk cId="3200100071" sldId="2147479261"/>
            <ac:spMk id="2" creationId="{D2356BC8-4FF6-DD89-9355-4A7EF1E81280}"/>
          </ac:spMkLst>
        </pc:spChg>
        <pc:spChg chg="add mod">
          <ac:chgData name="Simran Assi" userId="e151f7e4-8718-480b-bb95-47774b6c3b92" providerId="ADAL" clId="{9743B614-4FF2-4AFA-86D4-6B423E6FEC28}" dt="2025-08-20T05:37:25.282" v="5088" actId="1038"/>
          <ac:spMkLst>
            <pc:docMk/>
            <pc:sldMk cId="3200100071" sldId="2147479261"/>
            <ac:spMk id="3" creationId="{84E32ECE-2BD4-6F80-03BD-893010C66527}"/>
          </ac:spMkLst>
        </pc:spChg>
        <pc:spChg chg="add mod">
          <ac:chgData name="Simran Assi" userId="e151f7e4-8718-480b-bb95-47774b6c3b92" providerId="ADAL" clId="{9743B614-4FF2-4AFA-86D4-6B423E6FEC28}" dt="2025-08-20T05:37:12.812" v="5064" actId="14100"/>
          <ac:spMkLst>
            <pc:docMk/>
            <pc:sldMk cId="3200100071" sldId="2147479261"/>
            <ac:spMk id="5" creationId="{37D3D5F6-E5D4-7026-03CE-6C4A7A7D25DF}"/>
          </ac:spMkLst>
        </pc:spChg>
        <pc:spChg chg="add del mod">
          <ac:chgData name="Simran Assi" userId="e151f7e4-8718-480b-bb95-47774b6c3b92" providerId="ADAL" clId="{9743B614-4FF2-4AFA-86D4-6B423E6FEC28}" dt="2025-08-20T05:34:25.960" v="4882" actId="478"/>
          <ac:spMkLst>
            <pc:docMk/>
            <pc:sldMk cId="3200100071" sldId="2147479261"/>
            <ac:spMk id="6" creationId="{3C1FECF3-96E4-441E-C622-E7CD2EA881B1}"/>
          </ac:spMkLst>
        </pc:spChg>
        <pc:spChg chg="add del mod">
          <ac:chgData name="Simran Assi" userId="e151f7e4-8718-480b-bb95-47774b6c3b92" providerId="ADAL" clId="{9743B614-4FF2-4AFA-86D4-6B423E6FEC28}" dt="2025-08-20T05:34:19.606" v="4877" actId="478"/>
          <ac:spMkLst>
            <pc:docMk/>
            <pc:sldMk cId="3200100071" sldId="2147479261"/>
            <ac:spMk id="7" creationId="{436780F2-F8E6-AE06-BFF0-45B76146571A}"/>
          </ac:spMkLst>
        </pc:spChg>
        <pc:spChg chg="add del mod">
          <ac:chgData name="Simran Assi" userId="e151f7e4-8718-480b-bb95-47774b6c3b92" providerId="ADAL" clId="{9743B614-4FF2-4AFA-86D4-6B423E6FEC28}" dt="2025-08-20T05:34:38.816" v="4950" actId="478"/>
          <ac:spMkLst>
            <pc:docMk/>
            <pc:sldMk cId="3200100071" sldId="2147479261"/>
            <ac:spMk id="8" creationId="{244D8798-223E-2D7B-A041-E6716A1E5091}"/>
          </ac:spMkLst>
        </pc:spChg>
        <pc:spChg chg="mod">
          <ac:chgData name="Simran Assi" userId="e151f7e4-8718-480b-bb95-47774b6c3b92" providerId="ADAL" clId="{9743B614-4FF2-4AFA-86D4-6B423E6FEC28}" dt="2025-08-20T05:32:25.141" v="4781" actId="1035"/>
          <ac:spMkLst>
            <pc:docMk/>
            <pc:sldMk cId="3200100071" sldId="2147479261"/>
            <ac:spMk id="9" creationId="{736D0A01-54D0-FDD8-84FD-B4BB930DB121}"/>
          </ac:spMkLst>
        </pc:spChg>
        <pc:spChg chg="add mod">
          <ac:chgData name="Simran Assi" userId="e151f7e4-8718-480b-bb95-47774b6c3b92" providerId="ADAL" clId="{9743B614-4FF2-4AFA-86D4-6B423E6FEC28}" dt="2025-08-20T05:37:40.763" v="5108" actId="1037"/>
          <ac:spMkLst>
            <pc:docMk/>
            <pc:sldMk cId="3200100071" sldId="2147479261"/>
            <ac:spMk id="11" creationId="{F174DFD3-06A1-B2FE-4997-452126B0A8AE}"/>
          </ac:spMkLst>
        </pc:spChg>
        <pc:spChg chg="add mod">
          <ac:chgData name="Simran Assi" userId="e151f7e4-8718-480b-bb95-47774b6c3b92" providerId="ADAL" clId="{9743B614-4FF2-4AFA-86D4-6B423E6FEC28}" dt="2025-08-20T05:36:58.849" v="5046" actId="14100"/>
          <ac:spMkLst>
            <pc:docMk/>
            <pc:sldMk cId="3200100071" sldId="2147479261"/>
            <ac:spMk id="12" creationId="{B1E3DAC6-364A-247D-2F65-3C37D9516A1A}"/>
          </ac:spMkLst>
        </pc:spChg>
        <pc:spChg chg="add del mod">
          <ac:chgData name="Simran Assi" userId="e151f7e4-8718-480b-bb95-47774b6c3b92" providerId="ADAL" clId="{9743B614-4FF2-4AFA-86D4-6B423E6FEC28}" dt="2025-08-20T05:34:53.321" v="4984" actId="478"/>
          <ac:spMkLst>
            <pc:docMk/>
            <pc:sldMk cId="3200100071" sldId="2147479261"/>
            <ac:spMk id="13" creationId="{6F98ED77-5D2E-7A4F-F0C3-2C1864218E7E}"/>
          </ac:spMkLst>
        </pc:spChg>
        <pc:spChg chg="add mod">
          <ac:chgData name="Simran Assi" userId="e151f7e4-8718-480b-bb95-47774b6c3b92" providerId="ADAL" clId="{9743B614-4FF2-4AFA-86D4-6B423E6FEC28}" dt="2025-08-20T05:36:58.849" v="5046" actId="14100"/>
          <ac:spMkLst>
            <pc:docMk/>
            <pc:sldMk cId="3200100071" sldId="2147479261"/>
            <ac:spMk id="14" creationId="{27F8D167-CD4A-3713-E7FF-9F9A9921AA51}"/>
          </ac:spMkLst>
        </pc:spChg>
        <pc:spChg chg="add mod">
          <ac:chgData name="Simran Assi" userId="e151f7e4-8718-480b-bb95-47774b6c3b92" providerId="ADAL" clId="{9743B614-4FF2-4AFA-86D4-6B423E6FEC28}" dt="2025-08-20T05:39:09.327" v="5251" actId="14100"/>
          <ac:spMkLst>
            <pc:docMk/>
            <pc:sldMk cId="3200100071" sldId="2147479261"/>
            <ac:spMk id="15" creationId="{6A543CC8-651C-E4F1-195B-E59350DB84C6}"/>
          </ac:spMkLst>
        </pc:spChg>
        <pc:spChg chg="add del">
          <ac:chgData name="Simran Assi" userId="e151f7e4-8718-480b-bb95-47774b6c3b92" providerId="ADAL" clId="{9743B614-4FF2-4AFA-86D4-6B423E6FEC28}" dt="2025-08-20T05:38:01.564" v="5112" actId="22"/>
          <ac:spMkLst>
            <pc:docMk/>
            <pc:sldMk cId="3200100071" sldId="2147479261"/>
            <ac:spMk id="18" creationId="{EC99ACB7-58B2-745A-89D7-9715890733F0}"/>
          </ac:spMkLst>
        </pc:spChg>
        <pc:spChg chg="add mod">
          <ac:chgData name="Simran Assi" userId="e151f7e4-8718-480b-bb95-47774b6c3b92" providerId="ADAL" clId="{9743B614-4FF2-4AFA-86D4-6B423E6FEC28}" dt="2025-08-20T05:39:28.074" v="5336" actId="1036"/>
          <ac:spMkLst>
            <pc:docMk/>
            <pc:sldMk cId="3200100071" sldId="2147479261"/>
            <ac:spMk id="20" creationId="{17883288-1CC9-C6EB-4440-7926328D5BF1}"/>
          </ac:spMkLst>
        </pc:spChg>
        <pc:spChg chg="add mod">
          <ac:chgData name="Simran Assi" userId="e151f7e4-8718-480b-bb95-47774b6c3b92" providerId="ADAL" clId="{9743B614-4FF2-4AFA-86D4-6B423E6FEC28}" dt="2025-08-20T05:39:54.851" v="5464" actId="20577"/>
          <ac:spMkLst>
            <pc:docMk/>
            <pc:sldMk cId="3200100071" sldId="2147479261"/>
            <ac:spMk id="21" creationId="{42018B77-BBBD-4864-11D1-BA31252D385E}"/>
          </ac:spMkLst>
        </pc:spChg>
        <pc:grpChg chg="add mod ord">
          <ac:chgData name="Simran Assi" userId="e151f7e4-8718-480b-bb95-47774b6c3b92" providerId="ADAL" clId="{9743B614-4FF2-4AFA-86D4-6B423E6FEC28}" dt="2025-08-20T05:40:03.752" v="5471" actId="1035"/>
          <ac:grpSpMkLst>
            <pc:docMk/>
            <pc:sldMk cId="3200100071" sldId="2147479261"/>
            <ac:grpSpMk id="16" creationId="{54B77FF9-A72C-3324-F8BB-8333C47914DC}"/>
          </ac:grpSpMkLst>
        </pc:grpChg>
        <pc:picChg chg="add mod">
          <ac:chgData name="Simran Assi" userId="e151f7e4-8718-480b-bb95-47774b6c3b92" providerId="ADAL" clId="{9743B614-4FF2-4AFA-86D4-6B423E6FEC28}" dt="2025-08-20T05:36:44.928" v="5020" actId="1035"/>
          <ac:picMkLst>
            <pc:docMk/>
            <pc:sldMk cId="3200100071" sldId="2147479261"/>
            <ac:picMk id="10" creationId="{27AD45D6-FFBC-7E97-BEFB-8F695D9736BE}"/>
          </ac:picMkLst>
        </pc:picChg>
      </pc:sldChg>
      <pc:sldChg chg="del">
        <pc:chgData name="Simran Assi" userId="e151f7e4-8718-480b-bb95-47774b6c3b92" providerId="ADAL" clId="{9743B614-4FF2-4AFA-86D4-6B423E6FEC28}" dt="2025-08-20T05:37:49.167" v="5109" actId="47"/>
        <pc:sldMkLst>
          <pc:docMk/>
          <pc:sldMk cId="3385523102" sldId="2147479262"/>
        </pc:sldMkLst>
      </pc:sldChg>
      <pc:sldChg chg="del">
        <pc:chgData name="Simran Assi" userId="e151f7e4-8718-480b-bb95-47774b6c3b92" providerId="ADAL" clId="{9743B614-4FF2-4AFA-86D4-6B423E6FEC28}" dt="2025-08-20T05:37:50.937" v="5110" actId="47"/>
        <pc:sldMkLst>
          <pc:docMk/>
          <pc:sldMk cId="17660629" sldId="2147479263"/>
        </pc:sldMkLst>
      </pc:sldChg>
      <pc:sldChg chg="del">
        <pc:chgData name="Simran Assi" userId="e151f7e4-8718-480b-bb95-47774b6c3b92" providerId="ADAL" clId="{9743B614-4FF2-4AFA-86D4-6B423E6FEC28}" dt="2025-08-20T05:18:54.553" v="3566" actId="47"/>
        <pc:sldMkLst>
          <pc:docMk/>
          <pc:sldMk cId="1964026411" sldId="2147479282"/>
        </pc:sldMkLst>
      </pc:sldChg>
      <pc:sldChg chg="del">
        <pc:chgData name="Simran Assi" userId="e151f7e4-8718-480b-bb95-47774b6c3b92" providerId="ADAL" clId="{9743B614-4FF2-4AFA-86D4-6B423E6FEC28}" dt="2025-08-20T05:21:32.056" v="4115" actId="47"/>
        <pc:sldMkLst>
          <pc:docMk/>
          <pc:sldMk cId="3216985572" sldId="2147479283"/>
        </pc:sldMkLst>
      </pc:sldChg>
      <pc:sldChg chg="del">
        <pc:chgData name="Simran Assi" userId="e151f7e4-8718-480b-bb95-47774b6c3b92" providerId="ADAL" clId="{9743B614-4FF2-4AFA-86D4-6B423E6FEC28}" dt="2025-08-20T03:46:02.910" v="2548" actId="47"/>
        <pc:sldMkLst>
          <pc:docMk/>
          <pc:sldMk cId="280139429" sldId="2147479289"/>
        </pc:sldMkLst>
      </pc:sldChg>
      <pc:sldChg chg="del mod modShow">
        <pc:chgData name="Simran Assi" userId="e151f7e4-8718-480b-bb95-47774b6c3b92" providerId="ADAL" clId="{9743B614-4FF2-4AFA-86D4-6B423E6FEC28}" dt="2025-08-20T03:32:59.248" v="2277" actId="47"/>
        <pc:sldMkLst>
          <pc:docMk/>
          <pc:sldMk cId="3191616780" sldId="2147479294"/>
        </pc:sldMkLst>
      </pc:sldChg>
      <pc:sldChg chg="addSp delSp modSp mod">
        <pc:chgData name="Simran Assi" userId="e151f7e4-8718-480b-bb95-47774b6c3b92" providerId="ADAL" clId="{9743B614-4FF2-4AFA-86D4-6B423E6FEC28}" dt="2025-08-20T03:22:54.305" v="2054" actId="1038"/>
        <pc:sldMkLst>
          <pc:docMk/>
          <pc:sldMk cId="1877883895" sldId="2147479295"/>
        </pc:sldMkLst>
        <pc:spChg chg="add mod">
          <ac:chgData name="Simran Assi" userId="e151f7e4-8718-480b-bb95-47774b6c3b92" providerId="ADAL" clId="{9743B614-4FF2-4AFA-86D4-6B423E6FEC28}" dt="2025-08-20T03:21:11.422" v="1664" actId="1076"/>
          <ac:spMkLst>
            <pc:docMk/>
            <pc:sldMk cId="1877883895" sldId="2147479295"/>
            <ac:spMk id="2" creationId="{EB10A7E0-B370-FCC6-005C-E0823D7403D6}"/>
          </ac:spMkLst>
        </pc:spChg>
        <pc:spChg chg="mod">
          <ac:chgData name="Simran Assi" userId="e151f7e4-8718-480b-bb95-47774b6c3b92" providerId="ADAL" clId="{9743B614-4FF2-4AFA-86D4-6B423E6FEC28}" dt="2025-08-20T03:19:46.026" v="1636" actId="14100"/>
          <ac:spMkLst>
            <pc:docMk/>
            <pc:sldMk cId="1877883895" sldId="2147479295"/>
            <ac:spMk id="3" creationId="{2A3C718B-AACB-4960-A0B6-625E82ED7571}"/>
          </ac:spMkLst>
        </pc:spChg>
        <pc:spChg chg="add mod">
          <ac:chgData name="Simran Assi" userId="e151f7e4-8718-480b-bb95-47774b6c3b92" providerId="ADAL" clId="{9743B614-4FF2-4AFA-86D4-6B423E6FEC28}" dt="2025-08-20T03:21:08.056" v="1663" actId="313"/>
          <ac:spMkLst>
            <pc:docMk/>
            <pc:sldMk cId="1877883895" sldId="2147479295"/>
            <ac:spMk id="5" creationId="{B23BE344-447C-8ECB-5576-FB1B99673DA0}"/>
          </ac:spMkLst>
        </pc:spChg>
        <pc:spChg chg="add del">
          <ac:chgData name="Simran Assi" userId="e151f7e4-8718-480b-bb95-47774b6c3b92" providerId="ADAL" clId="{9743B614-4FF2-4AFA-86D4-6B423E6FEC28}" dt="2025-08-20T03:21:26.229" v="1667" actId="22"/>
          <ac:spMkLst>
            <pc:docMk/>
            <pc:sldMk cId="1877883895" sldId="2147479295"/>
            <ac:spMk id="9" creationId="{8DED721C-1905-B4D2-E094-449AECD0FB98}"/>
          </ac:spMkLst>
        </pc:spChg>
        <pc:spChg chg="add mod">
          <ac:chgData name="Simran Assi" userId="e151f7e4-8718-480b-bb95-47774b6c3b92" providerId="ADAL" clId="{9743B614-4FF2-4AFA-86D4-6B423E6FEC28}" dt="2025-08-20T03:22:54.305" v="2054" actId="1038"/>
          <ac:spMkLst>
            <pc:docMk/>
            <pc:sldMk cId="1877883895" sldId="2147479295"/>
            <ac:spMk id="12" creationId="{76FCF778-F375-7464-3E54-818267C16F63}"/>
          </ac:spMkLst>
        </pc:spChg>
        <pc:picChg chg="mod">
          <ac:chgData name="Simran Assi" userId="e151f7e4-8718-480b-bb95-47774b6c3b92" providerId="ADAL" clId="{9743B614-4FF2-4AFA-86D4-6B423E6FEC28}" dt="2025-08-20T03:21:55.800" v="1836" actId="1076"/>
          <ac:picMkLst>
            <pc:docMk/>
            <pc:sldMk cId="1877883895" sldId="2147479295"/>
            <ac:picMk id="6" creationId="{02219CF5-2CF9-B883-CA6C-4BD9EC198C91}"/>
          </ac:picMkLst>
        </pc:picChg>
      </pc:sldChg>
      <pc:sldChg chg="addSp delSp modSp mod">
        <pc:chgData name="Simran Assi" userId="e151f7e4-8718-480b-bb95-47774b6c3b92" providerId="ADAL" clId="{9743B614-4FF2-4AFA-86D4-6B423E6FEC28}" dt="2025-08-20T03:47:33.672" v="2600" actId="1076"/>
        <pc:sldMkLst>
          <pc:docMk/>
          <pc:sldMk cId="4040191028" sldId="2147479300"/>
        </pc:sldMkLst>
        <pc:spChg chg="mod">
          <ac:chgData name="Simran Assi" userId="e151f7e4-8718-480b-bb95-47774b6c3b92" providerId="ADAL" clId="{9743B614-4FF2-4AFA-86D4-6B423E6FEC28}" dt="2025-08-20T03:47:29.561" v="2598" actId="14100"/>
          <ac:spMkLst>
            <pc:docMk/>
            <pc:sldMk cId="4040191028" sldId="2147479300"/>
            <ac:spMk id="3" creationId="{2A3C718B-AACB-4960-A0B6-625E82ED7571}"/>
          </ac:spMkLst>
        </pc:spChg>
        <pc:spChg chg="add del">
          <ac:chgData name="Simran Assi" userId="e151f7e4-8718-480b-bb95-47774b6c3b92" providerId="ADAL" clId="{9743B614-4FF2-4AFA-86D4-6B423E6FEC28}" dt="2025-08-20T03:44:39.191" v="2510" actId="22"/>
          <ac:spMkLst>
            <pc:docMk/>
            <pc:sldMk cId="4040191028" sldId="2147479300"/>
            <ac:spMk id="6" creationId="{128D60B1-F9EC-AFA0-D4DB-1138465E5387}"/>
          </ac:spMkLst>
        </pc:spChg>
        <pc:spChg chg="add mod">
          <ac:chgData name="Simran Assi" userId="e151f7e4-8718-480b-bb95-47774b6c3b92" providerId="ADAL" clId="{9743B614-4FF2-4AFA-86D4-6B423E6FEC28}" dt="2025-08-20T03:44:56.160" v="2523" actId="1076"/>
          <ac:spMkLst>
            <pc:docMk/>
            <pc:sldMk cId="4040191028" sldId="2147479300"/>
            <ac:spMk id="8" creationId="{2ACC1B3A-14C3-205B-9F12-7CCD4349F11F}"/>
          </ac:spMkLst>
        </pc:spChg>
        <pc:spChg chg="add mod">
          <ac:chgData name="Simran Assi" userId="e151f7e4-8718-480b-bb95-47774b6c3b92" providerId="ADAL" clId="{9743B614-4FF2-4AFA-86D4-6B423E6FEC28}" dt="2025-08-20T03:45:46.137" v="2544" actId="14100"/>
          <ac:spMkLst>
            <pc:docMk/>
            <pc:sldMk cId="4040191028" sldId="2147479300"/>
            <ac:spMk id="9" creationId="{099031C7-D0B8-C1AB-9256-71739E83AE3E}"/>
          </ac:spMkLst>
        </pc:spChg>
        <pc:spChg chg="add mod">
          <ac:chgData name="Simran Assi" userId="e151f7e4-8718-480b-bb95-47774b6c3b92" providerId="ADAL" clId="{9743B614-4FF2-4AFA-86D4-6B423E6FEC28}" dt="2025-08-20T03:47:31.630" v="2599" actId="14100"/>
          <ac:spMkLst>
            <pc:docMk/>
            <pc:sldMk cId="4040191028" sldId="2147479300"/>
            <ac:spMk id="10" creationId="{1C5F4F92-2405-A160-BF9B-F4F5044A96A6}"/>
          </ac:spMkLst>
        </pc:spChg>
        <pc:spChg chg="add mod">
          <ac:chgData name="Simran Assi" userId="e151f7e4-8718-480b-bb95-47774b6c3b92" providerId="ADAL" clId="{9743B614-4FF2-4AFA-86D4-6B423E6FEC28}" dt="2025-08-20T03:47:33.672" v="2600" actId="1076"/>
          <ac:spMkLst>
            <pc:docMk/>
            <pc:sldMk cId="4040191028" sldId="2147479300"/>
            <ac:spMk id="13" creationId="{292C089A-1025-FD3C-1297-6DFBACDE991C}"/>
          </ac:spMkLst>
        </pc:spChg>
        <pc:picChg chg="mod">
          <ac:chgData name="Simran Assi" userId="e151f7e4-8718-480b-bb95-47774b6c3b92" providerId="ADAL" clId="{9743B614-4FF2-4AFA-86D4-6B423E6FEC28}" dt="2025-08-20T03:45:18.066" v="2532" actId="1076"/>
          <ac:picMkLst>
            <pc:docMk/>
            <pc:sldMk cId="4040191028" sldId="2147479300"/>
            <ac:picMk id="5" creationId="{978C58A6-545C-C9D7-51DF-BAE0860782B3}"/>
          </ac:picMkLst>
        </pc:picChg>
      </pc:sldChg>
      <pc:sldChg chg="modSp del mod">
        <pc:chgData name="Simran Assi" userId="e151f7e4-8718-480b-bb95-47774b6c3b92" providerId="ADAL" clId="{9743B614-4FF2-4AFA-86D4-6B423E6FEC28}" dt="2025-08-20T03:47:41.926" v="2601" actId="47"/>
        <pc:sldMkLst>
          <pc:docMk/>
          <pc:sldMk cId="319965533" sldId="2147479301"/>
        </pc:sldMkLst>
        <pc:picChg chg="mod">
          <ac:chgData name="Simran Assi" userId="e151f7e4-8718-480b-bb95-47774b6c3b92" providerId="ADAL" clId="{9743B614-4FF2-4AFA-86D4-6B423E6FEC28}" dt="2025-08-20T03:44:29.266" v="2508" actId="1076"/>
          <ac:picMkLst>
            <pc:docMk/>
            <pc:sldMk cId="319965533" sldId="2147479301"/>
            <ac:picMk id="6" creationId="{32FB5D87-0BA5-1D4B-7A3A-4114DDCCC065}"/>
          </ac:picMkLst>
        </pc:picChg>
      </pc:sldChg>
      <pc:sldChg chg="del">
        <pc:chgData name="Simran Assi" userId="e151f7e4-8718-480b-bb95-47774b6c3b92" providerId="ADAL" clId="{9743B614-4FF2-4AFA-86D4-6B423E6FEC28}" dt="2025-08-20T04:14:04.092" v="3471" actId="47"/>
        <pc:sldMkLst>
          <pc:docMk/>
          <pc:sldMk cId="46885604" sldId="2147479315"/>
        </pc:sldMkLst>
      </pc:sldChg>
      <pc:sldChg chg="modSp del mod">
        <pc:chgData name="Simran Assi" userId="e151f7e4-8718-480b-bb95-47774b6c3b92" providerId="ADAL" clId="{9743B614-4FF2-4AFA-86D4-6B423E6FEC28}" dt="2025-08-20T04:14:06.237" v="3472" actId="47"/>
        <pc:sldMkLst>
          <pc:docMk/>
          <pc:sldMk cId="2415295356" sldId="2147479316"/>
        </pc:sldMkLst>
        <pc:spChg chg="mod">
          <ac:chgData name="Simran Assi" userId="e151f7e4-8718-480b-bb95-47774b6c3b92" providerId="ADAL" clId="{9743B614-4FF2-4AFA-86D4-6B423E6FEC28}" dt="2025-08-20T04:11:25.415" v="3366" actId="14100"/>
          <ac:spMkLst>
            <pc:docMk/>
            <pc:sldMk cId="2415295356" sldId="2147479316"/>
            <ac:spMk id="7" creationId="{7A050CCE-C933-E353-6F2F-E395975D33BE}"/>
          </ac:spMkLst>
        </pc:spChg>
        <pc:spChg chg="mod">
          <ac:chgData name="Simran Assi" userId="e151f7e4-8718-480b-bb95-47774b6c3b92" providerId="ADAL" clId="{9743B614-4FF2-4AFA-86D4-6B423E6FEC28}" dt="2025-08-20T04:10:59.691" v="3361" actId="14100"/>
          <ac:spMkLst>
            <pc:docMk/>
            <pc:sldMk cId="2415295356" sldId="2147479316"/>
            <ac:spMk id="9" creationId="{4F812B62-74BA-423E-EBE4-BCA175BB2576}"/>
          </ac:spMkLst>
        </pc:spChg>
      </pc:sldChg>
      <pc:sldChg chg="modSp del mod">
        <pc:chgData name="Simran Assi" userId="e151f7e4-8718-480b-bb95-47774b6c3b92" providerId="ADAL" clId="{9743B614-4FF2-4AFA-86D4-6B423E6FEC28}" dt="2025-08-20T05:30:20.792" v="4734" actId="47"/>
        <pc:sldMkLst>
          <pc:docMk/>
          <pc:sldMk cId="3417195808" sldId="2147479318"/>
        </pc:sldMkLst>
        <pc:spChg chg="mod">
          <ac:chgData name="Simran Assi" userId="e151f7e4-8718-480b-bb95-47774b6c3b92" providerId="ADAL" clId="{9743B614-4FF2-4AFA-86D4-6B423E6FEC28}" dt="2025-08-20T05:22:19.413" v="4135" actId="14100"/>
          <ac:spMkLst>
            <pc:docMk/>
            <pc:sldMk cId="3417195808" sldId="2147479318"/>
            <ac:spMk id="3" creationId="{C203243F-3DFB-A08F-A0B8-AE69F0E7783C}"/>
          </ac:spMkLst>
        </pc:spChg>
      </pc:sldChg>
      <pc:sldChg chg="del">
        <pc:chgData name="Simran Assi" userId="e151f7e4-8718-480b-bb95-47774b6c3b92" providerId="ADAL" clId="{9743B614-4FF2-4AFA-86D4-6B423E6FEC28}" dt="2025-08-14T09:24:34.475" v="53" actId="47"/>
        <pc:sldMkLst>
          <pc:docMk/>
          <pc:sldMk cId="2155616535" sldId="2147479326"/>
        </pc:sldMkLst>
      </pc:sldChg>
      <pc:sldChg chg="del mod modShow">
        <pc:chgData name="Simran Assi" userId="e151f7e4-8718-480b-bb95-47774b6c3b92" providerId="ADAL" clId="{9743B614-4FF2-4AFA-86D4-6B423E6FEC28}" dt="2025-08-20T03:33:01.407" v="2279" actId="47"/>
        <pc:sldMkLst>
          <pc:docMk/>
          <pc:sldMk cId="2320961833" sldId="2147479327"/>
        </pc:sldMkLst>
      </pc:sldChg>
      <pc:sldChg chg="del">
        <pc:chgData name="Simran Assi" userId="e151f7e4-8718-480b-bb95-47774b6c3b92" providerId="ADAL" clId="{9743B614-4FF2-4AFA-86D4-6B423E6FEC28}" dt="2025-08-14T09:25:25.610" v="57" actId="47"/>
        <pc:sldMkLst>
          <pc:docMk/>
          <pc:sldMk cId="1238445192" sldId="2147479329"/>
        </pc:sldMkLst>
      </pc:sldChg>
      <pc:sldChg chg="del">
        <pc:chgData name="Simran Assi" userId="e151f7e4-8718-480b-bb95-47774b6c3b92" providerId="ADAL" clId="{9743B614-4FF2-4AFA-86D4-6B423E6FEC28}" dt="2025-08-20T02:39:04.024" v="494" actId="47"/>
        <pc:sldMkLst>
          <pc:docMk/>
          <pc:sldMk cId="1872021659" sldId="2147479330"/>
        </pc:sldMkLst>
      </pc:sldChg>
      <pc:sldChg chg="del">
        <pc:chgData name="Simran Assi" userId="e151f7e4-8718-480b-bb95-47774b6c3b92" providerId="ADAL" clId="{9743B614-4FF2-4AFA-86D4-6B423E6FEC28}" dt="2025-08-20T05:31:02.101" v="4739" actId="47"/>
        <pc:sldMkLst>
          <pc:docMk/>
          <pc:sldMk cId="997454374" sldId="2147479332"/>
        </pc:sldMkLst>
      </pc:sldChg>
      <pc:sldChg chg="del">
        <pc:chgData name="Simran Assi" userId="e151f7e4-8718-480b-bb95-47774b6c3b92" providerId="ADAL" clId="{9743B614-4FF2-4AFA-86D4-6B423E6FEC28}" dt="2025-08-20T02:42:48.833" v="557" actId="47"/>
        <pc:sldMkLst>
          <pc:docMk/>
          <pc:sldMk cId="4272463445" sldId="2147479334"/>
        </pc:sldMkLst>
      </pc:sldChg>
      <pc:sldChg chg="del">
        <pc:chgData name="Simran Assi" userId="e151f7e4-8718-480b-bb95-47774b6c3b92" providerId="ADAL" clId="{9743B614-4FF2-4AFA-86D4-6B423E6FEC28}" dt="2025-08-20T02:42:59.139" v="569" actId="47"/>
        <pc:sldMkLst>
          <pc:docMk/>
          <pc:sldMk cId="2994442576" sldId="2147479335"/>
        </pc:sldMkLst>
      </pc:sldChg>
      <pc:sldChg chg="addSp delSp modSp del mod modClrScheme chgLayout">
        <pc:chgData name="Simran Assi" userId="e151f7e4-8718-480b-bb95-47774b6c3b92" providerId="ADAL" clId="{9743B614-4FF2-4AFA-86D4-6B423E6FEC28}" dt="2025-08-20T02:38:05.765" v="474" actId="47"/>
        <pc:sldMkLst>
          <pc:docMk/>
          <pc:sldMk cId="2550070559" sldId="2147479343"/>
        </pc:sldMkLst>
        <pc:spChg chg="mod ord">
          <ac:chgData name="Simran Assi" userId="e151f7e4-8718-480b-bb95-47774b6c3b92" providerId="ADAL" clId="{9743B614-4FF2-4AFA-86D4-6B423E6FEC28}" dt="2025-08-20T02:25:24.810" v="470" actId="700"/>
          <ac:spMkLst>
            <pc:docMk/>
            <pc:sldMk cId="2550070559" sldId="2147479343"/>
            <ac:spMk id="2" creationId="{1CC8372C-4E1E-1373-F554-2553D4C72B8C}"/>
          </ac:spMkLst>
        </pc:spChg>
        <pc:spChg chg="add del mod ord">
          <ac:chgData name="Simran Assi" userId="e151f7e4-8718-480b-bb95-47774b6c3b92" providerId="ADAL" clId="{9743B614-4FF2-4AFA-86D4-6B423E6FEC28}" dt="2025-08-20T02:25:24.810" v="470" actId="700"/>
          <ac:spMkLst>
            <pc:docMk/>
            <pc:sldMk cId="2550070559" sldId="2147479343"/>
            <ac:spMk id="3" creationId="{983EB24D-FAC5-160D-85AD-0ED1F566ABB8}"/>
          </ac:spMkLst>
        </pc:spChg>
        <pc:spChg chg="add del mod ord">
          <ac:chgData name="Simran Assi" userId="e151f7e4-8718-480b-bb95-47774b6c3b92" providerId="ADAL" clId="{9743B614-4FF2-4AFA-86D4-6B423E6FEC28}" dt="2025-08-20T02:25:24.810" v="470" actId="700"/>
          <ac:spMkLst>
            <pc:docMk/>
            <pc:sldMk cId="2550070559" sldId="2147479343"/>
            <ac:spMk id="4" creationId="{C884C342-48B7-AAE9-2A12-245233320487}"/>
          </ac:spMkLst>
        </pc:spChg>
        <pc:spChg chg="add del mod ord">
          <ac:chgData name="Simran Assi" userId="e151f7e4-8718-480b-bb95-47774b6c3b92" providerId="ADAL" clId="{9743B614-4FF2-4AFA-86D4-6B423E6FEC28}" dt="2025-08-20T02:25:24.810" v="470" actId="700"/>
          <ac:spMkLst>
            <pc:docMk/>
            <pc:sldMk cId="2550070559" sldId="2147479343"/>
            <ac:spMk id="5" creationId="{182500C8-33C1-8088-872F-59EC6685112E}"/>
          </ac:spMkLst>
        </pc:spChg>
        <pc:spChg chg="add del mod ord">
          <ac:chgData name="Simran Assi" userId="e151f7e4-8718-480b-bb95-47774b6c3b92" providerId="ADAL" clId="{9743B614-4FF2-4AFA-86D4-6B423E6FEC28}" dt="2025-08-20T02:25:24.810" v="470" actId="700"/>
          <ac:spMkLst>
            <pc:docMk/>
            <pc:sldMk cId="2550070559" sldId="2147479343"/>
            <ac:spMk id="6" creationId="{90DC2635-F067-372E-EE2A-975AD689CA95}"/>
          </ac:spMkLst>
        </pc:spChg>
      </pc:sldChg>
      <pc:sldChg chg="del">
        <pc:chgData name="Simran Assi" userId="e151f7e4-8718-480b-bb95-47774b6c3b92" providerId="ADAL" clId="{9743B614-4FF2-4AFA-86D4-6B423E6FEC28}" dt="2025-08-20T02:38:28.860" v="478" actId="47"/>
        <pc:sldMkLst>
          <pc:docMk/>
          <pc:sldMk cId="3577278107" sldId="2147479344"/>
        </pc:sldMkLst>
      </pc:sldChg>
      <pc:sldChg chg="addSp delSp modSp del mod">
        <pc:chgData name="Simran Assi" userId="e151f7e4-8718-480b-bb95-47774b6c3b92" providerId="ADAL" clId="{9743B614-4FF2-4AFA-86D4-6B423E6FEC28}" dt="2025-08-20T06:12:14.148" v="6387" actId="47"/>
        <pc:sldMkLst>
          <pc:docMk/>
          <pc:sldMk cId="4079001170" sldId="2147479349"/>
        </pc:sldMkLst>
        <pc:spChg chg="del">
          <ac:chgData name="Simran Assi" userId="e151f7e4-8718-480b-bb95-47774b6c3b92" providerId="ADAL" clId="{9743B614-4FF2-4AFA-86D4-6B423E6FEC28}" dt="2025-08-20T06:08:54.041" v="6292" actId="478"/>
          <ac:spMkLst>
            <pc:docMk/>
            <pc:sldMk cId="4079001170" sldId="2147479349"/>
            <ac:spMk id="3" creationId="{F36CB4EB-1D09-6236-D982-65DEFF86FC15}"/>
          </ac:spMkLst>
        </pc:spChg>
        <pc:grpChg chg="add mod">
          <ac:chgData name="Simran Assi" userId="e151f7e4-8718-480b-bb95-47774b6c3b92" providerId="ADAL" clId="{9743B614-4FF2-4AFA-86D4-6B423E6FEC28}" dt="2025-08-20T06:09:02.976" v="6294" actId="14100"/>
          <ac:grpSpMkLst>
            <pc:docMk/>
            <pc:sldMk cId="4079001170" sldId="2147479349"/>
            <ac:grpSpMk id="4" creationId="{313B062B-39C5-8ABC-94E1-D7A1A07B11C9}"/>
          </ac:grpSpMkLst>
        </pc:grpChg>
        <pc:grpChg chg="mod">
          <ac:chgData name="Simran Assi" userId="e151f7e4-8718-480b-bb95-47774b6c3b92" providerId="ADAL" clId="{9743B614-4FF2-4AFA-86D4-6B423E6FEC28}" dt="2025-08-20T06:09:02.976" v="6294" actId="14100"/>
          <ac:grpSpMkLst>
            <pc:docMk/>
            <pc:sldMk cId="4079001170" sldId="2147479349"/>
            <ac:grpSpMk id="39" creationId="{1258A1EB-7F3C-5317-EE7A-3E4584EEFC3B}"/>
          </ac:grpSpMkLst>
        </pc:grpChg>
        <pc:picChg chg="mod">
          <ac:chgData name="Simran Assi" userId="e151f7e4-8718-480b-bb95-47774b6c3b92" providerId="ADAL" clId="{9743B614-4FF2-4AFA-86D4-6B423E6FEC28}" dt="2025-08-20T06:09:02.976" v="6294" actId="14100"/>
          <ac:picMkLst>
            <pc:docMk/>
            <pc:sldMk cId="4079001170" sldId="2147479349"/>
            <ac:picMk id="32" creationId="{313FB1FF-4B4F-39D9-AD0A-6795A09748A8}"/>
          </ac:picMkLst>
        </pc:picChg>
        <pc:picChg chg="mod">
          <ac:chgData name="Simran Assi" userId="e151f7e4-8718-480b-bb95-47774b6c3b92" providerId="ADAL" clId="{9743B614-4FF2-4AFA-86D4-6B423E6FEC28}" dt="2025-08-20T06:09:02.976" v="6294" actId="14100"/>
          <ac:picMkLst>
            <pc:docMk/>
            <pc:sldMk cId="4079001170" sldId="2147479349"/>
            <ac:picMk id="34" creationId="{C7B8E95F-484F-D02A-A57E-1ED4DA7B4559}"/>
          </ac:picMkLst>
        </pc:picChg>
        <pc:picChg chg="mod">
          <ac:chgData name="Simran Assi" userId="e151f7e4-8718-480b-bb95-47774b6c3b92" providerId="ADAL" clId="{9743B614-4FF2-4AFA-86D4-6B423E6FEC28}" dt="2025-08-20T06:09:02.976" v="6294" actId="14100"/>
          <ac:picMkLst>
            <pc:docMk/>
            <pc:sldMk cId="4079001170" sldId="2147479349"/>
            <ac:picMk id="36" creationId="{2D9046B5-3536-89A3-E8BC-D4FF4DE4E06D}"/>
          </ac:picMkLst>
        </pc:picChg>
        <pc:picChg chg="mod">
          <ac:chgData name="Simran Assi" userId="e151f7e4-8718-480b-bb95-47774b6c3b92" providerId="ADAL" clId="{9743B614-4FF2-4AFA-86D4-6B423E6FEC28}" dt="2025-08-20T06:09:02.976" v="6294" actId="14100"/>
          <ac:picMkLst>
            <pc:docMk/>
            <pc:sldMk cId="4079001170" sldId="2147479349"/>
            <ac:picMk id="37" creationId="{AE5F38A8-99A1-1C0D-8DC9-3A67132EC2B8}"/>
          </ac:picMkLst>
        </pc:picChg>
        <pc:picChg chg="mod">
          <ac:chgData name="Simran Assi" userId="e151f7e4-8718-480b-bb95-47774b6c3b92" providerId="ADAL" clId="{9743B614-4FF2-4AFA-86D4-6B423E6FEC28}" dt="2025-08-20T06:09:02.976" v="6294" actId="14100"/>
          <ac:picMkLst>
            <pc:docMk/>
            <pc:sldMk cId="4079001170" sldId="2147479349"/>
            <ac:picMk id="38" creationId="{51E51941-B67C-C70D-EA09-D5B4185A4AA8}"/>
          </ac:picMkLst>
        </pc:picChg>
      </pc:sldChg>
      <pc:sldChg chg="addSp delSp modSp mod">
        <pc:chgData name="Simran Assi" userId="e151f7e4-8718-480b-bb95-47774b6c3b92" providerId="ADAL" clId="{9743B614-4FF2-4AFA-86D4-6B423E6FEC28}" dt="2025-08-20T05:59:48.799" v="6136" actId="478"/>
        <pc:sldMkLst>
          <pc:docMk/>
          <pc:sldMk cId="1534691446" sldId="2147479353"/>
        </pc:sldMkLst>
        <pc:spChg chg="del">
          <ac:chgData name="Simran Assi" userId="e151f7e4-8718-480b-bb95-47774b6c3b92" providerId="ADAL" clId="{9743B614-4FF2-4AFA-86D4-6B423E6FEC28}" dt="2025-08-20T05:59:33.486" v="6132" actId="478"/>
          <ac:spMkLst>
            <pc:docMk/>
            <pc:sldMk cId="1534691446" sldId="2147479353"/>
            <ac:spMk id="2" creationId="{D61D5963-035F-5C2A-FA55-AEA7E035886F}"/>
          </ac:spMkLst>
        </pc:spChg>
        <pc:spChg chg="add del mod">
          <ac:chgData name="Simran Assi" userId="e151f7e4-8718-480b-bb95-47774b6c3b92" providerId="ADAL" clId="{9743B614-4FF2-4AFA-86D4-6B423E6FEC28}" dt="2025-08-20T05:59:48.799" v="6136" actId="478"/>
          <ac:spMkLst>
            <pc:docMk/>
            <pc:sldMk cId="1534691446" sldId="2147479353"/>
            <ac:spMk id="15" creationId="{7CE2B73D-5251-2D53-34F4-FF2CFB9362E1}"/>
          </ac:spMkLst>
        </pc:spChg>
      </pc:sldChg>
      <pc:sldChg chg="del">
        <pc:chgData name="Simran Assi" userId="e151f7e4-8718-480b-bb95-47774b6c3b92" providerId="ADAL" clId="{9743B614-4FF2-4AFA-86D4-6B423E6FEC28}" dt="2025-08-20T02:41:16.187" v="548" actId="2696"/>
        <pc:sldMkLst>
          <pc:docMk/>
          <pc:sldMk cId="2798705928" sldId="2147479354"/>
        </pc:sldMkLst>
      </pc:sldChg>
      <pc:sldChg chg="del">
        <pc:chgData name="Simran Assi" userId="e151f7e4-8718-480b-bb95-47774b6c3b92" providerId="ADAL" clId="{9743B614-4FF2-4AFA-86D4-6B423E6FEC28}" dt="2025-08-20T02:41:10.827" v="547" actId="47"/>
        <pc:sldMkLst>
          <pc:docMk/>
          <pc:sldMk cId="2022746542" sldId="2147479358"/>
        </pc:sldMkLst>
      </pc:sldChg>
      <pc:sldChg chg="modSp mod">
        <pc:chgData name="Simran Assi" userId="e151f7e4-8718-480b-bb95-47774b6c3b92" providerId="ADAL" clId="{9743B614-4FF2-4AFA-86D4-6B423E6FEC28}" dt="2025-08-20T04:04:33.195" v="3152" actId="20577"/>
        <pc:sldMkLst>
          <pc:docMk/>
          <pc:sldMk cId="4009284195" sldId="2147479364"/>
        </pc:sldMkLst>
        <pc:spChg chg="mod">
          <ac:chgData name="Simran Assi" userId="e151f7e4-8718-480b-bb95-47774b6c3b92" providerId="ADAL" clId="{9743B614-4FF2-4AFA-86D4-6B423E6FEC28}" dt="2025-08-20T04:04:33.195" v="3152" actId="20577"/>
          <ac:spMkLst>
            <pc:docMk/>
            <pc:sldMk cId="4009284195" sldId="2147479364"/>
            <ac:spMk id="12" creationId="{2D06C24E-E392-9F5A-7F3C-67BAB67A46D1}"/>
          </ac:spMkLst>
        </pc:spChg>
      </pc:sldChg>
      <pc:sldChg chg="modSp mod">
        <pc:chgData name="Simran Assi" userId="e151f7e4-8718-480b-bb95-47774b6c3b92" providerId="ADAL" clId="{9743B614-4FF2-4AFA-86D4-6B423E6FEC28}" dt="2025-08-20T03:05:14.517" v="1192" actId="948"/>
        <pc:sldMkLst>
          <pc:docMk/>
          <pc:sldMk cId="3600637239" sldId="2147479365"/>
        </pc:sldMkLst>
        <pc:spChg chg="mod">
          <ac:chgData name="Simran Assi" userId="e151f7e4-8718-480b-bb95-47774b6c3b92" providerId="ADAL" clId="{9743B614-4FF2-4AFA-86D4-6B423E6FEC28}" dt="2025-08-20T03:05:14.517" v="1192" actId="948"/>
          <ac:spMkLst>
            <pc:docMk/>
            <pc:sldMk cId="3600637239" sldId="2147479365"/>
            <ac:spMk id="26" creationId="{F57AC810-C3A4-B109-0B43-8F884C755F4E}"/>
          </ac:spMkLst>
        </pc:spChg>
      </pc:sldChg>
      <pc:sldChg chg="addSp delSp modSp mod">
        <pc:chgData name="Simran Assi" userId="e151f7e4-8718-480b-bb95-47774b6c3b92" providerId="ADAL" clId="{9743B614-4FF2-4AFA-86D4-6B423E6FEC28}" dt="2025-08-20T03:31:47.425" v="2269" actId="14100"/>
        <pc:sldMkLst>
          <pc:docMk/>
          <pc:sldMk cId="918050534" sldId="2147479368"/>
        </pc:sldMkLst>
        <pc:spChg chg="mod">
          <ac:chgData name="Simran Assi" userId="e151f7e4-8718-480b-bb95-47774b6c3b92" providerId="ADAL" clId="{9743B614-4FF2-4AFA-86D4-6B423E6FEC28}" dt="2025-08-20T03:31:39.926" v="2267" actId="1036"/>
          <ac:spMkLst>
            <pc:docMk/>
            <pc:sldMk cId="918050534" sldId="2147479368"/>
            <ac:spMk id="3" creationId="{9B4BDCB4-67A4-D0F7-5A6A-AC45D075F81A}"/>
          </ac:spMkLst>
        </pc:spChg>
        <pc:spChg chg="mod">
          <ac:chgData name="Simran Assi" userId="e151f7e4-8718-480b-bb95-47774b6c3b92" providerId="ADAL" clId="{9743B614-4FF2-4AFA-86D4-6B423E6FEC28}" dt="2025-08-20T03:31:47.425" v="2269" actId="14100"/>
          <ac:spMkLst>
            <pc:docMk/>
            <pc:sldMk cId="918050534" sldId="2147479368"/>
            <ac:spMk id="4" creationId="{A08C9EB1-E210-68C5-921F-F1FC98592E88}"/>
          </ac:spMkLst>
        </pc:spChg>
        <pc:spChg chg="add del">
          <ac:chgData name="Simran Assi" userId="e151f7e4-8718-480b-bb95-47774b6c3b92" providerId="ADAL" clId="{9743B614-4FF2-4AFA-86D4-6B423E6FEC28}" dt="2025-08-20T03:24:50.356" v="2074" actId="22"/>
          <ac:spMkLst>
            <pc:docMk/>
            <pc:sldMk cId="918050534" sldId="2147479368"/>
            <ac:spMk id="10" creationId="{E36355EF-3E50-3C2A-9E5A-8495E0E47ACB}"/>
          </ac:spMkLst>
        </pc:spChg>
        <pc:spChg chg="add mod">
          <ac:chgData name="Simran Assi" userId="e151f7e4-8718-480b-bb95-47774b6c3b92" providerId="ADAL" clId="{9743B614-4FF2-4AFA-86D4-6B423E6FEC28}" dt="2025-08-20T03:25:10.329" v="2088" actId="1076"/>
          <ac:spMkLst>
            <pc:docMk/>
            <pc:sldMk cId="918050534" sldId="2147479368"/>
            <ac:spMk id="12" creationId="{10ADE2E0-1C47-8EA5-A84F-C2CA718D150B}"/>
          </ac:spMkLst>
        </pc:spChg>
        <pc:spChg chg="add mod">
          <ac:chgData name="Simran Assi" userId="e151f7e4-8718-480b-bb95-47774b6c3b92" providerId="ADAL" clId="{9743B614-4FF2-4AFA-86D4-6B423E6FEC28}" dt="2025-08-20T03:26:14.319" v="2103" actId="404"/>
          <ac:spMkLst>
            <pc:docMk/>
            <pc:sldMk cId="918050534" sldId="2147479368"/>
            <ac:spMk id="13" creationId="{9EA7792F-F861-1745-5634-E5DCFF2E6071}"/>
          </ac:spMkLst>
        </pc:spChg>
        <pc:spChg chg="add mod">
          <ac:chgData name="Simran Assi" userId="e151f7e4-8718-480b-bb95-47774b6c3b92" providerId="ADAL" clId="{9743B614-4FF2-4AFA-86D4-6B423E6FEC28}" dt="2025-08-20T03:31:39.926" v="2267" actId="1036"/>
          <ac:spMkLst>
            <pc:docMk/>
            <pc:sldMk cId="918050534" sldId="2147479368"/>
            <ac:spMk id="14" creationId="{0370523E-35EC-0884-76B7-C6E9FC00C628}"/>
          </ac:spMkLst>
        </pc:spChg>
        <pc:spChg chg="add mod">
          <ac:chgData name="Simran Assi" userId="e151f7e4-8718-480b-bb95-47774b6c3b92" providerId="ADAL" clId="{9743B614-4FF2-4AFA-86D4-6B423E6FEC28}" dt="2025-08-20T03:31:39.926" v="2267" actId="1036"/>
          <ac:spMkLst>
            <pc:docMk/>
            <pc:sldMk cId="918050534" sldId="2147479368"/>
            <ac:spMk id="15" creationId="{6135179E-543D-E375-8A4B-00CE8BC8A734}"/>
          </ac:spMkLst>
        </pc:spChg>
        <pc:spChg chg="add mod">
          <ac:chgData name="Simran Assi" userId="e151f7e4-8718-480b-bb95-47774b6c3b92" providerId="ADAL" clId="{9743B614-4FF2-4AFA-86D4-6B423E6FEC28}" dt="2025-08-20T03:31:39.926" v="2267" actId="1036"/>
          <ac:spMkLst>
            <pc:docMk/>
            <pc:sldMk cId="918050534" sldId="2147479368"/>
            <ac:spMk id="16" creationId="{1A6CEE46-B6E3-CD5C-7D3A-2CED289E1423}"/>
          </ac:spMkLst>
        </pc:spChg>
        <pc:spChg chg="add del mod">
          <ac:chgData name="Simran Assi" userId="e151f7e4-8718-480b-bb95-47774b6c3b92" providerId="ADAL" clId="{9743B614-4FF2-4AFA-86D4-6B423E6FEC28}" dt="2025-08-20T03:28:56.331" v="2142" actId="478"/>
          <ac:spMkLst>
            <pc:docMk/>
            <pc:sldMk cId="918050534" sldId="2147479368"/>
            <ac:spMk id="17" creationId="{AB990534-4433-E54A-DECA-794AA6166360}"/>
          </ac:spMkLst>
        </pc:spChg>
        <pc:picChg chg="mod">
          <ac:chgData name="Simran Assi" userId="e151f7e4-8718-480b-bb95-47774b6c3b92" providerId="ADAL" clId="{9743B614-4FF2-4AFA-86D4-6B423E6FEC28}" dt="2025-08-20T03:24:28.018" v="2069" actId="1076"/>
          <ac:picMkLst>
            <pc:docMk/>
            <pc:sldMk cId="918050534" sldId="2147479368"/>
            <ac:picMk id="7" creationId="{42CE56C4-D9F5-988A-BEFC-C6A8366AE649}"/>
          </ac:picMkLst>
        </pc:picChg>
        <pc:picChg chg="add mod">
          <ac:chgData name="Simran Assi" userId="e151f7e4-8718-480b-bb95-47774b6c3b92" providerId="ADAL" clId="{9743B614-4FF2-4AFA-86D4-6B423E6FEC28}" dt="2025-08-20T03:26:03.996" v="2101" actId="14100"/>
          <ac:picMkLst>
            <pc:docMk/>
            <pc:sldMk cId="918050534" sldId="2147479368"/>
            <ac:picMk id="8" creationId="{D96D3072-D677-824F-1EEB-5DA72C788E08}"/>
          </ac:picMkLst>
        </pc:picChg>
      </pc:sldChg>
      <pc:sldChg chg="del mod modShow">
        <pc:chgData name="Simran Assi" userId="e151f7e4-8718-480b-bb95-47774b6c3b92" providerId="ADAL" clId="{9743B614-4FF2-4AFA-86D4-6B423E6FEC28}" dt="2025-08-20T03:32:54.217" v="2273" actId="47"/>
        <pc:sldMkLst>
          <pc:docMk/>
          <pc:sldMk cId="742732810" sldId="2147479370"/>
        </pc:sldMkLst>
      </pc:sldChg>
      <pc:sldChg chg="modSp del mod modShow">
        <pc:chgData name="Simran Assi" userId="e151f7e4-8718-480b-bb95-47774b6c3b92" providerId="ADAL" clId="{9743B614-4FF2-4AFA-86D4-6B423E6FEC28}" dt="2025-08-20T03:32:55.019" v="2274" actId="47"/>
        <pc:sldMkLst>
          <pc:docMk/>
          <pc:sldMk cId="3056694206" sldId="2147479372"/>
        </pc:sldMkLst>
        <pc:spChg chg="mod">
          <ac:chgData name="Simran Assi" userId="e151f7e4-8718-480b-bb95-47774b6c3b92" providerId="ADAL" clId="{9743B614-4FF2-4AFA-86D4-6B423E6FEC28}" dt="2025-08-20T03:28:28.771" v="2137" actId="14100"/>
          <ac:spMkLst>
            <pc:docMk/>
            <pc:sldMk cId="3056694206" sldId="2147479372"/>
            <ac:spMk id="11" creationId="{6F1E2E4F-43CB-0EFB-2CF6-38BDC13926AE}"/>
          </ac:spMkLst>
        </pc:spChg>
      </pc:sldChg>
      <pc:sldChg chg="modSp mod">
        <pc:chgData name="Simran Assi" userId="e151f7e4-8718-480b-bb95-47774b6c3b92" providerId="ADAL" clId="{9743B614-4FF2-4AFA-86D4-6B423E6FEC28}" dt="2025-08-20T03:36:05.023" v="2331" actId="20577"/>
        <pc:sldMkLst>
          <pc:docMk/>
          <pc:sldMk cId="1726009852" sldId="2147479374"/>
        </pc:sldMkLst>
        <pc:spChg chg="mod">
          <ac:chgData name="Simran Assi" userId="e151f7e4-8718-480b-bb95-47774b6c3b92" providerId="ADAL" clId="{9743B614-4FF2-4AFA-86D4-6B423E6FEC28}" dt="2025-08-20T03:36:05.023" v="2331" actId="20577"/>
          <ac:spMkLst>
            <pc:docMk/>
            <pc:sldMk cId="1726009852" sldId="2147479374"/>
            <ac:spMk id="17" creationId="{E4A5975D-E5BE-F9E6-2208-272CFE12D9A7}"/>
          </ac:spMkLst>
        </pc:spChg>
      </pc:sldChg>
      <pc:sldChg chg="modSp mod">
        <pc:chgData name="Simran Assi" userId="e151f7e4-8718-480b-bb95-47774b6c3b92" providerId="ADAL" clId="{9743B614-4FF2-4AFA-86D4-6B423E6FEC28}" dt="2025-08-20T03:44:12.032" v="2507" actId="20577"/>
        <pc:sldMkLst>
          <pc:docMk/>
          <pc:sldMk cId="2554427537" sldId="2147479377"/>
        </pc:sldMkLst>
        <pc:spChg chg="mod">
          <ac:chgData name="Simran Assi" userId="e151f7e4-8718-480b-bb95-47774b6c3b92" providerId="ADAL" clId="{9743B614-4FF2-4AFA-86D4-6B423E6FEC28}" dt="2025-08-20T03:44:12.032" v="2507" actId="20577"/>
          <ac:spMkLst>
            <pc:docMk/>
            <pc:sldMk cId="2554427537" sldId="2147479377"/>
            <ac:spMk id="18" creationId="{2BBB25F9-7CC5-BBE8-8724-90C1BAFE6BCD}"/>
          </ac:spMkLst>
        </pc:spChg>
      </pc:sldChg>
      <pc:sldChg chg="modSp mod">
        <pc:chgData name="Simran Assi" userId="e151f7e4-8718-480b-bb95-47774b6c3b92" providerId="ADAL" clId="{9743B614-4FF2-4AFA-86D4-6B423E6FEC28}" dt="2025-08-20T03:05:30.534" v="1193" actId="948"/>
        <pc:sldMkLst>
          <pc:docMk/>
          <pc:sldMk cId="1794661818" sldId="2147479385"/>
        </pc:sldMkLst>
        <pc:spChg chg="mod">
          <ac:chgData name="Simran Assi" userId="e151f7e4-8718-480b-bb95-47774b6c3b92" providerId="ADAL" clId="{9743B614-4FF2-4AFA-86D4-6B423E6FEC28}" dt="2025-08-20T03:05:30.534" v="1193" actId="948"/>
          <ac:spMkLst>
            <pc:docMk/>
            <pc:sldMk cId="1794661818" sldId="2147479385"/>
            <ac:spMk id="17" creationId="{3243E37E-AF7D-F2BF-FEB8-399CC2C191D8}"/>
          </ac:spMkLst>
        </pc:spChg>
      </pc:sldChg>
      <pc:sldChg chg="addSp delSp modSp mod">
        <pc:chgData name="Simran Assi" userId="e151f7e4-8718-480b-bb95-47774b6c3b92" providerId="ADAL" clId="{9743B614-4FF2-4AFA-86D4-6B423E6FEC28}" dt="2025-08-20T03:16:21.627" v="1422" actId="113"/>
        <pc:sldMkLst>
          <pc:docMk/>
          <pc:sldMk cId="1321709125" sldId="2147479388"/>
        </pc:sldMkLst>
        <pc:spChg chg="add del">
          <ac:chgData name="Simran Assi" userId="e151f7e4-8718-480b-bb95-47774b6c3b92" providerId="ADAL" clId="{9743B614-4FF2-4AFA-86D4-6B423E6FEC28}" dt="2025-08-20T03:06:38.358" v="1195" actId="22"/>
          <ac:spMkLst>
            <pc:docMk/>
            <pc:sldMk cId="1321709125" sldId="2147479388"/>
            <ac:spMk id="7" creationId="{174CE4F6-35BB-B064-055C-00F732DCB377}"/>
          </ac:spMkLst>
        </pc:spChg>
        <pc:spChg chg="add mod">
          <ac:chgData name="Simran Assi" userId="e151f7e4-8718-480b-bb95-47774b6c3b92" providerId="ADAL" clId="{9743B614-4FF2-4AFA-86D4-6B423E6FEC28}" dt="2025-08-20T03:13:06.086" v="1377" actId="1076"/>
          <ac:spMkLst>
            <pc:docMk/>
            <pc:sldMk cId="1321709125" sldId="2147479388"/>
            <ac:spMk id="10" creationId="{37426E87-E510-F325-9E81-75C12EEFC59D}"/>
          </ac:spMkLst>
        </pc:spChg>
        <pc:spChg chg="add mod">
          <ac:chgData name="Simran Assi" userId="e151f7e4-8718-480b-bb95-47774b6c3b92" providerId="ADAL" clId="{9743B614-4FF2-4AFA-86D4-6B423E6FEC28}" dt="2025-08-20T03:13:08.215" v="1378" actId="1076"/>
          <ac:spMkLst>
            <pc:docMk/>
            <pc:sldMk cId="1321709125" sldId="2147479388"/>
            <ac:spMk id="11" creationId="{06630254-4D32-A0A6-A7F9-77A3E82F1F16}"/>
          </ac:spMkLst>
        </pc:spChg>
        <pc:spChg chg="add mod">
          <ac:chgData name="Simran Assi" userId="e151f7e4-8718-480b-bb95-47774b6c3b92" providerId="ADAL" clId="{9743B614-4FF2-4AFA-86D4-6B423E6FEC28}" dt="2025-08-20T03:09:49.457" v="1326" actId="1076"/>
          <ac:spMkLst>
            <pc:docMk/>
            <pc:sldMk cId="1321709125" sldId="2147479388"/>
            <ac:spMk id="12" creationId="{8252AD98-D7F9-0039-7514-692A869B27E2}"/>
          </ac:spMkLst>
        </pc:spChg>
        <pc:spChg chg="add mod">
          <ac:chgData name="Simran Assi" userId="e151f7e4-8718-480b-bb95-47774b6c3b92" providerId="ADAL" clId="{9743B614-4FF2-4AFA-86D4-6B423E6FEC28}" dt="2025-08-20T03:16:21.627" v="1422" actId="113"/>
          <ac:spMkLst>
            <pc:docMk/>
            <pc:sldMk cId="1321709125" sldId="2147479388"/>
            <ac:spMk id="14" creationId="{9C35685F-A6CB-702E-DC68-6F063F058B41}"/>
          </ac:spMkLst>
        </pc:spChg>
        <pc:spChg chg="add mod">
          <ac:chgData name="Simran Assi" userId="e151f7e4-8718-480b-bb95-47774b6c3b92" providerId="ADAL" clId="{9743B614-4FF2-4AFA-86D4-6B423E6FEC28}" dt="2025-08-20T03:13:51.782" v="1387" actId="1076"/>
          <ac:spMkLst>
            <pc:docMk/>
            <pc:sldMk cId="1321709125" sldId="2147479388"/>
            <ac:spMk id="15" creationId="{DCF2EA4C-CA44-56CF-7985-37E528DC9061}"/>
          </ac:spMkLst>
        </pc:spChg>
        <pc:spChg chg="mod">
          <ac:chgData name="Simran Assi" userId="e151f7e4-8718-480b-bb95-47774b6c3b92" providerId="ADAL" clId="{9743B614-4FF2-4AFA-86D4-6B423E6FEC28}" dt="2025-08-20T03:08:45.025" v="1257" actId="1035"/>
          <ac:spMkLst>
            <pc:docMk/>
            <pc:sldMk cId="1321709125" sldId="2147479388"/>
            <ac:spMk id="18" creationId="{23F20328-27F5-AC94-5138-15F46162BE72}"/>
          </ac:spMkLst>
        </pc:spChg>
        <pc:spChg chg="mod">
          <ac:chgData name="Simran Assi" userId="e151f7e4-8718-480b-bb95-47774b6c3b92" providerId="ADAL" clId="{9743B614-4FF2-4AFA-86D4-6B423E6FEC28}" dt="2025-08-20T03:08:53.091" v="1302" actId="1035"/>
          <ac:spMkLst>
            <pc:docMk/>
            <pc:sldMk cId="1321709125" sldId="2147479388"/>
            <ac:spMk id="20" creationId="{04744A78-4FE3-27B6-1CAE-B4A2F5915C07}"/>
          </ac:spMkLst>
        </pc:spChg>
        <pc:picChg chg="add mod">
          <ac:chgData name="Simran Assi" userId="e151f7e4-8718-480b-bb95-47774b6c3b92" providerId="ADAL" clId="{9743B614-4FF2-4AFA-86D4-6B423E6FEC28}" dt="2025-08-20T03:11:12.743" v="1350" actId="1076"/>
          <ac:picMkLst>
            <pc:docMk/>
            <pc:sldMk cId="1321709125" sldId="2147479388"/>
            <ac:picMk id="13" creationId="{2179EC88-9D8A-E36F-8457-014E843A3861}"/>
          </ac:picMkLst>
        </pc:picChg>
        <pc:cxnChg chg="mod">
          <ac:chgData name="Simran Assi" userId="e151f7e4-8718-480b-bb95-47774b6c3b92" providerId="ADAL" clId="{9743B614-4FF2-4AFA-86D4-6B423E6FEC28}" dt="2025-08-20T03:08:49.187" v="1284" actId="1036"/>
          <ac:cxnSpMkLst>
            <pc:docMk/>
            <pc:sldMk cId="1321709125" sldId="2147479388"/>
            <ac:cxnSpMk id="19" creationId="{7A102A55-117D-BD65-3227-34B01366B170}"/>
          </ac:cxnSpMkLst>
        </pc:cxnChg>
      </pc:sldChg>
      <pc:sldChg chg="modSp mod">
        <pc:chgData name="Simran Assi" userId="e151f7e4-8718-480b-bb95-47774b6c3b92" providerId="ADAL" clId="{9743B614-4FF2-4AFA-86D4-6B423E6FEC28}" dt="2025-08-20T03:32:32.547" v="2271" actId="948"/>
        <pc:sldMkLst>
          <pc:docMk/>
          <pc:sldMk cId="4088881089" sldId="2147479394"/>
        </pc:sldMkLst>
        <pc:spChg chg="mod">
          <ac:chgData name="Simran Assi" userId="e151f7e4-8718-480b-bb95-47774b6c3b92" providerId="ADAL" clId="{9743B614-4FF2-4AFA-86D4-6B423E6FEC28}" dt="2025-08-20T03:32:32.547" v="2271" actId="948"/>
          <ac:spMkLst>
            <pc:docMk/>
            <pc:sldMk cId="4088881089" sldId="2147479394"/>
            <ac:spMk id="15" creationId="{A5A6AF4C-9967-C201-1F3B-70FC8220CA45}"/>
          </ac:spMkLst>
        </pc:spChg>
      </pc:sldChg>
      <pc:sldChg chg="addSp delSp modSp mod ord">
        <pc:chgData name="Simran Assi" userId="e151f7e4-8718-480b-bb95-47774b6c3b92" providerId="ADAL" clId="{9743B614-4FF2-4AFA-86D4-6B423E6FEC28}" dt="2025-08-20T03:34:28.933" v="2307" actId="478"/>
        <pc:sldMkLst>
          <pc:docMk/>
          <pc:sldMk cId="156498322" sldId="2147479395"/>
        </pc:sldMkLst>
        <pc:spChg chg="mod">
          <ac:chgData name="Simran Assi" userId="e151f7e4-8718-480b-bb95-47774b6c3b92" providerId="ADAL" clId="{9743B614-4FF2-4AFA-86D4-6B423E6FEC28}" dt="2025-08-20T03:32:39.002" v="2272" actId="948"/>
          <ac:spMkLst>
            <pc:docMk/>
            <pc:sldMk cId="156498322" sldId="2147479395"/>
            <ac:spMk id="11" creationId="{AEC72B8D-0396-7EC6-F715-92C246B27C4B}"/>
          </ac:spMkLst>
        </pc:spChg>
        <pc:grpChg chg="add del">
          <ac:chgData name="Simran Assi" userId="e151f7e4-8718-480b-bb95-47774b6c3b92" providerId="ADAL" clId="{9743B614-4FF2-4AFA-86D4-6B423E6FEC28}" dt="2025-08-20T03:34:28.933" v="2307" actId="478"/>
          <ac:grpSpMkLst>
            <pc:docMk/>
            <pc:sldMk cId="156498322" sldId="2147479395"/>
            <ac:grpSpMk id="71" creationId="{5788AB6B-4A45-9DB3-CF49-DCB7187A2A31}"/>
          </ac:grpSpMkLst>
        </pc:grpChg>
        <pc:graphicFrameChg chg="add del modGraphic">
          <ac:chgData name="Simran Assi" userId="e151f7e4-8718-480b-bb95-47774b6c3b92" providerId="ADAL" clId="{9743B614-4FF2-4AFA-86D4-6B423E6FEC28}" dt="2025-08-20T03:34:25.195" v="2305" actId="478"/>
          <ac:graphicFrameMkLst>
            <pc:docMk/>
            <pc:sldMk cId="156498322" sldId="2147479395"/>
            <ac:graphicFrameMk id="5" creationId="{C6109961-F15F-8073-859D-9F9B428F6BA0}"/>
          </ac:graphicFrameMkLst>
        </pc:graphicFrameChg>
      </pc:sldChg>
      <pc:sldChg chg="modSp mod">
        <pc:chgData name="Simran Assi" userId="e151f7e4-8718-480b-bb95-47774b6c3b92" providerId="ADAL" clId="{9743B614-4FF2-4AFA-86D4-6B423E6FEC28}" dt="2025-08-20T06:05:37.062" v="6235" actId="1076"/>
        <pc:sldMkLst>
          <pc:docMk/>
          <pc:sldMk cId="2724018024" sldId="2147479411"/>
        </pc:sldMkLst>
        <pc:spChg chg="mod">
          <ac:chgData name="Simran Assi" userId="e151f7e4-8718-480b-bb95-47774b6c3b92" providerId="ADAL" clId="{9743B614-4FF2-4AFA-86D4-6B423E6FEC28}" dt="2025-08-20T06:05:37.062" v="6235" actId="1076"/>
          <ac:spMkLst>
            <pc:docMk/>
            <pc:sldMk cId="2724018024" sldId="2147479411"/>
            <ac:spMk id="14" creationId="{16FF1433-5CB4-05C1-6DCB-621D7F8F246A}"/>
          </ac:spMkLst>
        </pc:spChg>
      </pc:sldChg>
      <pc:sldChg chg="del">
        <pc:chgData name="Simran Assi" userId="e151f7e4-8718-480b-bb95-47774b6c3b92" providerId="ADAL" clId="{9743B614-4FF2-4AFA-86D4-6B423E6FEC28}" dt="2025-08-20T04:03:50.258" v="3148" actId="47"/>
        <pc:sldMkLst>
          <pc:docMk/>
          <pc:sldMk cId="870258149" sldId="2147479423"/>
        </pc:sldMkLst>
      </pc:sldChg>
      <pc:sldChg chg="addSp delSp modSp mod">
        <pc:chgData name="Simran Assi" userId="e151f7e4-8718-480b-bb95-47774b6c3b92" providerId="ADAL" clId="{9743B614-4FF2-4AFA-86D4-6B423E6FEC28}" dt="2025-08-20T04:03:41.580" v="3146" actId="1036"/>
        <pc:sldMkLst>
          <pc:docMk/>
          <pc:sldMk cId="892311712" sldId="2147479424"/>
        </pc:sldMkLst>
        <pc:spChg chg="mod">
          <ac:chgData name="Simran Assi" userId="e151f7e4-8718-480b-bb95-47774b6c3b92" providerId="ADAL" clId="{9743B614-4FF2-4AFA-86D4-6B423E6FEC28}" dt="2025-08-20T03:58:18.471" v="2991" actId="948"/>
          <ac:spMkLst>
            <pc:docMk/>
            <pc:sldMk cId="892311712" sldId="2147479424"/>
            <ac:spMk id="3" creationId="{24510895-DD41-7FB2-3662-34AD8E8F69CE}"/>
          </ac:spMkLst>
        </pc:spChg>
        <pc:spChg chg="mod">
          <ac:chgData name="Simran Assi" userId="e151f7e4-8718-480b-bb95-47774b6c3b92" providerId="ADAL" clId="{9743B614-4FF2-4AFA-86D4-6B423E6FEC28}" dt="2025-08-20T03:53:04.416" v="2837" actId="1037"/>
          <ac:spMkLst>
            <pc:docMk/>
            <pc:sldMk cId="892311712" sldId="2147479424"/>
            <ac:spMk id="4" creationId="{6C97A457-7314-BD11-33B3-1C18A5AFDC75}"/>
          </ac:spMkLst>
        </pc:spChg>
        <pc:spChg chg="mod">
          <ac:chgData name="Simran Assi" userId="e151f7e4-8718-480b-bb95-47774b6c3b92" providerId="ADAL" clId="{9743B614-4FF2-4AFA-86D4-6B423E6FEC28}" dt="2025-08-20T03:58:18.471" v="2991" actId="948"/>
          <ac:spMkLst>
            <pc:docMk/>
            <pc:sldMk cId="892311712" sldId="2147479424"/>
            <ac:spMk id="5" creationId="{96994832-211D-E902-2368-6199BB495E3A}"/>
          </ac:spMkLst>
        </pc:spChg>
        <pc:spChg chg="mod">
          <ac:chgData name="Simran Assi" userId="e151f7e4-8718-480b-bb95-47774b6c3b92" providerId="ADAL" clId="{9743B614-4FF2-4AFA-86D4-6B423E6FEC28}" dt="2025-08-20T03:58:18.471" v="2991" actId="948"/>
          <ac:spMkLst>
            <pc:docMk/>
            <pc:sldMk cId="892311712" sldId="2147479424"/>
            <ac:spMk id="6" creationId="{7098F4EF-1D18-079D-6C6F-CB873DCE838A}"/>
          </ac:spMkLst>
        </pc:spChg>
        <pc:spChg chg="mod">
          <ac:chgData name="Simran Assi" userId="e151f7e4-8718-480b-bb95-47774b6c3b92" providerId="ADAL" clId="{9743B614-4FF2-4AFA-86D4-6B423E6FEC28}" dt="2025-08-20T03:58:43.686" v="3012" actId="1035"/>
          <ac:spMkLst>
            <pc:docMk/>
            <pc:sldMk cId="892311712" sldId="2147479424"/>
            <ac:spMk id="7" creationId="{F5C6AF11-88FC-9209-38D0-9FC7D6976A2D}"/>
          </ac:spMkLst>
        </pc:spChg>
        <pc:spChg chg="add mod">
          <ac:chgData name="Simran Assi" userId="e151f7e4-8718-480b-bb95-47774b6c3b92" providerId="ADAL" clId="{9743B614-4FF2-4AFA-86D4-6B423E6FEC28}" dt="2025-08-20T03:58:52.327" v="3021" actId="1036"/>
          <ac:spMkLst>
            <pc:docMk/>
            <pc:sldMk cId="892311712" sldId="2147479424"/>
            <ac:spMk id="8" creationId="{910BBD16-DBE9-756D-8013-F6542A582259}"/>
          </ac:spMkLst>
        </pc:spChg>
        <pc:spChg chg="mod">
          <ac:chgData name="Simran Assi" userId="e151f7e4-8718-480b-bb95-47774b6c3b92" providerId="ADAL" clId="{9743B614-4FF2-4AFA-86D4-6B423E6FEC28}" dt="2025-08-20T03:58:18.471" v="2991" actId="948"/>
          <ac:spMkLst>
            <pc:docMk/>
            <pc:sldMk cId="892311712" sldId="2147479424"/>
            <ac:spMk id="9" creationId="{B8447060-E92C-B38B-481A-B3D4B647DA8F}"/>
          </ac:spMkLst>
        </pc:spChg>
        <pc:spChg chg="add mod">
          <ac:chgData name="Simran Assi" userId="e151f7e4-8718-480b-bb95-47774b6c3b92" providerId="ADAL" clId="{9743B614-4FF2-4AFA-86D4-6B423E6FEC28}" dt="2025-08-20T03:58:56.007" v="3025" actId="1035"/>
          <ac:spMkLst>
            <pc:docMk/>
            <pc:sldMk cId="892311712" sldId="2147479424"/>
            <ac:spMk id="10" creationId="{7B6A91B5-3E7E-AF6C-B02D-245110892B6B}"/>
          </ac:spMkLst>
        </pc:spChg>
        <pc:spChg chg="add mod">
          <ac:chgData name="Simran Assi" userId="e151f7e4-8718-480b-bb95-47774b6c3b92" providerId="ADAL" clId="{9743B614-4FF2-4AFA-86D4-6B423E6FEC28}" dt="2025-08-20T04:01:50.453" v="3067" actId="1076"/>
          <ac:spMkLst>
            <pc:docMk/>
            <pc:sldMk cId="892311712" sldId="2147479424"/>
            <ac:spMk id="11" creationId="{469C60FC-DF0F-9CB1-A4A7-3F11B23DEFB1}"/>
          </ac:spMkLst>
        </pc:spChg>
        <pc:spChg chg="mod">
          <ac:chgData name="Simran Assi" userId="e151f7e4-8718-480b-bb95-47774b6c3b92" providerId="ADAL" clId="{9743B614-4FF2-4AFA-86D4-6B423E6FEC28}" dt="2025-08-20T03:52:59.395" v="2810" actId="14100"/>
          <ac:spMkLst>
            <pc:docMk/>
            <pc:sldMk cId="892311712" sldId="2147479424"/>
            <ac:spMk id="12" creationId="{C125DE7E-B2B5-F3BF-14D4-6F2CB45174F9}"/>
          </ac:spMkLst>
        </pc:spChg>
        <pc:spChg chg="mod">
          <ac:chgData name="Simran Assi" userId="e151f7e4-8718-480b-bb95-47774b6c3b92" providerId="ADAL" clId="{9743B614-4FF2-4AFA-86D4-6B423E6FEC28}" dt="2025-08-20T03:58:43.686" v="3012" actId="1035"/>
          <ac:spMkLst>
            <pc:docMk/>
            <pc:sldMk cId="892311712" sldId="2147479424"/>
            <ac:spMk id="13" creationId="{3C74FF25-D5A6-51FF-16B1-82659680FA87}"/>
          </ac:spMkLst>
        </pc:spChg>
        <pc:spChg chg="mod">
          <ac:chgData name="Simran Assi" userId="e151f7e4-8718-480b-bb95-47774b6c3b92" providerId="ADAL" clId="{9743B614-4FF2-4AFA-86D4-6B423E6FEC28}" dt="2025-08-20T03:58:43.686" v="3012" actId="1035"/>
          <ac:spMkLst>
            <pc:docMk/>
            <pc:sldMk cId="892311712" sldId="2147479424"/>
            <ac:spMk id="14" creationId="{30950215-8FD6-1066-3222-DB58527BB762}"/>
          </ac:spMkLst>
        </pc:spChg>
        <pc:spChg chg="mod">
          <ac:chgData name="Simran Assi" userId="e151f7e4-8718-480b-bb95-47774b6c3b92" providerId="ADAL" clId="{9743B614-4FF2-4AFA-86D4-6B423E6FEC28}" dt="2025-08-20T03:58:43.686" v="3012" actId="1035"/>
          <ac:spMkLst>
            <pc:docMk/>
            <pc:sldMk cId="892311712" sldId="2147479424"/>
            <ac:spMk id="15" creationId="{6DE5E6AB-69CF-C7E1-531B-4521EDA9F28C}"/>
          </ac:spMkLst>
        </pc:spChg>
        <pc:spChg chg="mod">
          <ac:chgData name="Simran Assi" userId="e151f7e4-8718-480b-bb95-47774b6c3b92" providerId="ADAL" clId="{9743B614-4FF2-4AFA-86D4-6B423E6FEC28}" dt="2025-08-20T03:58:43.686" v="3012" actId="1035"/>
          <ac:spMkLst>
            <pc:docMk/>
            <pc:sldMk cId="892311712" sldId="2147479424"/>
            <ac:spMk id="16" creationId="{7C36CB40-1E33-91FD-A292-D3EB0CAE8B39}"/>
          </ac:spMkLst>
        </pc:spChg>
        <pc:spChg chg="add del">
          <ac:chgData name="Simran Assi" userId="e151f7e4-8718-480b-bb95-47774b6c3b92" providerId="ADAL" clId="{9743B614-4FF2-4AFA-86D4-6B423E6FEC28}" dt="2025-08-20T03:55:35.631" v="2933" actId="22"/>
          <ac:spMkLst>
            <pc:docMk/>
            <pc:sldMk cId="892311712" sldId="2147479424"/>
            <ac:spMk id="24" creationId="{04130BA1-0472-2E04-06AA-9D86DB45148B}"/>
          </ac:spMkLst>
        </pc:spChg>
        <pc:spChg chg="add mod">
          <ac:chgData name="Simran Assi" userId="e151f7e4-8718-480b-bb95-47774b6c3b92" providerId="ADAL" clId="{9743B614-4FF2-4AFA-86D4-6B423E6FEC28}" dt="2025-08-20T03:56:05.885" v="2954" actId="1036"/>
          <ac:spMkLst>
            <pc:docMk/>
            <pc:sldMk cId="892311712" sldId="2147479424"/>
            <ac:spMk id="26" creationId="{57E5A0D7-DB0B-598D-3B9F-A74F2F9D753A}"/>
          </ac:spMkLst>
        </pc:spChg>
        <pc:spChg chg="add mod">
          <ac:chgData name="Simran Assi" userId="e151f7e4-8718-480b-bb95-47774b6c3b92" providerId="ADAL" clId="{9743B614-4FF2-4AFA-86D4-6B423E6FEC28}" dt="2025-08-20T04:03:14.939" v="3096" actId="14100"/>
          <ac:spMkLst>
            <pc:docMk/>
            <pc:sldMk cId="892311712" sldId="2147479424"/>
            <ac:spMk id="27" creationId="{20244F4D-C4A4-C8B3-7F5F-ACF478F53A35}"/>
          </ac:spMkLst>
        </pc:spChg>
        <pc:spChg chg="add del mod">
          <ac:chgData name="Simran Assi" userId="e151f7e4-8718-480b-bb95-47774b6c3b92" providerId="ADAL" clId="{9743B614-4FF2-4AFA-86D4-6B423E6FEC28}" dt="2025-08-20T03:56:51.294" v="2972" actId="478"/>
          <ac:spMkLst>
            <pc:docMk/>
            <pc:sldMk cId="892311712" sldId="2147479424"/>
            <ac:spMk id="28" creationId="{10FC4714-9828-2F8D-D507-6E8F3EBCC5A1}"/>
          </ac:spMkLst>
        </pc:spChg>
        <pc:spChg chg="add mod">
          <ac:chgData name="Simran Assi" userId="e151f7e4-8718-480b-bb95-47774b6c3b92" providerId="ADAL" clId="{9743B614-4FF2-4AFA-86D4-6B423E6FEC28}" dt="2025-08-20T04:03:41.580" v="3146" actId="1036"/>
          <ac:spMkLst>
            <pc:docMk/>
            <pc:sldMk cId="892311712" sldId="2147479424"/>
            <ac:spMk id="29" creationId="{A727D951-E357-E1CA-1393-C55FD755D7AE}"/>
          </ac:spMkLst>
        </pc:spChg>
        <pc:spChg chg="add mod">
          <ac:chgData name="Simran Assi" userId="e151f7e4-8718-480b-bb95-47774b6c3b92" providerId="ADAL" clId="{9743B614-4FF2-4AFA-86D4-6B423E6FEC28}" dt="2025-08-20T04:03:36.166" v="3130" actId="1035"/>
          <ac:spMkLst>
            <pc:docMk/>
            <pc:sldMk cId="892311712" sldId="2147479424"/>
            <ac:spMk id="30" creationId="{DC52EB20-12CA-F2CD-35EE-5B3D862B3CC5}"/>
          </ac:spMkLst>
        </pc:spChg>
        <pc:picChg chg="add mod">
          <ac:chgData name="Simran Assi" userId="e151f7e4-8718-480b-bb95-47774b6c3b92" providerId="ADAL" clId="{9743B614-4FF2-4AFA-86D4-6B423E6FEC28}" dt="2025-08-20T03:57:03.598" v="2978" actId="1076"/>
          <ac:picMkLst>
            <pc:docMk/>
            <pc:sldMk cId="892311712" sldId="2147479424"/>
            <ac:picMk id="22" creationId="{55396EC2-B7B1-1B49-F8B0-C3691184A60C}"/>
          </ac:picMkLst>
        </pc:picChg>
        <pc:cxnChg chg="mod">
          <ac:chgData name="Simran Assi" userId="e151f7e4-8718-480b-bb95-47774b6c3b92" providerId="ADAL" clId="{9743B614-4FF2-4AFA-86D4-6B423E6FEC28}" dt="2025-08-20T03:52:13.510" v="2765" actId="1037"/>
          <ac:cxnSpMkLst>
            <pc:docMk/>
            <pc:sldMk cId="892311712" sldId="2147479424"/>
            <ac:cxnSpMk id="17" creationId="{D9B29E4F-F2F2-BA7E-12AE-ED985158126B}"/>
          </ac:cxnSpMkLst>
        </pc:cxnChg>
        <pc:cxnChg chg="mod">
          <ac:chgData name="Simran Assi" userId="e151f7e4-8718-480b-bb95-47774b6c3b92" providerId="ADAL" clId="{9743B614-4FF2-4AFA-86D4-6B423E6FEC28}" dt="2025-08-20T03:52:17.647" v="2770" actId="1035"/>
          <ac:cxnSpMkLst>
            <pc:docMk/>
            <pc:sldMk cId="892311712" sldId="2147479424"/>
            <ac:cxnSpMk id="18" creationId="{FAFC6688-8676-DD13-FBBD-2B67F09E529A}"/>
          </ac:cxnSpMkLst>
        </pc:cxnChg>
        <pc:cxnChg chg="add mod">
          <ac:chgData name="Simran Assi" userId="e151f7e4-8718-480b-bb95-47774b6c3b92" providerId="ADAL" clId="{9743B614-4FF2-4AFA-86D4-6B423E6FEC28}" dt="2025-08-20T03:58:56.007" v="3025" actId="1035"/>
          <ac:cxnSpMkLst>
            <pc:docMk/>
            <pc:sldMk cId="892311712" sldId="2147479424"/>
            <ac:cxnSpMk id="19" creationId="{61E00D94-C017-036B-B7FD-263EE91E75A7}"/>
          </ac:cxnSpMkLst>
        </pc:cxnChg>
        <pc:cxnChg chg="add mod">
          <ac:chgData name="Simran Assi" userId="e151f7e4-8718-480b-bb95-47774b6c3b92" providerId="ADAL" clId="{9743B614-4FF2-4AFA-86D4-6B423E6FEC28}" dt="2025-08-20T03:58:52.327" v="3021" actId="1036"/>
          <ac:cxnSpMkLst>
            <pc:docMk/>
            <pc:sldMk cId="892311712" sldId="2147479424"/>
            <ac:cxnSpMk id="20" creationId="{C2327E9E-FF8B-0B49-B0FB-7D5E569F2681}"/>
          </ac:cxnSpMkLst>
        </pc:cxnChg>
      </pc:sldChg>
      <pc:sldChg chg="del">
        <pc:chgData name="Simran Assi" userId="e151f7e4-8718-480b-bb95-47774b6c3b92" providerId="ADAL" clId="{9743B614-4FF2-4AFA-86D4-6B423E6FEC28}" dt="2025-08-20T04:03:47.559" v="3147" actId="47"/>
        <pc:sldMkLst>
          <pc:docMk/>
          <pc:sldMk cId="1967444706" sldId="2147479425"/>
        </pc:sldMkLst>
      </pc:sldChg>
      <pc:sldChg chg="modSp del mod">
        <pc:chgData name="Simran Assi" userId="e151f7e4-8718-480b-bb95-47774b6c3b92" providerId="ADAL" clId="{9743B614-4FF2-4AFA-86D4-6B423E6FEC28}" dt="2025-08-20T04:04:19.021" v="3149" actId="47"/>
        <pc:sldMkLst>
          <pc:docMk/>
          <pc:sldMk cId="2855646994" sldId="2147479426"/>
        </pc:sldMkLst>
        <pc:spChg chg="mod">
          <ac:chgData name="Simran Assi" userId="e151f7e4-8718-480b-bb95-47774b6c3b92" providerId="ADAL" clId="{9743B614-4FF2-4AFA-86D4-6B423E6FEC28}" dt="2025-08-20T03:59:36.956" v="3041" actId="113"/>
          <ac:spMkLst>
            <pc:docMk/>
            <pc:sldMk cId="2855646994" sldId="2147479426"/>
            <ac:spMk id="7" creationId="{228AEF83-872C-E53E-4278-2E86255F7DEA}"/>
          </ac:spMkLst>
        </pc:spChg>
      </pc:sldChg>
      <pc:sldChg chg="modSp mod">
        <pc:chgData name="Simran Assi" userId="e151f7e4-8718-480b-bb95-47774b6c3b92" providerId="ADAL" clId="{9743B614-4FF2-4AFA-86D4-6B423E6FEC28}" dt="2025-08-20T04:04:42.884" v="3153" actId="948"/>
        <pc:sldMkLst>
          <pc:docMk/>
          <pc:sldMk cId="2732653988" sldId="2147479428"/>
        </pc:sldMkLst>
        <pc:spChg chg="mod">
          <ac:chgData name="Simran Assi" userId="e151f7e4-8718-480b-bb95-47774b6c3b92" providerId="ADAL" clId="{9743B614-4FF2-4AFA-86D4-6B423E6FEC28}" dt="2025-08-20T04:04:42.884" v="3153" actId="948"/>
          <ac:spMkLst>
            <pc:docMk/>
            <pc:sldMk cId="2732653988" sldId="2147479428"/>
            <ac:spMk id="3" creationId="{18AFAE96-BEE7-44C6-1DD4-DE3F1E129B65}"/>
          </ac:spMkLst>
        </pc:spChg>
      </pc:sldChg>
      <pc:sldChg chg="del">
        <pc:chgData name="Simran Assi" userId="e151f7e4-8718-480b-bb95-47774b6c3b92" providerId="ADAL" clId="{9743B614-4FF2-4AFA-86D4-6B423E6FEC28}" dt="2025-08-20T03:43:57.956" v="2504" actId="47"/>
        <pc:sldMkLst>
          <pc:docMk/>
          <pc:sldMk cId="2276649855" sldId="2147479435"/>
        </pc:sldMkLst>
      </pc:sldChg>
      <pc:sldChg chg="del mod modShow">
        <pc:chgData name="Simran Assi" userId="e151f7e4-8718-480b-bb95-47774b6c3b92" providerId="ADAL" clId="{9743B614-4FF2-4AFA-86D4-6B423E6FEC28}" dt="2025-08-20T03:33:04.926" v="2282" actId="47"/>
        <pc:sldMkLst>
          <pc:docMk/>
          <pc:sldMk cId="2698730493" sldId="2147479436"/>
        </pc:sldMkLst>
      </pc:sldChg>
      <pc:sldChg chg="addSp delSp modSp mod">
        <pc:chgData name="Simran Assi" userId="e151f7e4-8718-480b-bb95-47774b6c3b92" providerId="ADAL" clId="{9743B614-4FF2-4AFA-86D4-6B423E6FEC28}" dt="2025-08-20T03:17:46.814" v="1632" actId="1038"/>
        <pc:sldMkLst>
          <pc:docMk/>
          <pc:sldMk cId="4021326888" sldId="2147479437"/>
        </pc:sldMkLst>
        <pc:spChg chg="add mod">
          <ac:chgData name="Simran Assi" userId="e151f7e4-8718-480b-bb95-47774b6c3b92" providerId="ADAL" clId="{9743B614-4FF2-4AFA-86D4-6B423E6FEC28}" dt="2025-08-20T03:16:36.862" v="1440" actId="1036"/>
          <ac:spMkLst>
            <pc:docMk/>
            <pc:sldMk cId="4021326888" sldId="2147479437"/>
            <ac:spMk id="3" creationId="{1F124342-4607-10EB-AA09-FC7610703F85}"/>
          </ac:spMkLst>
        </pc:spChg>
        <pc:spChg chg="mod">
          <ac:chgData name="Simran Assi" userId="e151f7e4-8718-480b-bb95-47774b6c3b92" providerId="ADAL" clId="{9743B614-4FF2-4AFA-86D4-6B423E6FEC28}" dt="2025-08-20T03:16:40.435" v="1441" actId="14100"/>
          <ac:spMkLst>
            <pc:docMk/>
            <pc:sldMk cId="4021326888" sldId="2147479437"/>
            <ac:spMk id="4" creationId="{0678B91C-9037-0820-D603-1BC255236D38}"/>
          </ac:spMkLst>
        </pc:spChg>
        <pc:spChg chg="mod">
          <ac:chgData name="Simran Assi" userId="e151f7e4-8718-480b-bb95-47774b6c3b92" providerId="ADAL" clId="{9743B614-4FF2-4AFA-86D4-6B423E6FEC28}" dt="2025-08-20T03:16:46.740" v="1442" actId="1076"/>
          <ac:spMkLst>
            <pc:docMk/>
            <pc:sldMk cId="4021326888" sldId="2147479437"/>
            <ac:spMk id="5" creationId="{58918790-D5AB-FBD2-5525-1B0DA99FD7EE}"/>
          </ac:spMkLst>
        </pc:spChg>
        <pc:spChg chg="add mod">
          <ac:chgData name="Simran Assi" userId="e151f7e4-8718-480b-bb95-47774b6c3b92" providerId="ADAL" clId="{9743B614-4FF2-4AFA-86D4-6B423E6FEC28}" dt="2025-08-20T03:16:36.862" v="1440" actId="1036"/>
          <ac:spMkLst>
            <pc:docMk/>
            <pc:sldMk cId="4021326888" sldId="2147479437"/>
            <ac:spMk id="6" creationId="{9F12ECEA-4855-CEBA-C707-AC24C44B46AC}"/>
          </ac:spMkLst>
        </pc:spChg>
        <pc:spChg chg="add del">
          <ac:chgData name="Simran Assi" userId="e151f7e4-8718-480b-bb95-47774b6c3b92" providerId="ADAL" clId="{9743B614-4FF2-4AFA-86D4-6B423E6FEC28}" dt="2025-08-20T03:16:57.728" v="1444" actId="22"/>
          <ac:spMkLst>
            <pc:docMk/>
            <pc:sldMk cId="4021326888" sldId="2147479437"/>
            <ac:spMk id="8" creationId="{DE7596CE-8F92-138B-D9C9-9C12CCE3FAC7}"/>
          </ac:spMkLst>
        </pc:spChg>
        <pc:spChg chg="add mod">
          <ac:chgData name="Simran Assi" userId="e151f7e4-8718-480b-bb95-47774b6c3b92" providerId="ADAL" clId="{9743B614-4FF2-4AFA-86D4-6B423E6FEC28}" dt="2025-08-20T03:17:46.814" v="1632" actId="1038"/>
          <ac:spMkLst>
            <pc:docMk/>
            <pc:sldMk cId="4021326888" sldId="2147479437"/>
            <ac:spMk id="10" creationId="{E115DE01-85F4-6DD0-8747-6F08E5FB6EAE}"/>
          </ac:spMkLst>
        </pc:spChg>
      </pc:sldChg>
      <pc:sldChg chg="modSp del mod modShow">
        <pc:chgData name="Simran Assi" userId="e151f7e4-8718-480b-bb95-47774b6c3b92" providerId="ADAL" clId="{9743B614-4FF2-4AFA-86D4-6B423E6FEC28}" dt="2025-08-20T03:33:03.089" v="2280" actId="47"/>
        <pc:sldMkLst>
          <pc:docMk/>
          <pc:sldMk cId="2224155559" sldId="2147479438"/>
        </pc:sldMkLst>
        <pc:spChg chg="mod">
          <ac:chgData name="Simran Assi" userId="e151f7e4-8718-480b-bb95-47774b6c3b92" providerId="ADAL" clId="{9743B614-4FF2-4AFA-86D4-6B423E6FEC28}" dt="2025-08-20T03:15:01.309" v="1400" actId="14100"/>
          <ac:spMkLst>
            <pc:docMk/>
            <pc:sldMk cId="2224155559" sldId="2147479438"/>
            <ac:spMk id="3" creationId="{CB441039-35A3-3C8C-557D-9BF3E69C56CF}"/>
          </ac:spMkLst>
        </pc:spChg>
        <pc:spChg chg="mod">
          <ac:chgData name="Simran Assi" userId="e151f7e4-8718-480b-bb95-47774b6c3b92" providerId="ADAL" clId="{9743B614-4FF2-4AFA-86D4-6B423E6FEC28}" dt="2025-08-20T03:14:57.638" v="1399" actId="14100"/>
          <ac:spMkLst>
            <pc:docMk/>
            <pc:sldMk cId="2224155559" sldId="2147479438"/>
            <ac:spMk id="4" creationId="{AB2A918A-5FB9-A0E3-BE5A-DD6AA15647A3}"/>
          </ac:spMkLst>
        </pc:spChg>
      </pc:sldChg>
      <pc:sldChg chg="del mod modShow">
        <pc:chgData name="Simran Assi" userId="e151f7e4-8718-480b-bb95-47774b6c3b92" providerId="ADAL" clId="{9743B614-4FF2-4AFA-86D4-6B423E6FEC28}" dt="2025-08-20T03:33:03.825" v="2281" actId="47"/>
        <pc:sldMkLst>
          <pc:docMk/>
          <pc:sldMk cId="527143361" sldId="2147479439"/>
        </pc:sldMkLst>
      </pc:sldChg>
      <pc:sldChg chg="del">
        <pc:chgData name="Simran Assi" userId="e151f7e4-8718-480b-bb95-47774b6c3b92" providerId="ADAL" clId="{9743B614-4FF2-4AFA-86D4-6B423E6FEC28}" dt="2025-08-20T02:42:14.572" v="555" actId="47"/>
        <pc:sldMkLst>
          <pc:docMk/>
          <pc:sldMk cId="1847079432" sldId="2147479440"/>
        </pc:sldMkLst>
      </pc:sldChg>
      <pc:sldChg chg="modSp mod">
        <pc:chgData name="Simran Assi" userId="e151f7e4-8718-480b-bb95-47774b6c3b92" providerId="ADAL" clId="{9743B614-4FF2-4AFA-86D4-6B423E6FEC28}" dt="2025-08-20T04:04:58.669" v="3154" actId="948"/>
        <pc:sldMkLst>
          <pc:docMk/>
          <pc:sldMk cId="2062517883" sldId="2147479447"/>
        </pc:sldMkLst>
        <pc:spChg chg="mod">
          <ac:chgData name="Simran Assi" userId="e151f7e4-8718-480b-bb95-47774b6c3b92" providerId="ADAL" clId="{9743B614-4FF2-4AFA-86D4-6B423E6FEC28}" dt="2025-08-20T04:04:58.669" v="3154" actId="948"/>
          <ac:spMkLst>
            <pc:docMk/>
            <pc:sldMk cId="2062517883" sldId="2147479447"/>
            <ac:spMk id="19" creationId="{B2D7288F-4C76-0640-5091-065CBFB5755E}"/>
          </ac:spMkLst>
        </pc:spChg>
      </pc:sldChg>
      <pc:sldChg chg="modSp mod">
        <pc:chgData name="Simran Assi" userId="e151f7e4-8718-480b-bb95-47774b6c3b92" providerId="ADAL" clId="{9743B614-4FF2-4AFA-86D4-6B423E6FEC28}" dt="2025-08-20T04:05:11.632" v="3159" actId="20577"/>
        <pc:sldMkLst>
          <pc:docMk/>
          <pc:sldMk cId="4107999284" sldId="2147479450"/>
        </pc:sldMkLst>
        <pc:spChg chg="mod">
          <ac:chgData name="Simran Assi" userId="e151f7e4-8718-480b-bb95-47774b6c3b92" providerId="ADAL" clId="{9743B614-4FF2-4AFA-86D4-6B423E6FEC28}" dt="2025-08-20T04:05:11.632" v="3159" actId="20577"/>
          <ac:spMkLst>
            <pc:docMk/>
            <pc:sldMk cId="4107999284" sldId="2147479450"/>
            <ac:spMk id="12" creationId="{BD5D3DA6-B983-B6DD-850D-574016CDFF81}"/>
          </ac:spMkLst>
        </pc:spChg>
      </pc:sldChg>
      <pc:sldChg chg="modSp mod">
        <pc:chgData name="Simran Assi" userId="e151f7e4-8718-480b-bb95-47774b6c3b92" providerId="ADAL" clId="{9743B614-4FF2-4AFA-86D4-6B423E6FEC28}" dt="2025-08-20T04:05:17.740" v="3160" actId="948"/>
        <pc:sldMkLst>
          <pc:docMk/>
          <pc:sldMk cId="1389812924" sldId="2147479452"/>
        </pc:sldMkLst>
        <pc:spChg chg="mod">
          <ac:chgData name="Simran Assi" userId="e151f7e4-8718-480b-bb95-47774b6c3b92" providerId="ADAL" clId="{9743B614-4FF2-4AFA-86D4-6B423E6FEC28}" dt="2025-08-20T04:05:17.740" v="3160" actId="948"/>
          <ac:spMkLst>
            <pc:docMk/>
            <pc:sldMk cId="1389812924" sldId="2147479452"/>
            <ac:spMk id="3" creationId="{45642009-00C6-F5D7-25D2-0E0A76380DC5}"/>
          </ac:spMkLst>
        </pc:spChg>
      </pc:sldChg>
      <pc:sldChg chg="modSp mod">
        <pc:chgData name="Simran Assi" userId="e151f7e4-8718-480b-bb95-47774b6c3b92" providerId="ADAL" clId="{9743B614-4FF2-4AFA-86D4-6B423E6FEC28}" dt="2025-08-20T04:05:24.124" v="3161" actId="948"/>
        <pc:sldMkLst>
          <pc:docMk/>
          <pc:sldMk cId="111539049" sldId="2147479453"/>
        </pc:sldMkLst>
        <pc:spChg chg="mod">
          <ac:chgData name="Simran Assi" userId="e151f7e4-8718-480b-bb95-47774b6c3b92" providerId="ADAL" clId="{9743B614-4FF2-4AFA-86D4-6B423E6FEC28}" dt="2025-08-20T04:05:24.124" v="3161" actId="948"/>
          <ac:spMkLst>
            <pc:docMk/>
            <pc:sldMk cId="111539049" sldId="2147479453"/>
            <ac:spMk id="3" creationId="{45642009-00C6-F5D7-25D2-0E0A76380DC5}"/>
          </ac:spMkLst>
        </pc:spChg>
      </pc:sldChg>
      <pc:sldChg chg="modSp del mod">
        <pc:chgData name="Simran Assi" userId="e151f7e4-8718-480b-bb95-47774b6c3b92" providerId="ADAL" clId="{9743B614-4FF2-4AFA-86D4-6B423E6FEC28}" dt="2025-08-20T03:38:29.114" v="2396" actId="47"/>
        <pc:sldMkLst>
          <pc:docMk/>
          <pc:sldMk cId="77917556" sldId="2147479460"/>
        </pc:sldMkLst>
        <pc:spChg chg="mod">
          <ac:chgData name="Simran Assi" userId="e151f7e4-8718-480b-bb95-47774b6c3b92" providerId="ADAL" clId="{9743B614-4FF2-4AFA-86D4-6B423E6FEC28}" dt="2025-08-20T03:37:39.693" v="2382" actId="6559"/>
          <ac:spMkLst>
            <pc:docMk/>
            <pc:sldMk cId="77917556" sldId="2147479460"/>
            <ac:spMk id="7" creationId="{C2BF52F2-2228-481C-EAC1-AAC5EE5D1660}"/>
          </ac:spMkLst>
        </pc:spChg>
      </pc:sldChg>
      <pc:sldChg chg="addSp delSp modSp mod">
        <pc:chgData name="Simran Assi" userId="e151f7e4-8718-480b-bb95-47774b6c3b92" providerId="ADAL" clId="{9743B614-4FF2-4AFA-86D4-6B423E6FEC28}" dt="2025-08-20T03:38:23.079" v="2395" actId="948"/>
        <pc:sldMkLst>
          <pc:docMk/>
          <pc:sldMk cId="805081509" sldId="2147479462"/>
        </pc:sldMkLst>
        <pc:spChg chg="mod">
          <ac:chgData name="Simran Assi" userId="e151f7e4-8718-480b-bb95-47774b6c3b92" providerId="ADAL" clId="{9743B614-4FF2-4AFA-86D4-6B423E6FEC28}" dt="2025-08-20T03:38:23.079" v="2395" actId="948"/>
          <ac:spMkLst>
            <pc:docMk/>
            <pc:sldMk cId="805081509" sldId="2147479462"/>
            <ac:spMk id="3" creationId="{96D09076-99B1-FDB8-2F1A-7FDA2EFBF405}"/>
          </ac:spMkLst>
        </pc:spChg>
        <pc:spChg chg="mod">
          <ac:chgData name="Simran Assi" userId="e151f7e4-8718-480b-bb95-47774b6c3b92" providerId="ADAL" clId="{9743B614-4FF2-4AFA-86D4-6B423E6FEC28}" dt="2025-08-20T03:37:27.322" v="2378" actId="1038"/>
          <ac:spMkLst>
            <pc:docMk/>
            <pc:sldMk cId="805081509" sldId="2147479462"/>
            <ac:spMk id="6" creationId="{EBD09929-5CE6-243B-7B58-A0D30E4664DC}"/>
          </ac:spMkLst>
        </pc:spChg>
        <pc:spChg chg="mod">
          <ac:chgData name="Simran Assi" userId="e151f7e4-8718-480b-bb95-47774b6c3b92" providerId="ADAL" clId="{9743B614-4FF2-4AFA-86D4-6B423E6FEC28}" dt="2025-08-20T03:37:27.322" v="2378" actId="1038"/>
          <ac:spMkLst>
            <pc:docMk/>
            <pc:sldMk cId="805081509" sldId="2147479462"/>
            <ac:spMk id="11" creationId="{4DA14D23-3993-CFE2-8679-5D36D5B5723C}"/>
          </ac:spMkLst>
        </pc:spChg>
        <pc:spChg chg="add del">
          <ac:chgData name="Simran Assi" userId="e151f7e4-8718-480b-bb95-47774b6c3b92" providerId="ADAL" clId="{9743B614-4FF2-4AFA-86D4-6B423E6FEC28}" dt="2025-08-20T03:36:26.646" v="2333" actId="22"/>
          <ac:spMkLst>
            <pc:docMk/>
            <pc:sldMk cId="805081509" sldId="2147479462"/>
            <ac:spMk id="15" creationId="{7DB387DE-CE06-E92B-03BC-C222E7C0A5F3}"/>
          </ac:spMkLst>
        </pc:spChg>
        <pc:spChg chg="add mod">
          <ac:chgData name="Simran Assi" userId="e151f7e4-8718-480b-bb95-47774b6c3b92" providerId="ADAL" clId="{9743B614-4FF2-4AFA-86D4-6B423E6FEC28}" dt="2025-08-20T03:37:35.543" v="2381" actId="1076"/>
          <ac:spMkLst>
            <pc:docMk/>
            <pc:sldMk cId="805081509" sldId="2147479462"/>
            <ac:spMk id="17" creationId="{06D839C5-4EA3-834A-C4D2-DD0E7ACEBC12}"/>
          </ac:spMkLst>
        </pc:spChg>
        <pc:spChg chg="add del">
          <ac:chgData name="Simran Assi" userId="e151f7e4-8718-480b-bb95-47774b6c3b92" providerId="ADAL" clId="{9743B614-4FF2-4AFA-86D4-6B423E6FEC28}" dt="2025-08-20T03:37:57.513" v="2385" actId="22"/>
          <ac:spMkLst>
            <pc:docMk/>
            <pc:sldMk cId="805081509" sldId="2147479462"/>
            <ac:spMk id="24" creationId="{4FDB565D-3936-1636-F54A-59BCB72BDE57}"/>
          </ac:spMkLst>
        </pc:spChg>
        <pc:spChg chg="add mod">
          <ac:chgData name="Simran Assi" userId="e151f7e4-8718-480b-bb95-47774b6c3b92" providerId="ADAL" clId="{9743B614-4FF2-4AFA-86D4-6B423E6FEC28}" dt="2025-08-20T03:38:15.301" v="2394" actId="1076"/>
          <ac:spMkLst>
            <pc:docMk/>
            <pc:sldMk cId="805081509" sldId="2147479462"/>
            <ac:spMk id="26" creationId="{E7F4192F-5A39-9C8B-61E5-9EB1385E6FBB}"/>
          </ac:spMkLst>
        </pc:spChg>
        <pc:picChg chg="mod">
          <ac:chgData name="Simran Assi" userId="e151f7e4-8718-480b-bb95-47774b6c3b92" providerId="ADAL" clId="{9743B614-4FF2-4AFA-86D4-6B423E6FEC28}" dt="2025-08-20T03:37:27.322" v="2378" actId="1038"/>
          <ac:picMkLst>
            <pc:docMk/>
            <pc:sldMk cId="805081509" sldId="2147479462"/>
            <ac:picMk id="7" creationId="{0EFAA5C4-EAC9-065C-A7AC-7276CC1BA7D7}"/>
          </ac:picMkLst>
        </pc:picChg>
        <pc:picChg chg="mod">
          <ac:chgData name="Simran Assi" userId="e151f7e4-8718-480b-bb95-47774b6c3b92" providerId="ADAL" clId="{9743B614-4FF2-4AFA-86D4-6B423E6FEC28}" dt="2025-08-20T03:37:27.322" v="2378" actId="1038"/>
          <ac:picMkLst>
            <pc:docMk/>
            <pc:sldMk cId="805081509" sldId="2147479462"/>
            <ac:picMk id="8" creationId="{5E0DD9BD-7D74-A1AB-A6F9-F95CBA9ADDB0}"/>
          </ac:picMkLst>
        </pc:picChg>
        <pc:picChg chg="mod">
          <ac:chgData name="Simran Assi" userId="e151f7e4-8718-480b-bb95-47774b6c3b92" providerId="ADAL" clId="{9743B614-4FF2-4AFA-86D4-6B423E6FEC28}" dt="2025-08-20T03:37:27.322" v="2378" actId="1038"/>
          <ac:picMkLst>
            <pc:docMk/>
            <pc:sldMk cId="805081509" sldId="2147479462"/>
            <ac:picMk id="9" creationId="{6741F802-2C29-7C3A-733E-1CCB67E483DD}"/>
          </ac:picMkLst>
        </pc:picChg>
        <pc:picChg chg="mod">
          <ac:chgData name="Simran Assi" userId="e151f7e4-8718-480b-bb95-47774b6c3b92" providerId="ADAL" clId="{9743B614-4FF2-4AFA-86D4-6B423E6FEC28}" dt="2025-08-20T03:37:27.322" v="2378" actId="1038"/>
          <ac:picMkLst>
            <pc:docMk/>
            <pc:sldMk cId="805081509" sldId="2147479462"/>
            <ac:picMk id="10" creationId="{120416BE-8E26-5735-1DCB-F96FF771E743}"/>
          </ac:picMkLst>
        </pc:picChg>
        <pc:picChg chg="mod">
          <ac:chgData name="Simran Assi" userId="e151f7e4-8718-480b-bb95-47774b6c3b92" providerId="ADAL" clId="{9743B614-4FF2-4AFA-86D4-6B423E6FEC28}" dt="2025-08-20T03:37:27.322" v="2378" actId="1038"/>
          <ac:picMkLst>
            <pc:docMk/>
            <pc:sldMk cId="805081509" sldId="2147479462"/>
            <ac:picMk id="12" creationId="{60EEC96C-EBDC-9303-5F25-919E9A5AD52A}"/>
          </ac:picMkLst>
        </pc:picChg>
        <pc:picChg chg="mod">
          <ac:chgData name="Simran Assi" userId="e151f7e4-8718-480b-bb95-47774b6c3b92" providerId="ADAL" clId="{9743B614-4FF2-4AFA-86D4-6B423E6FEC28}" dt="2025-08-20T03:37:27.322" v="2378" actId="1038"/>
          <ac:picMkLst>
            <pc:docMk/>
            <pc:sldMk cId="805081509" sldId="2147479462"/>
            <ac:picMk id="13" creationId="{D55AF1D9-2448-CC8B-0D5A-29D396F15571}"/>
          </ac:picMkLst>
        </pc:picChg>
        <pc:picChg chg="mod">
          <ac:chgData name="Simran Assi" userId="e151f7e4-8718-480b-bb95-47774b6c3b92" providerId="ADAL" clId="{9743B614-4FF2-4AFA-86D4-6B423E6FEC28}" dt="2025-08-20T03:38:12.328" v="2393" actId="1076"/>
          <ac:picMkLst>
            <pc:docMk/>
            <pc:sldMk cId="805081509" sldId="2147479462"/>
            <ac:picMk id="14" creationId="{EF3845E7-1DFE-9A6B-99B6-2163523CE116}"/>
          </ac:picMkLst>
        </pc:picChg>
        <pc:picChg chg="add mod">
          <ac:chgData name="Simran Assi" userId="e151f7e4-8718-480b-bb95-47774b6c3b92" providerId="ADAL" clId="{9743B614-4FF2-4AFA-86D4-6B423E6FEC28}" dt="2025-08-20T03:37:33.008" v="2380" actId="1076"/>
          <ac:picMkLst>
            <pc:docMk/>
            <pc:sldMk cId="805081509" sldId="2147479462"/>
            <ac:picMk id="18" creationId="{C9F240F2-42AE-D6D4-13B1-45EF071A6C5F}"/>
          </ac:picMkLst>
        </pc:picChg>
        <pc:picChg chg="add mod">
          <ac:chgData name="Simran Assi" userId="e151f7e4-8718-480b-bb95-47774b6c3b92" providerId="ADAL" clId="{9743B614-4FF2-4AFA-86D4-6B423E6FEC28}" dt="2025-08-20T03:37:33.008" v="2380" actId="1076"/>
          <ac:picMkLst>
            <pc:docMk/>
            <pc:sldMk cId="805081509" sldId="2147479462"/>
            <ac:picMk id="19" creationId="{FB39E8BD-48C1-F648-A01D-DBBC8CFD795B}"/>
          </ac:picMkLst>
        </pc:picChg>
        <pc:picChg chg="add mod">
          <ac:chgData name="Simran Assi" userId="e151f7e4-8718-480b-bb95-47774b6c3b92" providerId="ADAL" clId="{9743B614-4FF2-4AFA-86D4-6B423E6FEC28}" dt="2025-08-20T03:37:18.354" v="2353" actId="571"/>
          <ac:picMkLst>
            <pc:docMk/>
            <pc:sldMk cId="805081509" sldId="2147479462"/>
            <ac:picMk id="20" creationId="{3F694223-5780-A22F-25B7-8FDC5B1DFA64}"/>
          </ac:picMkLst>
        </pc:picChg>
        <pc:picChg chg="add mod">
          <ac:chgData name="Simran Assi" userId="e151f7e4-8718-480b-bb95-47774b6c3b92" providerId="ADAL" clId="{9743B614-4FF2-4AFA-86D4-6B423E6FEC28}" dt="2025-08-20T03:37:18.354" v="2353" actId="571"/>
          <ac:picMkLst>
            <pc:docMk/>
            <pc:sldMk cId="805081509" sldId="2147479462"/>
            <ac:picMk id="21" creationId="{A1BECDA8-A3A7-5471-9451-FC3C22885194}"/>
          </ac:picMkLst>
        </pc:picChg>
      </pc:sldChg>
      <pc:sldChg chg="modSp del mod">
        <pc:chgData name="Simran Assi" userId="e151f7e4-8718-480b-bb95-47774b6c3b92" providerId="ADAL" clId="{9743B614-4FF2-4AFA-86D4-6B423E6FEC28}" dt="2025-08-20T03:38:33.007" v="2397" actId="47"/>
        <pc:sldMkLst>
          <pc:docMk/>
          <pc:sldMk cId="1505323649" sldId="2147479463"/>
        </pc:sldMkLst>
        <pc:picChg chg="mod">
          <ac:chgData name="Simran Assi" userId="e151f7e4-8718-480b-bb95-47774b6c3b92" providerId="ADAL" clId="{9743B614-4FF2-4AFA-86D4-6B423E6FEC28}" dt="2025-08-20T03:37:51.965" v="2383" actId="1076"/>
          <ac:picMkLst>
            <pc:docMk/>
            <pc:sldMk cId="1505323649" sldId="2147479463"/>
            <ac:picMk id="5" creationId="{F44B5726-D905-673A-E161-12EC8C98BAF4}"/>
          </ac:picMkLst>
        </pc:picChg>
      </pc:sldChg>
      <pc:sldChg chg="del">
        <pc:chgData name="Simran Assi" userId="e151f7e4-8718-480b-bb95-47774b6c3b92" providerId="ADAL" clId="{9743B614-4FF2-4AFA-86D4-6B423E6FEC28}" dt="2025-08-20T03:38:44.712" v="2398" actId="47"/>
        <pc:sldMkLst>
          <pc:docMk/>
          <pc:sldMk cId="3125192748" sldId="2147479464"/>
        </pc:sldMkLst>
      </pc:sldChg>
      <pc:sldChg chg="modSp del mod">
        <pc:chgData name="Simran Assi" userId="e151f7e4-8718-480b-bb95-47774b6c3b92" providerId="ADAL" clId="{9743B614-4FF2-4AFA-86D4-6B423E6FEC28}" dt="2025-08-20T05:45:55.186" v="5577" actId="47"/>
        <pc:sldMkLst>
          <pc:docMk/>
          <pc:sldMk cId="3710500567" sldId="2147479465"/>
        </pc:sldMkLst>
        <pc:picChg chg="mod">
          <ac:chgData name="Simran Assi" userId="e151f7e4-8718-480b-bb95-47774b6c3b92" providerId="ADAL" clId="{9743B614-4FF2-4AFA-86D4-6B423E6FEC28}" dt="2025-08-20T05:42:06.147" v="5476" actId="1076"/>
          <ac:picMkLst>
            <pc:docMk/>
            <pc:sldMk cId="3710500567" sldId="2147479465"/>
            <ac:picMk id="5" creationId="{CD30EAD8-37E1-0DFB-73D9-2420AB02C4FC}"/>
          </ac:picMkLst>
        </pc:picChg>
        <pc:picChg chg="mod">
          <ac:chgData name="Simran Assi" userId="e151f7e4-8718-480b-bb95-47774b6c3b92" providerId="ADAL" clId="{9743B614-4FF2-4AFA-86D4-6B423E6FEC28}" dt="2025-08-20T05:42:05.582" v="5475" actId="1076"/>
          <ac:picMkLst>
            <pc:docMk/>
            <pc:sldMk cId="3710500567" sldId="2147479465"/>
            <ac:picMk id="7" creationId="{D194222F-429B-A06A-DB6A-F3CF0085CA95}"/>
          </ac:picMkLst>
        </pc:picChg>
      </pc:sldChg>
      <pc:sldChg chg="del">
        <pc:chgData name="Simran Assi" userId="e151f7e4-8718-480b-bb95-47774b6c3b92" providerId="ADAL" clId="{9743B614-4FF2-4AFA-86D4-6B423E6FEC28}" dt="2025-08-20T05:45:55.708" v="5578" actId="47"/>
        <pc:sldMkLst>
          <pc:docMk/>
          <pc:sldMk cId="1741078845" sldId="2147479466"/>
        </pc:sldMkLst>
      </pc:sldChg>
      <pc:sldChg chg="del">
        <pc:chgData name="Simran Assi" userId="e151f7e4-8718-480b-bb95-47774b6c3b92" providerId="ADAL" clId="{9743B614-4FF2-4AFA-86D4-6B423E6FEC28}" dt="2025-08-20T05:45:56.397" v="5579" actId="47"/>
        <pc:sldMkLst>
          <pc:docMk/>
          <pc:sldMk cId="106062306" sldId="2147479467"/>
        </pc:sldMkLst>
      </pc:sldChg>
      <pc:sldChg chg="del">
        <pc:chgData name="Simran Assi" userId="e151f7e4-8718-480b-bb95-47774b6c3b92" providerId="ADAL" clId="{9743B614-4FF2-4AFA-86D4-6B423E6FEC28}" dt="2025-08-20T05:45:58.683" v="5580" actId="47"/>
        <pc:sldMkLst>
          <pc:docMk/>
          <pc:sldMk cId="2674783560" sldId="2147479468"/>
        </pc:sldMkLst>
      </pc:sldChg>
      <pc:sldChg chg="del">
        <pc:chgData name="Simran Assi" userId="e151f7e4-8718-480b-bb95-47774b6c3b92" providerId="ADAL" clId="{9743B614-4FF2-4AFA-86D4-6B423E6FEC28}" dt="2025-08-20T02:42:50.934" v="559" actId="47"/>
        <pc:sldMkLst>
          <pc:docMk/>
          <pc:sldMk cId="618165541" sldId="2147479476"/>
        </pc:sldMkLst>
      </pc:sldChg>
      <pc:sldChg chg="del">
        <pc:chgData name="Simran Assi" userId="e151f7e4-8718-480b-bb95-47774b6c3b92" providerId="ADAL" clId="{9743B614-4FF2-4AFA-86D4-6B423E6FEC28}" dt="2025-08-20T02:42:54.114" v="563" actId="47"/>
        <pc:sldMkLst>
          <pc:docMk/>
          <pc:sldMk cId="2012629358" sldId="2147479477"/>
        </pc:sldMkLst>
      </pc:sldChg>
      <pc:sldChg chg="del">
        <pc:chgData name="Simran Assi" userId="e151f7e4-8718-480b-bb95-47774b6c3b92" providerId="ADAL" clId="{9743B614-4FF2-4AFA-86D4-6B423E6FEC28}" dt="2025-08-20T02:42:53.341" v="562" actId="47"/>
        <pc:sldMkLst>
          <pc:docMk/>
          <pc:sldMk cId="745722528" sldId="2147479478"/>
        </pc:sldMkLst>
      </pc:sldChg>
      <pc:sldChg chg="del">
        <pc:chgData name="Simran Assi" userId="e151f7e4-8718-480b-bb95-47774b6c3b92" providerId="ADAL" clId="{9743B614-4FF2-4AFA-86D4-6B423E6FEC28}" dt="2025-08-20T06:03:26.110" v="6226" actId="47"/>
        <pc:sldMkLst>
          <pc:docMk/>
          <pc:sldMk cId="1567211616" sldId="2147479481"/>
        </pc:sldMkLst>
      </pc:sldChg>
      <pc:sldChg chg="modSp mod">
        <pc:chgData name="Simran Assi" userId="e151f7e4-8718-480b-bb95-47774b6c3b92" providerId="ADAL" clId="{9743B614-4FF2-4AFA-86D4-6B423E6FEC28}" dt="2025-08-20T04:05:53.491" v="3163" actId="1076"/>
        <pc:sldMkLst>
          <pc:docMk/>
          <pc:sldMk cId="4155914250" sldId="2147479486"/>
        </pc:sldMkLst>
        <pc:spChg chg="mod">
          <ac:chgData name="Simran Assi" userId="e151f7e4-8718-480b-bb95-47774b6c3b92" providerId="ADAL" clId="{9743B614-4FF2-4AFA-86D4-6B423E6FEC28}" dt="2025-08-20T04:05:53.491" v="3163" actId="1076"/>
          <ac:spMkLst>
            <pc:docMk/>
            <pc:sldMk cId="4155914250" sldId="2147479486"/>
            <ac:spMk id="12" creationId="{10791CF1-AAD6-D733-0303-61EB68E2D3F8}"/>
          </ac:spMkLst>
        </pc:spChg>
      </pc:sldChg>
      <pc:sldChg chg="modSp mod">
        <pc:chgData name="Simran Assi" userId="e151f7e4-8718-480b-bb95-47774b6c3b92" providerId="ADAL" clId="{9743B614-4FF2-4AFA-86D4-6B423E6FEC28}" dt="2025-08-20T03:34:45.313" v="2313" actId="14100"/>
        <pc:sldMkLst>
          <pc:docMk/>
          <pc:sldMk cId="2579809318" sldId="2147479490"/>
        </pc:sldMkLst>
        <pc:spChg chg="mod">
          <ac:chgData name="Simran Assi" userId="e151f7e4-8718-480b-bb95-47774b6c3b92" providerId="ADAL" clId="{9743B614-4FF2-4AFA-86D4-6B423E6FEC28}" dt="2025-08-20T03:34:45.313" v="2313" actId="14100"/>
          <ac:spMkLst>
            <pc:docMk/>
            <pc:sldMk cId="2579809318" sldId="2147479490"/>
            <ac:spMk id="3" creationId="{1534FFC6-7A95-DBB5-1940-8D8736BE0D7D}"/>
          </ac:spMkLst>
        </pc:spChg>
      </pc:sldChg>
      <pc:sldChg chg="modSp mod">
        <pc:chgData name="Simran Assi" userId="e151f7e4-8718-480b-bb95-47774b6c3b92" providerId="ADAL" clId="{9743B614-4FF2-4AFA-86D4-6B423E6FEC28}" dt="2025-08-20T03:33:54.297" v="2300" actId="14100"/>
        <pc:sldMkLst>
          <pc:docMk/>
          <pc:sldMk cId="149238909" sldId="2147479493"/>
        </pc:sldMkLst>
        <pc:spChg chg="mod">
          <ac:chgData name="Simran Assi" userId="e151f7e4-8718-480b-bb95-47774b6c3b92" providerId="ADAL" clId="{9743B614-4FF2-4AFA-86D4-6B423E6FEC28}" dt="2025-08-20T03:33:54.297" v="2300" actId="14100"/>
          <ac:spMkLst>
            <pc:docMk/>
            <pc:sldMk cId="149238909" sldId="2147479493"/>
            <ac:spMk id="3" creationId="{1534FFC6-7A95-DBB5-1940-8D8736BE0D7D}"/>
          </ac:spMkLst>
        </pc:spChg>
      </pc:sldChg>
      <pc:sldChg chg="del">
        <pc:chgData name="Simran Assi" userId="e151f7e4-8718-480b-bb95-47774b6c3b92" providerId="ADAL" clId="{9743B614-4FF2-4AFA-86D4-6B423E6FEC28}" dt="2025-08-20T06:03:26.883" v="6227" actId="47"/>
        <pc:sldMkLst>
          <pc:docMk/>
          <pc:sldMk cId="2851985226" sldId="2147479500"/>
        </pc:sldMkLst>
      </pc:sldChg>
      <pc:sldChg chg="del mod modShow">
        <pc:chgData name="Simran Assi" userId="e151f7e4-8718-480b-bb95-47774b6c3b92" providerId="ADAL" clId="{9743B614-4FF2-4AFA-86D4-6B423E6FEC28}" dt="2025-08-20T03:32:56.496" v="2275" actId="47"/>
        <pc:sldMkLst>
          <pc:docMk/>
          <pc:sldMk cId="1695421666" sldId="2147479501"/>
        </pc:sldMkLst>
      </pc:sldChg>
      <pc:sldChg chg="modSp mod">
        <pc:chgData name="Simran Assi" userId="e151f7e4-8718-480b-bb95-47774b6c3b92" providerId="ADAL" clId="{9743B614-4FF2-4AFA-86D4-6B423E6FEC28}" dt="2025-08-20T03:50:36.302" v="2657" actId="948"/>
        <pc:sldMkLst>
          <pc:docMk/>
          <pc:sldMk cId="980089988" sldId="2147479503"/>
        </pc:sldMkLst>
        <pc:spChg chg="mod">
          <ac:chgData name="Simran Assi" userId="e151f7e4-8718-480b-bb95-47774b6c3b92" providerId="ADAL" clId="{9743B614-4FF2-4AFA-86D4-6B423E6FEC28}" dt="2025-08-20T03:50:36.302" v="2657" actId="948"/>
          <ac:spMkLst>
            <pc:docMk/>
            <pc:sldMk cId="980089988" sldId="2147479503"/>
            <ac:spMk id="3" creationId="{9DBE45EA-4861-8C59-85C5-259AFF3C9277}"/>
          </ac:spMkLst>
        </pc:spChg>
      </pc:sldChg>
      <pc:sldChg chg="modSp mod">
        <pc:chgData name="Simran Assi" userId="e151f7e4-8718-480b-bb95-47774b6c3b92" providerId="ADAL" clId="{9743B614-4FF2-4AFA-86D4-6B423E6FEC28}" dt="2025-08-20T03:32:13.491" v="2270" actId="948"/>
        <pc:sldMkLst>
          <pc:docMk/>
          <pc:sldMk cId="3331809368" sldId="2147479505"/>
        </pc:sldMkLst>
        <pc:spChg chg="mod">
          <ac:chgData name="Simran Assi" userId="e151f7e4-8718-480b-bb95-47774b6c3b92" providerId="ADAL" clId="{9743B614-4FF2-4AFA-86D4-6B423E6FEC28}" dt="2025-08-20T03:32:13.491" v="2270" actId="948"/>
          <ac:spMkLst>
            <pc:docMk/>
            <pc:sldMk cId="3331809368" sldId="2147479505"/>
            <ac:spMk id="12" creationId="{E594BDD1-BDAC-6BBF-60CE-66F946E9350A}"/>
          </ac:spMkLst>
        </pc:spChg>
      </pc:sldChg>
      <pc:sldChg chg="modSp mod">
        <pc:chgData name="Simran Assi" userId="e151f7e4-8718-480b-bb95-47774b6c3b92" providerId="ADAL" clId="{9743B614-4FF2-4AFA-86D4-6B423E6FEC28}" dt="2025-08-20T03:34:02.517" v="2301" actId="948"/>
        <pc:sldMkLst>
          <pc:docMk/>
          <pc:sldMk cId="2174579948" sldId="2147479512"/>
        </pc:sldMkLst>
        <pc:spChg chg="mod">
          <ac:chgData name="Simran Assi" userId="e151f7e4-8718-480b-bb95-47774b6c3b92" providerId="ADAL" clId="{9743B614-4FF2-4AFA-86D4-6B423E6FEC28}" dt="2025-08-20T03:34:02.517" v="2301" actId="948"/>
          <ac:spMkLst>
            <pc:docMk/>
            <pc:sldMk cId="2174579948" sldId="2147479512"/>
            <ac:spMk id="3" creationId="{1534FFC6-7A95-DBB5-1940-8D8736BE0D7D}"/>
          </ac:spMkLst>
        </pc:spChg>
      </pc:sldChg>
      <pc:sldChg chg="modSp mod">
        <pc:chgData name="Simran Assi" userId="e151f7e4-8718-480b-bb95-47774b6c3b92" providerId="ADAL" clId="{9743B614-4FF2-4AFA-86D4-6B423E6FEC28}" dt="2025-08-20T03:33:39.441" v="2296" actId="14100"/>
        <pc:sldMkLst>
          <pc:docMk/>
          <pc:sldMk cId="2266895892" sldId="2147479532"/>
        </pc:sldMkLst>
        <pc:spChg chg="mod">
          <ac:chgData name="Simran Assi" userId="e151f7e4-8718-480b-bb95-47774b6c3b92" providerId="ADAL" clId="{9743B614-4FF2-4AFA-86D4-6B423E6FEC28}" dt="2025-08-20T03:33:39.441" v="2296" actId="14100"/>
          <ac:spMkLst>
            <pc:docMk/>
            <pc:sldMk cId="2266895892" sldId="2147479532"/>
            <ac:spMk id="3" creationId="{1534FFC6-7A95-DBB5-1940-8D8736BE0D7D}"/>
          </ac:spMkLst>
        </pc:spChg>
      </pc:sldChg>
      <pc:sldChg chg="modSp mod">
        <pc:chgData name="Simran Assi" userId="e151f7e4-8718-480b-bb95-47774b6c3b92" providerId="ADAL" clId="{9743B614-4FF2-4AFA-86D4-6B423E6FEC28}" dt="2025-08-20T03:34:59.406" v="2317" actId="20577"/>
        <pc:sldMkLst>
          <pc:docMk/>
          <pc:sldMk cId="132680874" sldId="2147479533"/>
        </pc:sldMkLst>
        <pc:spChg chg="mod">
          <ac:chgData name="Simran Assi" userId="e151f7e4-8718-480b-bb95-47774b6c3b92" providerId="ADAL" clId="{9743B614-4FF2-4AFA-86D4-6B423E6FEC28}" dt="2025-08-20T03:34:59.406" v="2317" actId="20577"/>
          <ac:spMkLst>
            <pc:docMk/>
            <pc:sldMk cId="132680874" sldId="2147479533"/>
            <ac:spMk id="3" creationId="{1534FFC6-7A95-DBB5-1940-8D8736BE0D7D}"/>
          </ac:spMkLst>
        </pc:spChg>
      </pc:sldChg>
      <pc:sldChg chg="modSp del mod">
        <pc:chgData name="Simran Assi" userId="e151f7e4-8718-480b-bb95-47774b6c3b92" providerId="ADAL" clId="{9743B614-4FF2-4AFA-86D4-6B423E6FEC28}" dt="2025-08-20T06:03:30.001" v="6228" actId="47"/>
        <pc:sldMkLst>
          <pc:docMk/>
          <pc:sldMk cId="3755891879" sldId="2147479542"/>
        </pc:sldMkLst>
        <pc:spChg chg="mod">
          <ac:chgData name="Simran Assi" userId="e151f7e4-8718-480b-bb95-47774b6c3b92" providerId="ADAL" clId="{9743B614-4FF2-4AFA-86D4-6B423E6FEC28}" dt="2025-08-20T06:00:40.393" v="6212" actId="14100"/>
          <ac:spMkLst>
            <pc:docMk/>
            <pc:sldMk cId="3755891879" sldId="2147479542"/>
            <ac:spMk id="3" creationId="{45642009-00C6-F5D7-25D2-0E0A76380DC5}"/>
          </ac:spMkLst>
        </pc:spChg>
      </pc:sldChg>
      <pc:sldChg chg="del">
        <pc:chgData name="Simran Assi" userId="e151f7e4-8718-480b-bb95-47774b6c3b92" providerId="ADAL" clId="{9743B614-4FF2-4AFA-86D4-6B423E6FEC28}" dt="2025-08-20T06:03:31.029" v="6229" actId="47"/>
        <pc:sldMkLst>
          <pc:docMk/>
          <pc:sldMk cId="3202915565" sldId="2147479557"/>
        </pc:sldMkLst>
      </pc:sldChg>
      <pc:sldChg chg="modSp mod">
        <pc:chgData name="Simran Assi" userId="e151f7e4-8718-480b-bb95-47774b6c3b92" providerId="ADAL" clId="{9743B614-4FF2-4AFA-86D4-6B423E6FEC28}" dt="2025-08-20T03:35:37.988" v="2327" actId="20577"/>
        <pc:sldMkLst>
          <pc:docMk/>
          <pc:sldMk cId="3621474675" sldId="2147479567"/>
        </pc:sldMkLst>
        <pc:spChg chg="mod">
          <ac:chgData name="Simran Assi" userId="e151f7e4-8718-480b-bb95-47774b6c3b92" providerId="ADAL" clId="{9743B614-4FF2-4AFA-86D4-6B423E6FEC28}" dt="2025-08-20T03:35:37.988" v="2327" actId="20577"/>
          <ac:spMkLst>
            <pc:docMk/>
            <pc:sldMk cId="3621474675" sldId="2147479567"/>
            <ac:spMk id="3" creationId="{1534FFC6-7A95-DBB5-1940-8D8736BE0D7D}"/>
          </ac:spMkLst>
        </pc:spChg>
      </pc:sldChg>
      <pc:sldChg chg="modSp mod">
        <pc:chgData name="Simran Assi" userId="e151f7e4-8718-480b-bb95-47774b6c3b92" providerId="ADAL" clId="{9743B614-4FF2-4AFA-86D4-6B423E6FEC28}" dt="2025-08-20T03:35:22.568" v="2319" actId="948"/>
        <pc:sldMkLst>
          <pc:docMk/>
          <pc:sldMk cId="3377418082" sldId="2147479568"/>
        </pc:sldMkLst>
        <pc:spChg chg="mod">
          <ac:chgData name="Simran Assi" userId="e151f7e4-8718-480b-bb95-47774b6c3b92" providerId="ADAL" clId="{9743B614-4FF2-4AFA-86D4-6B423E6FEC28}" dt="2025-08-20T03:35:22.568" v="2319" actId="948"/>
          <ac:spMkLst>
            <pc:docMk/>
            <pc:sldMk cId="3377418082" sldId="2147479568"/>
            <ac:spMk id="3" creationId="{1534FFC6-7A95-DBB5-1940-8D8736BE0D7D}"/>
          </ac:spMkLst>
        </pc:spChg>
        <pc:picChg chg="mod">
          <ac:chgData name="Simran Assi" userId="e151f7e4-8718-480b-bb95-47774b6c3b92" providerId="ADAL" clId="{9743B614-4FF2-4AFA-86D4-6B423E6FEC28}" dt="2025-08-20T03:35:13.535" v="2318" actId="1076"/>
          <ac:picMkLst>
            <pc:docMk/>
            <pc:sldMk cId="3377418082" sldId="2147479568"/>
            <ac:picMk id="18" creationId="{DC5ADCB5-08BE-35B9-0425-C518BE108326}"/>
          </ac:picMkLst>
        </pc:picChg>
      </pc:sldChg>
      <pc:sldChg chg="del mod modShow">
        <pc:chgData name="Simran Assi" userId="e151f7e4-8718-480b-bb95-47774b6c3b92" providerId="ADAL" clId="{9743B614-4FF2-4AFA-86D4-6B423E6FEC28}" dt="2025-08-20T03:33:13.917" v="2288" actId="47"/>
        <pc:sldMkLst>
          <pc:docMk/>
          <pc:sldMk cId="3949475468" sldId="2147479569"/>
        </pc:sldMkLst>
      </pc:sldChg>
      <pc:sldChg chg="del mod modShow">
        <pc:chgData name="Simran Assi" userId="e151f7e4-8718-480b-bb95-47774b6c3b92" providerId="ADAL" clId="{9743B614-4FF2-4AFA-86D4-6B423E6FEC28}" dt="2025-08-20T03:33:12.044" v="2286" actId="47"/>
        <pc:sldMkLst>
          <pc:docMk/>
          <pc:sldMk cId="2350588736" sldId="2147479571"/>
        </pc:sldMkLst>
      </pc:sldChg>
      <pc:sldChg chg="addSp delSp modSp mod">
        <pc:chgData name="Simran Assi" userId="e151f7e4-8718-480b-bb95-47774b6c3b92" providerId="ADAL" clId="{9743B614-4FF2-4AFA-86D4-6B423E6FEC28}" dt="2025-08-20T06:03:14.669" v="6225" actId="1035"/>
        <pc:sldMkLst>
          <pc:docMk/>
          <pc:sldMk cId="316963358" sldId="2147479573"/>
        </pc:sldMkLst>
        <pc:spChg chg="add mod">
          <ac:chgData name="Simran Assi" userId="e151f7e4-8718-480b-bb95-47774b6c3b92" providerId="ADAL" clId="{9743B614-4FF2-4AFA-86D4-6B423E6FEC28}" dt="2025-08-20T06:03:14.669" v="6225" actId="1035"/>
          <ac:spMkLst>
            <pc:docMk/>
            <pc:sldMk cId="316963358" sldId="2147479573"/>
            <ac:spMk id="2" creationId="{2BD645EE-01E2-4E14-DC49-E7D51C3C3977}"/>
          </ac:spMkLst>
        </pc:spChg>
        <pc:spChg chg="mod">
          <ac:chgData name="Simran Assi" userId="e151f7e4-8718-480b-bb95-47774b6c3b92" providerId="ADAL" clId="{9743B614-4FF2-4AFA-86D4-6B423E6FEC28}" dt="2025-08-18T06:38:17.111" v="235" actId="1035"/>
          <ac:spMkLst>
            <pc:docMk/>
            <pc:sldMk cId="316963358" sldId="2147479573"/>
            <ac:spMk id="4" creationId="{0AD5FA74-5D99-A1FB-3BED-D4AA1EF4D20D}"/>
          </ac:spMkLst>
        </pc:spChg>
        <pc:spChg chg="add mod">
          <ac:chgData name="Simran Assi" userId="e151f7e4-8718-480b-bb95-47774b6c3b92" providerId="ADAL" clId="{9743B614-4FF2-4AFA-86D4-6B423E6FEC28}" dt="2025-08-20T06:03:14.669" v="6225" actId="1035"/>
          <ac:spMkLst>
            <pc:docMk/>
            <pc:sldMk cId="316963358" sldId="2147479573"/>
            <ac:spMk id="5" creationId="{570FC68B-9EFE-151F-B856-4532B3F9FA7F}"/>
          </ac:spMkLst>
        </pc:spChg>
        <pc:spChg chg="add mod">
          <ac:chgData name="Simran Assi" userId="e151f7e4-8718-480b-bb95-47774b6c3b92" providerId="ADAL" clId="{9743B614-4FF2-4AFA-86D4-6B423E6FEC28}" dt="2025-08-20T06:03:14.669" v="6225" actId="1035"/>
          <ac:spMkLst>
            <pc:docMk/>
            <pc:sldMk cId="316963358" sldId="2147479573"/>
            <ac:spMk id="7" creationId="{45023003-F0B1-E12B-F419-A3D0304AEFCE}"/>
          </ac:spMkLst>
        </pc:spChg>
        <pc:spChg chg="add mod">
          <ac:chgData name="Simran Assi" userId="e151f7e4-8718-480b-bb95-47774b6c3b92" providerId="ADAL" clId="{9743B614-4FF2-4AFA-86D4-6B423E6FEC28}" dt="2025-08-18T06:39:24.178" v="373" actId="1035"/>
          <ac:spMkLst>
            <pc:docMk/>
            <pc:sldMk cId="316963358" sldId="2147479573"/>
            <ac:spMk id="8" creationId="{AD2A54D8-C7FB-6E6F-29BE-578BFE704369}"/>
          </ac:spMkLst>
        </pc:spChg>
        <pc:spChg chg="add mod">
          <ac:chgData name="Simran Assi" userId="e151f7e4-8718-480b-bb95-47774b6c3b92" providerId="ADAL" clId="{9743B614-4FF2-4AFA-86D4-6B423E6FEC28}" dt="2025-08-20T06:03:14.669" v="6225" actId="1035"/>
          <ac:spMkLst>
            <pc:docMk/>
            <pc:sldMk cId="316963358" sldId="2147479573"/>
            <ac:spMk id="9" creationId="{765F6761-33F6-81DC-D60D-118D3841B45F}"/>
          </ac:spMkLst>
        </pc:spChg>
        <pc:spChg chg="mod">
          <ac:chgData name="Simran Assi" userId="e151f7e4-8718-480b-bb95-47774b6c3b92" providerId="ADAL" clId="{9743B614-4FF2-4AFA-86D4-6B423E6FEC28}" dt="2025-08-18T06:40:31.896" v="466" actId="14100"/>
          <ac:spMkLst>
            <pc:docMk/>
            <pc:sldMk cId="316963358" sldId="2147479573"/>
            <ac:spMk id="12" creationId="{B327D75B-8692-6514-C22F-5939F374CC43}"/>
          </ac:spMkLst>
        </pc:spChg>
        <pc:spChg chg="mod">
          <ac:chgData name="Simran Assi" userId="e151f7e4-8718-480b-bb95-47774b6c3b92" providerId="ADAL" clId="{9743B614-4FF2-4AFA-86D4-6B423E6FEC28}" dt="2025-08-20T06:03:04.450" v="6220" actId="1035"/>
          <ac:spMkLst>
            <pc:docMk/>
            <pc:sldMk cId="316963358" sldId="2147479573"/>
            <ac:spMk id="13" creationId="{FCD35D91-AE7E-BA9C-06EA-C523880BFF6D}"/>
          </ac:spMkLst>
        </pc:spChg>
        <pc:spChg chg="mod">
          <ac:chgData name="Simran Assi" userId="e151f7e4-8718-480b-bb95-47774b6c3b92" providerId="ADAL" clId="{9743B614-4FF2-4AFA-86D4-6B423E6FEC28}" dt="2025-08-20T06:03:14.669" v="6225" actId="1035"/>
          <ac:spMkLst>
            <pc:docMk/>
            <pc:sldMk cId="316963358" sldId="2147479573"/>
            <ac:spMk id="14" creationId="{17DD8AD6-E31D-876D-2E90-6C21A35BD6A4}"/>
          </ac:spMkLst>
        </pc:spChg>
        <pc:spChg chg="mod">
          <ac:chgData name="Simran Assi" userId="e151f7e4-8718-480b-bb95-47774b6c3b92" providerId="ADAL" clId="{9743B614-4FF2-4AFA-86D4-6B423E6FEC28}" dt="2025-08-20T06:03:14.669" v="6225" actId="1035"/>
          <ac:spMkLst>
            <pc:docMk/>
            <pc:sldMk cId="316963358" sldId="2147479573"/>
            <ac:spMk id="15" creationId="{1F7EBFA6-A6F8-337C-C0E8-2348B4A09785}"/>
          </ac:spMkLst>
        </pc:spChg>
        <pc:spChg chg="mod">
          <ac:chgData name="Simran Assi" userId="e151f7e4-8718-480b-bb95-47774b6c3b92" providerId="ADAL" clId="{9743B614-4FF2-4AFA-86D4-6B423E6FEC28}" dt="2025-08-18T06:39:42.290" v="376" actId="14100"/>
          <ac:spMkLst>
            <pc:docMk/>
            <pc:sldMk cId="316963358" sldId="2147479573"/>
            <ac:spMk id="16" creationId="{5EB652F6-9D72-9995-B869-CFEE413B561B}"/>
          </ac:spMkLst>
        </pc:spChg>
        <pc:spChg chg="del">
          <ac:chgData name="Simran Assi" userId="e151f7e4-8718-480b-bb95-47774b6c3b92" providerId="ADAL" clId="{9743B614-4FF2-4AFA-86D4-6B423E6FEC28}" dt="2025-08-20T02:20:56.113" v="468" actId="478"/>
          <ac:spMkLst>
            <pc:docMk/>
            <pc:sldMk cId="316963358" sldId="2147479573"/>
            <ac:spMk id="21" creationId="{3D3CC339-D967-EA82-F234-1577FAC2C850}"/>
          </ac:spMkLst>
        </pc:spChg>
        <pc:spChg chg="mod">
          <ac:chgData name="Simran Assi" userId="e151f7e4-8718-480b-bb95-47774b6c3b92" providerId="ADAL" clId="{9743B614-4FF2-4AFA-86D4-6B423E6FEC28}" dt="2025-08-20T06:03:14.669" v="6225" actId="1035"/>
          <ac:spMkLst>
            <pc:docMk/>
            <pc:sldMk cId="316963358" sldId="2147479573"/>
            <ac:spMk id="24" creationId="{2DD0CE90-258A-F351-C0CE-680B44265F4E}"/>
          </ac:spMkLst>
        </pc:spChg>
        <pc:spChg chg="mod">
          <ac:chgData name="Simran Assi" userId="e151f7e4-8718-480b-bb95-47774b6c3b92" providerId="ADAL" clId="{9743B614-4FF2-4AFA-86D4-6B423E6FEC28}" dt="2025-08-20T06:03:04.450" v="6220" actId="1035"/>
          <ac:spMkLst>
            <pc:docMk/>
            <pc:sldMk cId="316963358" sldId="2147479573"/>
            <ac:spMk id="25" creationId="{26FD1CF0-FAEE-FAD7-F1AC-594A0F57F13B}"/>
          </ac:spMkLst>
        </pc:spChg>
        <pc:spChg chg="mod">
          <ac:chgData name="Simran Assi" userId="e151f7e4-8718-480b-bb95-47774b6c3b92" providerId="ADAL" clId="{9743B614-4FF2-4AFA-86D4-6B423E6FEC28}" dt="2025-08-20T06:03:14.669" v="6225" actId="1035"/>
          <ac:spMkLst>
            <pc:docMk/>
            <pc:sldMk cId="316963358" sldId="2147479573"/>
            <ac:spMk id="26" creationId="{F4755471-0B1E-4618-2363-79E6D9042C83}"/>
          </ac:spMkLst>
        </pc:spChg>
        <pc:spChg chg="mod">
          <ac:chgData name="Simran Assi" userId="e151f7e4-8718-480b-bb95-47774b6c3b92" providerId="ADAL" clId="{9743B614-4FF2-4AFA-86D4-6B423E6FEC28}" dt="2025-08-20T06:03:14.669" v="6225" actId="1035"/>
          <ac:spMkLst>
            <pc:docMk/>
            <pc:sldMk cId="316963358" sldId="2147479573"/>
            <ac:spMk id="27" creationId="{AF45F0A8-58EB-8D48-C839-9CDA2775B1F7}"/>
          </ac:spMkLst>
        </pc:spChg>
        <pc:spChg chg="mod">
          <ac:chgData name="Simran Assi" userId="e151f7e4-8718-480b-bb95-47774b6c3b92" providerId="ADAL" clId="{9743B614-4FF2-4AFA-86D4-6B423E6FEC28}" dt="2025-08-20T06:03:14.669" v="6225" actId="1035"/>
          <ac:spMkLst>
            <pc:docMk/>
            <pc:sldMk cId="316963358" sldId="2147479573"/>
            <ac:spMk id="31" creationId="{1C33066A-8193-E6BE-E2F9-E7B5C0379F0B}"/>
          </ac:spMkLst>
        </pc:spChg>
        <pc:spChg chg="add mod">
          <ac:chgData name="Simran Assi" userId="e151f7e4-8718-480b-bb95-47774b6c3b92" providerId="ADAL" clId="{9743B614-4FF2-4AFA-86D4-6B423E6FEC28}" dt="2025-08-20T03:03:04.044" v="952" actId="1076"/>
          <ac:spMkLst>
            <pc:docMk/>
            <pc:sldMk cId="316963358" sldId="2147479573"/>
            <ac:spMk id="33" creationId="{FF1B6999-DEF3-792C-9C95-051A03096B0B}"/>
          </ac:spMkLst>
        </pc:spChg>
        <pc:spChg chg="add mod">
          <ac:chgData name="Simran Assi" userId="e151f7e4-8718-480b-bb95-47774b6c3b92" providerId="ADAL" clId="{9743B614-4FF2-4AFA-86D4-6B423E6FEC28}" dt="2025-08-20T03:03:27.166" v="959" actId="255"/>
          <ac:spMkLst>
            <pc:docMk/>
            <pc:sldMk cId="316963358" sldId="2147479573"/>
            <ac:spMk id="34" creationId="{C0567D46-EB0A-1657-7649-639E1ABC015B}"/>
          </ac:spMkLst>
        </pc:spChg>
        <pc:spChg chg="add del">
          <ac:chgData name="Simran Assi" userId="e151f7e4-8718-480b-bb95-47774b6c3b92" providerId="ADAL" clId="{9743B614-4FF2-4AFA-86D4-6B423E6FEC28}" dt="2025-08-20T03:03:33.839" v="961" actId="22"/>
          <ac:spMkLst>
            <pc:docMk/>
            <pc:sldMk cId="316963358" sldId="2147479573"/>
            <ac:spMk id="36" creationId="{44930EC3-D50D-5A54-FD0C-7B1EF29526C1}"/>
          </ac:spMkLst>
        </pc:spChg>
        <pc:spChg chg="add mod">
          <ac:chgData name="Simran Assi" userId="e151f7e4-8718-480b-bb95-47774b6c3b92" providerId="ADAL" clId="{9743B614-4FF2-4AFA-86D4-6B423E6FEC28}" dt="2025-08-20T03:04:31.928" v="1187" actId="122"/>
          <ac:spMkLst>
            <pc:docMk/>
            <pc:sldMk cId="316963358" sldId="2147479573"/>
            <ac:spMk id="38" creationId="{3D6417A7-AA56-4443-8429-4F2DFE1A77A3}"/>
          </ac:spMkLst>
        </pc:spChg>
        <pc:picChg chg="mod">
          <ac:chgData name="Simran Assi" userId="e151f7e4-8718-480b-bb95-47774b6c3b92" providerId="ADAL" clId="{9743B614-4FF2-4AFA-86D4-6B423E6FEC28}" dt="2025-08-20T03:01:52.805" v="735" actId="1076"/>
          <ac:picMkLst>
            <pc:docMk/>
            <pc:sldMk cId="316963358" sldId="2147479573"/>
            <ac:picMk id="6" creationId="{F97A7FF3-A0B9-74C7-93C0-445160980C6D}"/>
          </ac:picMkLst>
        </pc:picChg>
        <pc:cxnChg chg="add mod">
          <ac:chgData name="Simran Assi" userId="e151f7e4-8718-480b-bb95-47774b6c3b92" providerId="ADAL" clId="{9743B614-4FF2-4AFA-86D4-6B423E6FEC28}" dt="2025-08-18T06:40:24.510" v="464" actId="14100"/>
          <ac:cxnSpMkLst>
            <pc:docMk/>
            <pc:sldMk cId="316963358" sldId="2147479573"/>
            <ac:cxnSpMk id="10" creationId="{D7318F55-4737-FA0A-9164-8A22CBB46156}"/>
          </ac:cxnSpMkLst>
        </pc:cxnChg>
        <pc:cxnChg chg="mod">
          <ac:chgData name="Simran Assi" userId="e151f7e4-8718-480b-bb95-47774b6c3b92" providerId="ADAL" clId="{9743B614-4FF2-4AFA-86D4-6B423E6FEC28}" dt="2025-08-18T06:40:24.510" v="464" actId="14100"/>
          <ac:cxnSpMkLst>
            <pc:docMk/>
            <pc:sldMk cId="316963358" sldId="2147479573"/>
            <ac:cxnSpMk id="29" creationId="{47E32774-5DE0-8712-4250-9687DEA27EE7}"/>
          </ac:cxnSpMkLst>
        </pc:cxnChg>
        <pc:cxnChg chg="mod">
          <ac:chgData name="Simran Assi" userId="e151f7e4-8718-480b-bb95-47774b6c3b92" providerId="ADAL" clId="{9743B614-4FF2-4AFA-86D4-6B423E6FEC28}" dt="2025-08-18T06:40:24.510" v="464" actId="14100"/>
          <ac:cxnSpMkLst>
            <pc:docMk/>
            <pc:sldMk cId="316963358" sldId="2147479573"/>
            <ac:cxnSpMk id="30" creationId="{43424CAA-0F36-B60C-53A3-8B50A69414FB}"/>
          </ac:cxnSpMkLst>
        </pc:cxnChg>
      </pc:sldChg>
      <pc:sldChg chg="del">
        <pc:chgData name="Simran Assi" userId="e151f7e4-8718-480b-bb95-47774b6c3b92" providerId="ADAL" clId="{9743B614-4FF2-4AFA-86D4-6B423E6FEC28}" dt="2025-08-20T05:58:23.285" v="6120" actId="47"/>
        <pc:sldMkLst>
          <pc:docMk/>
          <pc:sldMk cId="2229392487" sldId="2147479575"/>
        </pc:sldMkLst>
      </pc:sldChg>
      <pc:sldChg chg="modSp mod">
        <pc:chgData name="Simran Assi" userId="e151f7e4-8718-480b-bb95-47774b6c3b92" providerId="ADAL" clId="{9743B614-4FF2-4AFA-86D4-6B423E6FEC28}" dt="2025-08-20T03:35:50.152" v="2328" actId="948"/>
        <pc:sldMkLst>
          <pc:docMk/>
          <pc:sldMk cId="2158920168" sldId="2147479576"/>
        </pc:sldMkLst>
        <pc:spChg chg="mod">
          <ac:chgData name="Simran Assi" userId="e151f7e4-8718-480b-bb95-47774b6c3b92" providerId="ADAL" clId="{9743B614-4FF2-4AFA-86D4-6B423E6FEC28}" dt="2025-08-20T03:35:50.152" v="2328" actId="948"/>
          <ac:spMkLst>
            <pc:docMk/>
            <pc:sldMk cId="2158920168" sldId="2147479576"/>
            <ac:spMk id="3" creationId="{1534FFC6-7A95-DBB5-1940-8D8736BE0D7D}"/>
          </ac:spMkLst>
        </pc:spChg>
      </pc:sldChg>
      <pc:sldChg chg="modSp add del mod">
        <pc:chgData name="Simran Assi" userId="e151f7e4-8718-480b-bb95-47774b6c3b92" providerId="ADAL" clId="{9743B614-4FF2-4AFA-86D4-6B423E6FEC28}" dt="2025-08-20T05:42:13.662" v="5478" actId="47"/>
        <pc:sldMkLst>
          <pc:docMk/>
          <pc:sldMk cId="89018854" sldId="2147479579"/>
        </pc:sldMkLst>
        <pc:spChg chg="mod">
          <ac:chgData name="Simran Assi" userId="e151f7e4-8718-480b-bb95-47774b6c3b92" providerId="ADAL" clId="{9743B614-4FF2-4AFA-86D4-6B423E6FEC28}" dt="2025-08-20T05:38:43.831" v="5243" actId="14100"/>
          <ac:spMkLst>
            <pc:docMk/>
            <pc:sldMk cId="89018854" sldId="2147479579"/>
            <ac:spMk id="3" creationId="{7CBBD10A-F1C4-9D13-6DCC-3A4B2EA437E0}"/>
          </ac:spMkLst>
        </pc:spChg>
      </pc:sldChg>
      <pc:sldChg chg="del">
        <pc:chgData name="Simran Assi" userId="e151f7e4-8718-480b-bb95-47774b6c3b92" providerId="ADAL" clId="{9743B614-4FF2-4AFA-86D4-6B423E6FEC28}" dt="2025-08-14T09:21:02.316" v="52" actId="47"/>
        <pc:sldMkLst>
          <pc:docMk/>
          <pc:sldMk cId="3320877082" sldId="2147479589"/>
        </pc:sldMkLst>
      </pc:sldChg>
      <pc:sldChg chg="add del">
        <pc:chgData name="Simran Assi" userId="e151f7e4-8718-480b-bb95-47774b6c3b92" providerId="ADAL" clId="{9743B614-4FF2-4AFA-86D4-6B423E6FEC28}" dt="2025-08-20T06:04:22.036" v="6232" actId="47"/>
        <pc:sldMkLst>
          <pc:docMk/>
          <pc:sldMk cId="3480420896" sldId="2147479592"/>
        </pc:sldMkLst>
      </pc:sldChg>
      <pc:sldChg chg="delSp modSp mod">
        <pc:chgData name="Simran Assi" userId="e151f7e4-8718-480b-bb95-47774b6c3b92" providerId="ADAL" clId="{9743B614-4FF2-4AFA-86D4-6B423E6FEC28}" dt="2025-08-20T06:00:21.765" v="6208" actId="1035"/>
        <pc:sldMkLst>
          <pc:docMk/>
          <pc:sldMk cId="1948535854" sldId="2147479600"/>
        </pc:sldMkLst>
        <pc:spChg chg="mod">
          <ac:chgData name="Simran Assi" userId="e151f7e4-8718-480b-bb95-47774b6c3b92" providerId="ADAL" clId="{9743B614-4FF2-4AFA-86D4-6B423E6FEC28}" dt="2025-08-20T06:00:17.535" v="6182" actId="2711"/>
          <ac:spMkLst>
            <pc:docMk/>
            <pc:sldMk cId="1948535854" sldId="2147479600"/>
            <ac:spMk id="4" creationId="{ECB7A10B-FE42-E7B4-DC64-7EEE0E6BD6C3}"/>
          </ac:spMkLst>
        </pc:spChg>
        <pc:spChg chg="del">
          <ac:chgData name="Simran Assi" userId="e151f7e4-8718-480b-bb95-47774b6c3b92" providerId="ADAL" clId="{9743B614-4FF2-4AFA-86D4-6B423E6FEC28}" dt="2025-08-20T02:43:19.282" v="570" actId="478"/>
          <ac:spMkLst>
            <pc:docMk/>
            <pc:sldMk cId="1948535854" sldId="2147479600"/>
            <ac:spMk id="11" creationId="{EC316245-BECA-A5F5-AEA4-1DC411F8A428}"/>
          </ac:spMkLst>
        </pc:spChg>
        <pc:spChg chg="mod">
          <ac:chgData name="Simran Assi" userId="e151f7e4-8718-480b-bb95-47774b6c3b92" providerId="ADAL" clId="{9743B614-4FF2-4AFA-86D4-6B423E6FEC28}" dt="2025-08-20T06:00:21.765" v="6208" actId="1035"/>
          <ac:spMkLst>
            <pc:docMk/>
            <pc:sldMk cId="1948535854" sldId="2147479600"/>
            <ac:spMk id="17" creationId="{6E18188C-7E77-6768-6D1D-D1ACF6223770}"/>
          </ac:spMkLst>
        </pc:spChg>
        <pc:cxnChg chg="mod">
          <ac:chgData name="Simran Assi" userId="e151f7e4-8718-480b-bb95-47774b6c3b92" providerId="ADAL" clId="{9743B614-4FF2-4AFA-86D4-6B423E6FEC28}" dt="2025-08-20T06:00:21.765" v="6208" actId="1035"/>
          <ac:cxnSpMkLst>
            <pc:docMk/>
            <pc:sldMk cId="1948535854" sldId="2147479600"/>
            <ac:cxnSpMk id="13" creationId="{6F9A8ACC-59F9-649A-6406-D9CCAE334ACD}"/>
          </ac:cxnSpMkLst>
        </pc:cxnChg>
      </pc:sldChg>
      <pc:sldChg chg="del">
        <pc:chgData name="Simran Assi" userId="e151f7e4-8718-480b-bb95-47774b6c3b92" providerId="ADAL" clId="{9743B614-4FF2-4AFA-86D4-6B423E6FEC28}" dt="2025-08-20T05:57:28.704" v="6111" actId="47"/>
        <pc:sldMkLst>
          <pc:docMk/>
          <pc:sldMk cId="875193577" sldId="2147479601"/>
        </pc:sldMkLst>
      </pc:sldChg>
      <pc:sldChg chg="del">
        <pc:chgData name="Simran Assi" userId="e151f7e4-8718-480b-bb95-47774b6c3b92" providerId="ADAL" clId="{9743B614-4FF2-4AFA-86D4-6B423E6FEC28}" dt="2025-08-20T05:55:31.247" v="5998" actId="47"/>
        <pc:sldMkLst>
          <pc:docMk/>
          <pc:sldMk cId="1528911740" sldId="2147479602"/>
        </pc:sldMkLst>
      </pc:sldChg>
      <pc:sldChg chg="addSp delSp modSp mod">
        <pc:chgData name="Simran Assi" userId="e151f7e4-8718-480b-bb95-47774b6c3b92" providerId="ADAL" clId="{9743B614-4FF2-4AFA-86D4-6B423E6FEC28}" dt="2025-08-20T05:57:17.103" v="6110" actId="14100"/>
        <pc:sldMkLst>
          <pc:docMk/>
          <pc:sldMk cId="3569749811" sldId="2147479603"/>
        </pc:sldMkLst>
        <pc:spChg chg="mod">
          <ac:chgData name="Simran Assi" userId="e151f7e4-8718-480b-bb95-47774b6c3b92" providerId="ADAL" clId="{9743B614-4FF2-4AFA-86D4-6B423E6FEC28}" dt="2025-08-20T05:48:48.707" v="5816" actId="1035"/>
          <ac:spMkLst>
            <pc:docMk/>
            <pc:sldMk cId="3569749811" sldId="2147479603"/>
            <ac:spMk id="4" creationId="{0AD5FA74-5D99-A1FB-3BED-D4AA1EF4D20D}"/>
          </ac:spMkLst>
        </pc:spChg>
        <pc:spChg chg="add mod">
          <ac:chgData name="Simran Assi" userId="e151f7e4-8718-480b-bb95-47774b6c3b92" providerId="ADAL" clId="{9743B614-4FF2-4AFA-86D4-6B423E6FEC28}" dt="2025-08-20T05:55:24.639" v="5997" actId="948"/>
          <ac:spMkLst>
            <pc:docMk/>
            <pc:sldMk cId="3569749811" sldId="2147479603"/>
            <ac:spMk id="7" creationId="{9A1D7F9D-9A8C-686C-B971-233EF7922B9A}"/>
          </ac:spMkLst>
        </pc:spChg>
        <pc:spChg chg="add del mod">
          <ac:chgData name="Simran Assi" userId="e151f7e4-8718-480b-bb95-47774b6c3b92" providerId="ADAL" clId="{9743B614-4FF2-4AFA-86D4-6B423E6FEC28}" dt="2025-08-20T05:51:25.596" v="5878" actId="478"/>
          <ac:spMkLst>
            <pc:docMk/>
            <pc:sldMk cId="3569749811" sldId="2147479603"/>
            <ac:spMk id="8" creationId="{265C5126-B024-2987-9E97-42CFE194AB2A}"/>
          </ac:spMkLst>
        </pc:spChg>
        <pc:spChg chg="add mod">
          <ac:chgData name="Simran Assi" userId="e151f7e4-8718-480b-bb95-47774b6c3b92" providerId="ADAL" clId="{9743B614-4FF2-4AFA-86D4-6B423E6FEC28}" dt="2025-08-20T05:52:48.487" v="5953" actId="1035"/>
          <ac:spMkLst>
            <pc:docMk/>
            <pc:sldMk cId="3569749811" sldId="2147479603"/>
            <ac:spMk id="9" creationId="{4036EF35-B4F3-2A67-FFF7-175727E04774}"/>
          </ac:spMkLst>
        </pc:spChg>
        <pc:spChg chg="add del mod">
          <ac:chgData name="Simran Assi" userId="e151f7e4-8718-480b-bb95-47774b6c3b92" providerId="ADAL" clId="{9743B614-4FF2-4AFA-86D4-6B423E6FEC28}" dt="2025-08-20T05:51:44.325" v="5892" actId="478"/>
          <ac:spMkLst>
            <pc:docMk/>
            <pc:sldMk cId="3569749811" sldId="2147479603"/>
            <ac:spMk id="10" creationId="{AED481AF-9DFD-40E7-621B-53542F0697D9}"/>
          </ac:spMkLst>
        </pc:spChg>
        <pc:spChg chg="mod">
          <ac:chgData name="Simran Assi" userId="e151f7e4-8718-480b-bb95-47774b6c3b92" providerId="ADAL" clId="{9743B614-4FF2-4AFA-86D4-6B423E6FEC28}" dt="2025-08-20T05:48:36.543" v="5801" actId="14100"/>
          <ac:spMkLst>
            <pc:docMk/>
            <pc:sldMk cId="3569749811" sldId="2147479603"/>
            <ac:spMk id="12" creationId="{B327D75B-8692-6514-C22F-5939F374CC43}"/>
          </ac:spMkLst>
        </pc:spChg>
        <pc:spChg chg="mod">
          <ac:chgData name="Simran Assi" userId="e151f7e4-8718-480b-bb95-47774b6c3b92" providerId="ADAL" clId="{9743B614-4FF2-4AFA-86D4-6B423E6FEC28}" dt="2025-08-20T05:48:48.707" v="5816" actId="1035"/>
          <ac:spMkLst>
            <pc:docMk/>
            <pc:sldMk cId="3569749811" sldId="2147479603"/>
            <ac:spMk id="14" creationId="{17DD8AD6-E31D-876D-2E90-6C21A35BD6A4}"/>
          </ac:spMkLst>
        </pc:spChg>
        <pc:spChg chg="add del mod">
          <ac:chgData name="Simran Assi" userId="e151f7e4-8718-480b-bb95-47774b6c3b92" providerId="ADAL" clId="{9743B614-4FF2-4AFA-86D4-6B423E6FEC28}" dt="2025-08-20T05:49:20.958" v="5834" actId="478"/>
          <ac:spMkLst>
            <pc:docMk/>
            <pc:sldMk cId="3569749811" sldId="2147479603"/>
            <ac:spMk id="15" creationId="{8E8DDE79-84CC-6AEE-1FD5-EFCC6AF9EA40}"/>
          </ac:spMkLst>
        </pc:spChg>
        <pc:spChg chg="mod">
          <ac:chgData name="Simran Assi" userId="e151f7e4-8718-480b-bb95-47774b6c3b92" providerId="ADAL" clId="{9743B614-4FF2-4AFA-86D4-6B423E6FEC28}" dt="2025-08-20T05:48:36.543" v="5801" actId="14100"/>
          <ac:spMkLst>
            <pc:docMk/>
            <pc:sldMk cId="3569749811" sldId="2147479603"/>
            <ac:spMk id="16" creationId="{5EB652F6-9D72-9995-B869-CFEE413B561B}"/>
          </ac:spMkLst>
        </pc:spChg>
        <pc:spChg chg="add mod">
          <ac:chgData name="Simran Assi" userId="e151f7e4-8718-480b-bb95-47774b6c3b92" providerId="ADAL" clId="{9743B614-4FF2-4AFA-86D4-6B423E6FEC28}" dt="2025-08-20T05:52:48.487" v="5953" actId="1035"/>
          <ac:spMkLst>
            <pc:docMk/>
            <pc:sldMk cId="3569749811" sldId="2147479603"/>
            <ac:spMk id="19" creationId="{F119BDB8-43CB-8219-1EDC-A49295D86011}"/>
          </ac:spMkLst>
        </pc:spChg>
        <pc:spChg chg="add mod">
          <ac:chgData name="Simran Assi" userId="e151f7e4-8718-480b-bb95-47774b6c3b92" providerId="ADAL" clId="{9743B614-4FF2-4AFA-86D4-6B423E6FEC28}" dt="2025-08-20T05:55:19.893" v="5996" actId="948"/>
          <ac:spMkLst>
            <pc:docMk/>
            <pc:sldMk cId="3569749811" sldId="2147479603"/>
            <ac:spMk id="21" creationId="{909F8615-A331-DBBE-614D-70C473EFA09B}"/>
          </ac:spMkLst>
        </pc:spChg>
        <pc:spChg chg="mod">
          <ac:chgData name="Simran Assi" userId="e151f7e4-8718-480b-bb95-47774b6c3b92" providerId="ADAL" clId="{9743B614-4FF2-4AFA-86D4-6B423E6FEC28}" dt="2025-08-20T05:49:03.934" v="5831" actId="1036"/>
          <ac:spMkLst>
            <pc:docMk/>
            <pc:sldMk cId="3569749811" sldId="2147479603"/>
            <ac:spMk id="22" creationId="{C0BACCA0-D07B-9A5E-33D4-53814357B429}"/>
          </ac:spMkLst>
        </pc:spChg>
        <pc:spChg chg="mod">
          <ac:chgData name="Simran Assi" userId="e151f7e4-8718-480b-bb95-47774b6c3b92" providerId="ADAL" clId="{9743B614-4FF2-4AFA-86D4-6B423E6FEC28}" dt="2025-08-20T05:49:03.934" v="5831" actId="1036"/>
          <ac:spMkLst>
            <pc:docMk/>
            <pc:sldMk cId="3569749811" sldId="2147479603"/>
            <ac:spMk id="23" creationId="{074CD781-4E4B-FB9B-4575-2155E1D565F3}"/>
          </ac:spMkLst>
        </pc:spChg>
        <pc:spChg chg="mod">
          <ac:chgData name="Simran Assi" userId="e151f7e4-8718-480b-bb95-47774b6c3b92" providerId="ADAL" clId="{9743B614-4FF2-4AFA-86D4-6B423E6FEC28}" dt="2025-08-20T05:48:48.707" v="5816" actId="1035"/>
          <ac:spMkLst>
            <pc:docMk/>
            <pc:sldMk cId="3569749811" sldId="2147479603"/>
            <ac:spMk id="24" creationId="{2DD0CE90-258A-F351-C0CE-680B44265F4E}"/>
          </ac:spMkLst>
        </pc:spChg>
        <pc:spChg chg="add mod">
          <ac:chgData name="Simran Assi" userId="e151f7e4-8718-480b-bb95-47774b6c3b92" providerId="ADAL" clId="{9743B614-4FF2-4AFA-86D4-6B423E6FEC28}" dt="2025-08-20T05:52:48.487" v="5953" actId="1035"/>
          <ac:spMkLst>
            <pc:docMk/>
            <pc:sldMk cId="3569749811" sldId="2147479603"/>
            <ac:spMk id="26" creationId="{BC3AEC41-BB2C-55F6-5A49-3131FA876258}"/>
          </ac:spMkLst>
        </pc:spChg>
        <pc:spChg chg="add mod">
          <ac:chgData name="Simran Assi" userId="e151f7e4-8718-480b-bb95-47774b6c3b92" providerId="ADAL" clId="{9743B614-4FF2-4AFA-86D4-6B423E6FEC28}" dt="2025-08-20T05:55:00.815" v="5992" actId="14100"/>
          <ac:spMkLst>
            <pc:docMk/>
            <pc:sldMk cId="3569749811" sldId="2147479603"/>
            <ac:spMk id="27" creationId="{0430378F-2C3E-16B2-0C47-70E55E600B95}"/>
          </ac:spMkLst>
        </pc:spChg>
        <pc:spChg chg="add mod">
          <ac:chgData name="Simran Assi" userId="e151f7e4-8718-480b-bb95-47774b6c3b92" providerId="ADAL" clId="{9743B614-4FF2-4AFA-86D4-6B423E6FEC28}" dt="2025-08-20T05:55:04.615" v="5993" actId="1076"/>
          <ac:spMkLst>
            <pc:docMk/>
            <pc:sldMk cId="3569749811" sldId="2147479603"/>
            <ac:spMk id="28" creationId="{0A5A2A2E-27E8-E486-2A42-9CB494916BA1}"/>
          </ac:spMkLst>
        </pc:spChg>
        <pc:spChg chg="add del">
          <ac:chgData name="Simran Assi" userId="e151f7e4-8718-480b-bb95-47774b6c3b92" providerId="ADAL" clId="{9743B614-4FF2-4AFA-86D4-6B423E6FEC28}" dt="2025-08-20T05:55:37.075" v="6000" actId="22"/>
          <ac:spMkLst>
            <pc:docMk/>
            <pc:sldMk cId="3569749811" sldId="2147479603"/>
            <ac:spMk id="31" creationId="{41F5ABA4-6C51-7733-A551-1CEA7417073B}"/>
          </ac:spMkLst>
        </pc:spChg>
        <pc:spChg chg="add mod">
          <ac:chgData name="Simran Assi" userId="e151f7e4-8718-480b-bb95-47774b6c3b92" providerId="ADAL" clId="{9743B614-4FF2-4AFA-86D4-6B423E6FEC28}" dt="2025-08-20T05:56:49.663" v="6031" actId="1076"/>
          <ac:spMkLst>
            <pc:docMk/>
            <pc:sldMk cId="3569749811" sldId="2147479603"/>
            <ac:spMk id="33" creationId="{19EB8E81-D2A8-EC44-A3B4-783D90101F19}"/>
          </ac:spMkLst>
        </pc:spChg>
        <pc:spChg chg="add mod">
          <ac:chgData name="Simran Assi" userId="e151f7e4-8718-480b-bb95-47774b6c3b92" providerId="ADAL" clId="{9743B614-4FF2-4AFA-86D4-6B423E6FEC28}" dt="2025-08-20T05:57:17.103" v="6110" actId="14100"/>
          <ac:spMkLst>
            <pc:docMk/>
            <pc:sldMk cId="3569749811" sldId="2147479603"/>
            <ac:spMk id="34" creationId="{A4736D78-935F-3506-D3A8-535DB01A91C4}"/>
          </ac:spMkLst>
        </pc:spChg>
        <pc:picChg chg="mod">
          <ac:chgData name="Simran Assi" userId="e151f7e4-8718-480b-bb95-47774b6c3b92" providerId="ADAL" clId="{9743B614-4FF2-4AFA-86D4-6B423E6FEC28}" dt="2025-08-20T05:56:30.954" v="6025" actId="1076"/>
          <ac:picMkLst>
            <pc:docMk/>
            <pc:sldMk cId="3569749811" sldId="2147479603"/>
            <ac:picMk id="6" creationId="{F97A7FF3-A0B9-74C7-93C0-445160980C6D}"/>
          </ac:picMkLst>
        </pc:picChg>
        <pc:picChg chg="add mod">
          <ac:chgData name="Simran Assi" userId="e151f7e4-8718-480b-bb95-47774b6c3b92" providerId="ADAL" clId="{9743B614-4FF2-4AFA-86D4-6B423E6FEC28}" dt="2025-08-20T05:52:48.487" v="5953" actId="1035"/>
          <ac:picMkLst>
            <pc:docMk/>
            <pc:sldMk cId="3569749811" sldId="2147479603"/>
            <ac:picMk id="17" creationId="{8065BE57-618B-D74E-51F0-DC0E65CD0BD5}"/>
          </ac:picMkLst>
        </pc:picChg>
        <pc:picChg chg="add del mod">
          <ac:chgData name="Simran Assi" userId="e151f7e4-8718-480b-bb95-47774b6c3b92" providerId="ADAL" clId="{9743B614-4FF2-4AFA-86D4-6B423E6FEC28}" dt="2025-08-20T05:51:06.683" v="5865" actId="478"/>
          <ac:picMkLst>
            <pc:docMk/>
            <pc:sldMk cId="3569749811" sldId="2147479603"/>
            <ac:picMk id="20" creationId="{0B44DAE5-6FFA-440C-0576-34C41F7A18B0}"/>
          </ac:picMkLst>
        </pc:picChg>
        <pc:picChg chg="add del mod">
          <ac:chgData name="Simran Assi" userId="e151f7e4-8718-480b-bb95-47774b6c3b92" providerId="ADAL" clId="{9743B614-4FF2-4AFA-86D4-6B423E6FEC28}" dt="2025-08-20T05:51:54.743" v="5898" actId="478"/>
          <ac:picMkLst>
            <pc:docMk/>
            <pc:sldMk cId="3569749811" sldId="2147479603"/>
            <ac:picMk id="25" creationId="{6476AB9A-157E-AD6D-C46E-4522483A7AF8}"/>
          </ac:picMkLst>
        </pc:picChg>
        <pc:cxnChg chg="mod">
          <ac:chgData name="Simran Assi" userId="e151f7e4-8718-480b-bb95-47774b6c3b92" providerId="ADAL" clId="{9743B614-4FF2-4AFA-86D4-6B423E6FEC28}" dt="2025-08-20T05:48:36.543" v="5801" actId="14100"/>
          <ac:cxnSpMkLst>
            <pc:docMk/>
            <pc:sldMk cId="3569749811" sldId="2147479603"/>
            <ac:cxnSpMk id="18" creationId="{CC9516E7-77F1-1CA5-8D3B-E378394A06C3}"/>
          </ac:cxnSpMkLst>
        </pc:cxnChg>
        <pc:cxnChg chg="mod">
          <ac:chgData name="Simran Assi" userId="e151f7e4-8718-480b-bb95-47774b6c3b92" providerId="ADAL" clId="{9743B614-4FF2-4AFA-86D4-6B423E6FEC28}" dt="2025-08-20T05:48:48.707" v="5816" actId="1035"/>
          <ac:cxnSpMkLst>
            <pc:docMk/>
            <pc:sldMk cId="3569749811" sldId="2147479603"/>
            <ac:cxnSpMk id="30" creationId="{43424CAA-0F36-B60C-53A3-8B50A69414FB}"/>
          </ac:cxnSpMkLst>
        </pc:cxnChg>
      </pc:sldChg>
      <pc:sldChg chg="del">
        <pc:chgData name="Simran Assi" userId="e151f7e4-8718-480b-bb95-47774b6c3b92" providerId="ADAL" clId="{9743B614-4FF2-4AFA-86D4-6B423E6FEC28}" dt="2025-08-20T05:52:54.975" v="5954" actId="47"/>
        <pc:sldMkLst>
          <pc:docMk/>
          <pc:sldMk cId="307573192" sldId="2147479605"/>
        </pc:sldMkLst>
      </pc:sldChg>
      <pc:sldChg chg="del">
        <pc:chgData name="Simran Assi" userId="e151f7e4-8718-480b-bb95-47774b6c3b92" providerId="ADAL" clId="{9743B614-4FF2-4AFA-86D4-6B423E6FEC28}" dt="2025-08-20T03:50:25.181" v="2656" actId="47"/>
        <pc:sldMkLst>
          <pc:docMk/>
          <pc:sldMk cId="3201358165" sldId="2147479607"/>
        </pc:sldMkLst>
      </pc:sldChg>
      <pc:sldChg chg="addSp delSp modSp mod">
        <pc:chgData name="Simran Assi" userId="e151f7e4-8718-480b-bb95-47774b6c3b92" providerId="ADAL" clId="{9743B614-4FF2-4AFA-86D4-6B423E6FEC28}" dt="2025-08-20T03:50:17.092" v="2654" actId="1035"/>
        <pc:sldMkLst>
          <pc:docMk/>
          <pc:sldMk cId="4257484618" sldId="2147479608"/>
        </pc:sldMkLst>
        <pc:spChg chg="mod">
          <ac:chgData name="Simran Assi" userId="e151f7e4-8718-480b-bb95-47774b6c3b92" providerId="ADAL" clId="{9743B614-4FF2-4AFA-86D4-6B423E6FEC28}" dt="2025-08-20T03:48:00.162" v="2606" actId="14100"/>
          <ac:spMkLst>
            <pc:docMk/>
            <pc:sldMk cId="4257484618" sldId="2147479608"/>
            <ac:spMk id="3" creationId="{2A3C718B-AACB-4960-A0B6-625E82ED7571}"/>
          </ac:spMkLst>
        </pc:spChg>
        <pc:spChg chg="add del">
          <ac:chgData name="Simran Assi" userId="e151f7e4-8718-480b-bb95-47774b6c3b92" providerId="ADAL" clId="{9743B614-4FF2-4AFA-86D4-6B423E6FEC28}" dt="2025-08-20T03:48:59.707" v="2614" actId="22"/>
          <ac:spMkLst>
            <pc:docMk/>
            <pc:sldMk cId="4257484618" sldId="2147479608"/>
            <ac:spMk id="7" creationId="{0F4C0D84-099D-B6A5-407E-743BBAD5AE0D}"/>
          </ac:spMkLst>
        </pc:spChg>
        <pc:spChg chg="add mod">
          <ac:chgData name="Simran Assi" userId="e151f7e4-8718-480b-bb95-47774b6c3b92" providerId="ADAL" clId="{9743B614-4FF2-4AFA-86D4-6B423E6FEC28}" dt="2025-08-20T03:49:27.297" v="2628" actId="14100"/>
          <ac:spMkLst>
            <pc:docMk/>
            <pc:sldMk cId="4257484618" sldId="2147479608"/>
            <ac:spMk id="9" creationId="{C6626DA3-AA95-8924-AE89-765C7ED58D55}"/>
          </ac:spMkLst>
        </pc:spChg>
        <pc:spChg chg="add mod">
          <ac:chgData name="Simran Assi" userId="e151f7e4-8718-480b-bb95-47774b6c3b92" providerId="ADAL" clId="{9743B614-4FF2-4AFA-86D4-6B423E6FEC28}" dt="2025-08-20T03:50:17.092" v="2654" actId="1035"/>
          <ac:spMkLst>
            <pc:docMk/>
            <pc:sldMk cId="4257484618" sldId="2147479608"/>
            <ac:spMk id="10" creationId="{69D4630B-BFF6-17BB-1E2E-7FAB5D00BE0D}"/>
          </ac:spMkLst>
        </pc:spChg>
        <pc:picChg chg="add mod">
          <ac:chgData name="Simran Assi" userId="e151f7e4-8718-480b-bb95-47774b6c3b92" providerId="ADAL" clId="{9743B614-4FF2-4AFA-86D4-6B423E6FEC28}" dt="2025-08-20T03:48:25.044" v="2612" actId="1076"/>
          <ac:picMkLst>
            <pc:docMk/>
            <pc:sldMk cId="4257484618" sldId="2147479608"/>
            <ac:picMk id="2" creationId="{0BEA7A04-111E-C36A-DD02-034E65A68431}"/>
          </ac:picMkLst>
        </pc:picChg>
        <pc:picChg chg="mod">
          <ac:chgData name="Simran Assi" userId="e151f7e4-8718-480b-bb95-47774b6c3b92" providerId="ADAL" clId="{9743B614-4FF2-4AFA-86D4-6B423E6FEC28}" dt="2025-08-20T03:49:40.419" v="2631" actId="1076"/>
          <ac:picMkLst>
            <pc:docMk/>
            <pc:sldMk cId="4257484618" sldId="2147479608"/>
            <ac:picMk id="5" creationId="{978C58A6-545C-C9D7-51DF-BAE0860782B3}"/>
          </ac:picMkLst>
        </pc:picChg>
      </pc:sldChg>
      <pc:sldChg chg="modSp del mod">
        <pc:chgData name="Simran Assi" userId="e151f7e4-8718-480b-bb95-47774b6c3b92" providerId="ADAL" clId="{9743B614-4FF2-4AFA-86D4-6B423E6FEC28}" dt="2025-08-20T03:50:23.480" v="2655" actId="47"/>
        <pc:sldMkLst>
          <pc:docMk/>
          <pc:sldMk cId="671507804" sldId="2147479609"/>
        </pc:sldMkLst>
        <pc:picChg chg="mod">
          <ac:chgData name="Simran Assi" userId="e151f7e4-8718-480b-bb95-47774b6c3b92" providerId="ADAL" clId="{9743B614-4FF2-4AFA-86D4-6B423E6FEC28}" dt="2025-08-20T03:48:16.195" v="2608" actId="14100"/>
          <ac:picMkLst>
            <pc:docMk/>
            <pc:sldMk cId="671507804" sldId="2147479609"/>
            <ac:picMk id="14" creationId="{1B8B5DD6-C166-1355-5B4D-C6C9E1E0BA2A}"/>
          </ac:picMkLst>
        </pc:picChg>
      </pc:sldChg>
      <pc:sldChg chg="del mod modShow">
        <pc:chgData name="Simran Assi" userId="e151f7e4-8718-480b-bb95-47774b6c3b92" providerId="ADAL" clId="{9743B614-4FF2-4AFA-86D4-6B423E6FEC28}" dt="2025-08-20T03:33:12.938" v="2287" actId="47"/>
        <pc:sldMkLst>
          <pc:docMk/>
          <pc:sldMk cId="1635726696" sldId="2147479611"/>
        </pc:sldMkLst>
      </pc:sldChg>
      <pc:sldChg chg="add del setBg">
        <pc:chgData name="Simran Assi" userId="e151f7e4-8718-480b-bb95-47774b6c3b92" providerId="ADAL" clId="{9743B614-4FF2-4AFA-86D4-6B423E6FEC28}" dt="2025-08-14T09:25:57.882" v="62"/>
        <pc:sldMkLst>
          <pc:docMk/>
          <pc:sldMk cId="858171329" sldId="2147479612"/>
        </pc:sldMkLst>
      </pc:sldChg>
      <pc:sldChg chg="addSp delSp modSp add mod">
        <pc:chgData name="Simran Assi" userId="e151f7e4-8718-480b-bb95-47774b6c3b92" providerId="ADAL" clId="{9743B614-4FF2-4AFA-86D4-6B423E6FEC28}" dt="2025-08-20T04:15:08.648" v="3479"/>
        <pc:sldMkLst>
          <pc:docMk/>
          <pc:sldMk cId="3543967164" sldId="2147479612"/>
        </pc:sldMkLst>
        <pc:spChg chg="mod">
          <ac:chgData name="Simran Assi" userId="e151f7e4-8718-480b-bb95-47774b6c3b92" providerId="ADAL" clId="{9743B614-4FF2-4AFA-86D4-6B423E6FEC28}" dt="2025-08-20T04:15:08.648" v="3479"/>
          <ac:spMkLst>
            <pc:docMk/>
            <pc:sldMk cId="3543967164" sldId="2147479612"/>
            <ac:spMk id="12" creationId="{0CD2D813-FC8E-2693-4F92-DE59AAEA558F}"/>
          </ac:spMkLst>
        </pc:spChg>
        <pc:spChg chg="mod">
          <ac:chgData name="Simran Assi" userId="e151f7e4-8718-480b-bb95-47774b6c3b92" providerId="ADAL" clId="{9743B614-4FF2-4AFA-86D4-6B423E6FEC28}" dt="2025-08-20T04:15:08.648" v="3479"/>
          <ac:spMkLst>
            <pc:docMk/>
            <pc:sldMk cId="3543967164" sldId="2147479612"/>
            <ac:spMk id="13" creationId="{98972DE6-013B-1BFD-C627-C5AF872BDF4A}"/>
          </ac:spMkLst>
        </pc:spChg>
      </pc:sldChg>
      <pc:sldChg chg="add del">
        <pc:chgData name="Simran Assi" userId="e151f7e4-8718-480b-bb95-47774b6c3b92" providerId="ADAL" clId="{9743B614-4FF2-4AFA-86D4-6B423E6FEC28}" dt="2025-08-20T02:38:42.371" v="480"/>
        <pc:sldMkLst>
          <pc:docMk/>
          <pc:sldMk cId="441278840" sldId="2147479613"/>
        </pc:sldMkLst>
      </pc:sldChg>
      <pc:sldChg chg="modSp add mod">
        <pc:chgData name="Simran Assi" userId="e151f7e4-8718-480b-bb95-47774b6c3b92" providerId="ADAL" clId="{9743B614-4FF2-4AFA-86D4-6B423E6FEC28}" dt="2025-08-20T04:15:08.648" v="3479"/>
        <pc:sldMkLst>
          <pc:docMk/>
          <pc:sldMk cId="2659958958" sldId="2147479613"/>
        </pc:sldMkLst>
        <pc:spChg chg="mod">
          <ac:chgData name="Simran Assi" userId="e151f7e4-8718-480b-bb95-47774b6c3b92" providerId="ADAL" clId="{9743B614-4FF2-4AFA-86D4-6B423E6FEC28}" dt="2025-08-20T02:38:48.281" v="487" actId="20577"/>
          <ac:spMkLst>
            <pc:docMk/>
            <pc:sldMk cId="2659958958" sldId="2147479613"/>
            <ac:spMk id="4" creationId="{0B2D06B2-E12E-E692-615F-D43CBD12B9CF}"/>
          </ac:spMkLst>
        </pc:spChg>
        <pc:spChg chg="mod">
          <ac:chgData name="Simran Assi" userId="e151f7e4-8718-480b-bb95-47774b6c3b92" providerId="ADAL" clId="{9743B614-4FF2-4AFA-86D4-6B423E6FEC28}" dt="2025-08-20T04:15:08.648" v="3479"/>
          <ac:spMkLst>
            <pc:docMk/>
            <pc:sldMk cId="2659958958" sldId="2147479613"/>
            <ac:spMk id="12" creationId="{81C8E056-23DD-1666-D1DE-8066F6380A5E}"/>
          </ac:spMkLst>
        </pc:spChg>
        <pc:spChg chg="mod">
          <ac:chgData name="Simran Assi" userId="e151f7e4-8718-480b-bb95-47774b6c3b92" providerId="ADAL" clId="{9743B614-4FF2-4AFA-86D4-6B423E6FEC28}" dt="2025-08-20T04:15:08.648" v="3479"/>
          <ac:spMkLst>
            <pc:docMk/>
            <pc:sldMk cId="2659958958" sldId="2147479613"/>
            <ac:spMk id="13" creationId="{4EC3EC46-E519-2F23-4424-CCB01BF1B2B5}"/>
          </ac:spMkLst>
        </pc:spChg>
        <pc:spChg chg="mod">
          <ac:chgData name="Simran Assi" userId="e151f7e4-8718-480b-bb95-47774b6c3b92" providerId="ADAL" clId="{9743B614-4FF2-4AFA-86D4-6B423E6FEC28}" dt="2025-08-20T02:39:01.836" v="493" actId="20577"/>
          <ac:spMkLst>
            <pc:docMk/>
            <pc:sldMk cId="2659958958" sldId="2147479613"/>
            <ac:spMk id="15" creationId="{64277BE6-AA97-6DF2-E5E5-805B29F1B1E5}"/>
          </ac:spMkLst>
        </pc:spChg>
      </pc:sldChg>
      <pc:sldMasterChg chg="del sldLayoutOrd">
        <pc:chgData name="Simran Assi" userId="e151f7e4-8718-480b-bb95-47774b6c3b92" providerId="ADAL" clId="{9743B614-4FF2-4AFA-86D4-6B423E6FEC28}" dt="2025-08-20T05:58:47.405" v="6124" actId="2696"/>
        <pc:sldMasterMkLst>
          <pc:docMk/>
          <pc:sldMasterMk cId="3615486024" sldId="2147483648"/>
        </pc:sldMasterMkLst>
      </pc:sldMasterChg>
      <pc:sldMasterChg chg="del delSldLayout modSldLayout sldLayoutOrd">
        <pc:chgData name="Simran Assi" userId="e151f7e4-8718-480b-bb95-47774b6c3b92" providerId="ADAL" clId="{9743B614-4FF2-4AFA-86D4-6B423E6FEC28}" dt="2025-08-20T06:13:30.315" v="6411" actId="2696"/>
        <pc:sldMasterMkLst>
          <pc:docMk/>
          <pc:sldMasterMk cId="1364348607" sldId="2147483662"/>
        </pc:sldMasterMkLst>
        <pc:sldLayoutChg chg="ord">
          <pc:chgData name="Simran Assi" userId="e151f7e4-8718-480b-bb95-47774b6c3b92" providerId="ADAL" clId="{9743B614-4FF2-4AFA-86D4-6B423E6FEC28}" dt="2025-08-20T06:13:23.980" v="6409" actId="20578"/>
          <pc:sldLayoutMkLst>
            <pc:docMk/>
            <pc:sldMasterMk cId="4217046314" sldId="2147483906"/>
            <pc:sldLayoutMk cId="2938323642" sldId="2147483687"/>
          </pc:sldLayoutMkLst>
        </pc:sldLayoutChg>
        <pc:sldLayoutChg chg="ord">
          <pc:chgData name="Simran Assi" userId="e151f7e4-8718-480b-bb95-47774b6c3b92" providerId="ADAL" clId="{9743B614-4FF2-4AFA-86D4-6B423E6FEC28}" dt="2025-08-20T06:13:23.980" v="6409" actId="20578"/>
          <pc:sldLayoutMkLst>
            <pc:docMk/>
            <pc:sldMasterMk cId="4217046314" sldId="2147483906"/>
            <pc:sldLayoutMk cId="1203263139" sldId="2147483689"/>
          </pc:sldLayoutMkLst>
        </pc:sldLayoutChg>
        <pc:sldLayoutChg chg="ord">
          <pc:chgData name="Simran Assi" userId="e151f7e4-8718-480b-bb95-47774b6c3b92" providerId="ADAL" clId="{9743B614-4FF2-4AFA-86D4-6B423E6FEC28}" dt="2025-08-20T06:13:23.980" v="6409" actId="20578"/>
          <pc:sldLayoutMkLst>
            <pc:docMk/>
            <pc:sldMasterMk cId="4217046314" sldId="2147483906"/>
            <pc:sldLayoutMk cId="2647005706" sldId="2147483831"/>
          </pc:sldLayoutMkLst>
        </pc:sldLayoutChg>
        <pc:sldLayoutChg chg="ord">
          <pc:chgData name="Simran Assi" userId="e151f7e4-8718-480b-bb95-47774b6c3b92" providerId="ADAL" clId="{9743B614-4FF2-4AFA-86D4-6B423E6FEC28}" dt="2025-08-20T06:13:23.980" v="6409" actId="20578"/>
          <pc:sldLayoutMkLst>
            <pc:docMk/>
            <pc:sldMasterMk cId="4217046314" sldId="2147483906"/>
            <pc:sldLayoutMk cId="3598100364" sldId="2147483862"/>
          </pc:sldLayoutMkLst>
        </pc:sldLayoutChg>
        <pc:sldLayoutChg chg="del">
          <pc:chgData name="Simran Assi" userId="e151f7e4-8718-480b-bb95-47774b6c3b92" providerId="ADAL" clId="{9743B614-4FF2-4AFA-86D4-6B423E6FEC28}" dt="2025-08-20T06:08:41.257" v="6290" actId="47"/>
          <pc:sldLayoutMkLst>
            <pc:docMk/>
            <pc:sldMasterMk cId="1364348607" sldId="2147483662"/>
            <pc:sldLayoutMk cId="3552973832" sldId="2147483869"/>
          </pc:sldLayoutMkLst>
        </pc:sldLayoutChg>
        <pc:sldLayoutChg chg="ord">
          <pc:chgData name="Simran Assi" userId="e151f7e4-8718-480b-bb95-47774b6c3b92" providerId="ADAL" clId="{9743B614-4FF2-4AFA-86D4-6B423E6FEC28}" dt="2025-08-20T06:13:23.980" v="6409" actId="20578"/>
          <pc:sldLayoutMkLst>
            <pc:docMk/>
            <pc:sldMasterMk cId="4217046314" sldId="2147483906"/>
            <pc:sldLayoutMk cId="34649905" sldId="2147483870"/>
          </pc:sldLayoutMkLst>
        </pc:sldLayoutChg>
        <pc:sldLayoutChg chg="del">
          <pc:chgData name="Simran Assi" userId="e151f7e4-8718-480b-bb95-47774b6c3b92" providerId="ADAL" clId="{9743B614-4FF2-4AFA-86D4-6B423E6FEC28}" dt="2025-08-20T06:12:14.148" v="6387" actId="47"/>
          <pc:sldLayoutMkLst>
            <pc:docMk/>
            <pc:sldMasterMk cId="1364348607" sldId="2147483662"/>
            <pc:sldLayoutMk cId="3730812556" sldId="2147483871"/>
          </pc:sldLayoutMkLst>
        </pc:sldLayoutChg>
        <pc:sldLayoutChg chg="del">
          <pc:chgData name="Simran Assi" userId="e151f7e4-8718-480b-bb95-47774b6c3b92" providerId="ADAL" clId="{9743B614-4FF2-4AFA-86D4-6B423E6FEC28}" dt="2025-08-20T05:52:54.975" v="5954" actId="47"/>
          <pc:sldLayoutMkLst>
            <pc:docMk/>
            <pc:sldMasterMk cId="1364348607" sldId="2147483662"/>
            <pc:sldLayoutMk cId="1084136063" sldId="2147483872"/>
          </pc:sldLayoutMkLst>
        </pc:sldLayoutChg>
        <pc:sldLayoutChg chg="ord">
          <pc:chgData name="Simran Assi" userId="e151f7e4-8718-480b-bb95-47774b6c3b92" providerId="ADAL" clId="{9743B614-4FF2-4AFA-86D4-6B423E6FEC28}" dt="2025-08-20T06:13:23.980" v="6409" actId="20578"/>
          <pc:sldLayoutMkLst>
            <pc:docMk/>
            <pc:sldMasterMk cId="4217046314" sldId="2147483906"/>
            <pc:sldLayoutMk cId="338512057" sldId="2147483873"/>
          </pc:sldLayoutMkLst>
        </pc:sldLayoutChg>
      </pc:sldMasterChg>
      <pc:sldMasterChg chg="del">
        <pc:chgData name="Simran Assi" userId="e151f7e4-8718-480b-bb95-47774b6c3b92" providerId="ADAL" clId="{9743B614-4FF2-4AFA-86D4-6B423E6FEC28}" dt="2025-08-20T04:14:44.645" v="3474" actId="2696"/>
        <pc:sldMasterMkLst>
          <pc:docMk/>
          <pc:sldMasterMk cId="3360363808" sldId="2147483719"/>
        </pc:sldMasterMkLst>
      </pc:sldMasterChg>
      <pc:sldMasterChg chg="del delSldLayout sldLayoutOrd">
        <pc:chgData name="Simran Assi" userId="e151f7e4-8718-480b-bb95-47774b6c3b92" providerId="ADAL" clId="{9743B614-4FF2-4AFA-86D4-6B423E6FEC28}" dt="2025-08-20T05:58:56.981" v="6128" actId="2696"/>
        <pc:sldMasterMkLst>
          <pc:docMk/>
          <pc:sldMasterMk cId="488015223" sldId="2147483740"/>
        </pc:sldMasterMkLst>
        <pc:sldLayoutChg chg="del">
          <pc:chgData name="Simran Assi" userId="e151f7e4-8718-480b-bb95-47774b6c3b92" providerId="ADAL" clId="{9743B614-4FF2-4AFA-86D4-6B423E6FEC28}" dt="2025-08-20T05:57:28.704" v="6111" actId="47"/>
          <pc:sldLayoutMkLst>
            <pc:docMk/>
            <pc:sldMasterMk cId="488015223" sldId="2147483740"/>
            <pc:sldLayoutMk cId="2954423033" sldId="2147483874"/>
          </pc:sldLayoutMkLst>
        </pc:sldLayoutChg>
        <pc:sldLayoutChg chg="del">
          <pc:chgData name="Simran Assi" userId="e151f7e4-8718-480b-bb95-47774b6c3b92" providerId="ADAL" clId="{9743B614-4FF2-4AFA-86D4-6B423E6FEC28}" dt="2025-08-20T05:55:31.247" v="5998" actId="47"/>
          <pc:sldLayoutMkLst>
            <pc:docMk/>
            <pc:sldMasterMk cId="488015223" sldId="2147483740"/>
            <pc:sldLayoutMk cId="2120422320" sldId="2147483875"/>
          </pc:sldLayoutMkLst>
        </pc:sldLayoutChg>
        <pc:sldLayoutChg chg="del">
          <pc:chgData name="Simran Assi" userId="e151f7e4-8718-480b-bb95-47774b6c3b92" providerId="ADAL" clId="{9743B614-4FF2-4AFA-86D4-6B423E6FEC28}" dt="2025-08-14T09:26:00.790" v="64" actId="47"/>
          <pc:sldLayoutMkLst>
            <pc:docMk/>
            <pc:sldMasterMk cId="488015223" sldId="2147483740"/>
            <pc:sldLayoutMk cId="3824024859" sldId="2147483905"/>
          </pc:sldLayoutMkLst>
        </pc:sldLayoutChg>
      </pc:sldMasterChg>
      <pc:sldMasterChg chg="del delSldLayout">
        <pc:chgData name="Simran Assi" userId="e151f7e4-8718-480b-bb95-47774b6c3b92" providerId="ADAL" clId="{9743B614-4FF2-4AFA-86D4-6B423E6FEC28}" dt="2025-08-20T05:58:49.706" v="6125" actId="2696"/>
        <pc:sldMasterMkLst>
          <pc:docMk/>
          <pc:sldMasterMk cId="1833509921" sldId="2147483815"/>
        </pc:sldMasterMkLst>
        <pc:sldLayoutChg chg="del">
          <pc:chgData name="Simran Assi" userId="e151f7e4-8718-480b-bb95-47774b6c3b92" providerId="ADAL" clId="{9743B614-4FF2-4AFA-86D4-6B423E6FEC28}" dt="2025-08-20T05:58:23.285" v="6120" actId="47"/>
          <pc:sldLayoutMkLst>
            <pc:docMk/>
            <pc:sldMasterMk cId="1833509921" sldId="2147483815"/>
            <pc:sldLayoutMk cId="1441734859" sldId="2147483868"/>
          </pc:sldLayoutMkLst>
        </pc:sldLayoutChg>
      </pc:sldMasterChg>
      <pc:sldMasterChg chg="del">
        <pc:chgData name="Simran Assi" userId="e151f7e4-8718-480b-bb95-47774b6c3b92" providerId="ADAL" clId="{9743B614-4FF2-4AFA-86D4-6B423E6FEC28}" dt="2025-08-20T04:14:46.893" v="3475" actId="2696"/>
        <pc:sldMasterMkLst>
          <pc:docMk/>
          <pc:sldMasterMk cId="1364348607" sldId="2147483863"/>
        </pc:sldMasterMkLst>
      </pc:sldMasterChg>
      <pc:sldMasterChg chg="del">
        <pc:chgData name="Simran Assi" userId="e151f7e4-8718-480b-bb95-47774b6c3b92" providerId="ADAL" clId="{9743B614-4FF2-4AFA-86D4-6B423E6FEC28}" dt="2025-08-20T05:14:48.486" v="3480" actId="2696"/>
        <pc:sldMasterMkLst>
          <pc:docMk/>
          <pc:sldMasterMk cId="1725811724" sldId="2147483877"/>
        </pc:sldMasterMkLst>
      </pc:sldMasterChg>
      <pc:sldMasterChg chg="modSldLayout sldLayoutOrd">
        <pc:chgData name="Simran Assi" userId="e151f7e4-8718-480b-bb95-47774b6c3b92" providerId="ADAL" clId="{9743B614-4FF2-4AFA-86D4-6B423E6FEC28}" dt="2025-08-20T06:13:49.809" v="6416" actId="20578"/>
        <pc:sldMasterMkLst>
          <pc:docMk/>
          <pc:sldMasterMk cId="4217046314" sldId="2147483906"/>
        </pc:sldMasterMkLst>
        <pc:sldLayoutChg chg="modSp mod ord">
          <pc:chgData name="Simran Assi" userId="e151f7e4-8718-480b-bb95-47774b6c3b92" providerId="ADAL" clId="{9743B614-4FF2-4AFA-86D4-6B423E6FEC28}" dt="2025-08-20T06:13:27.149" v="6410" actId="20578"/>
          <pc:sldLayoutMkLst>
            <pc:docMk/>
            <pc:sldMasterMk cId="4217046314" sldId="2147483906"/>
            <pc:sldLayoutMk cId="2938323642" sldId="2147483687"/>
          </pc:sldLayoutMkLst>
          <pc:spChg chg="mod">
            <ac:chgData name="Simran Assi" userId="e151f7e4-8718-480b-bb95-47774b6c3b92" providerId="ADAL" clId="{9743B614-4FF2-4AFA-86D4-6B423E6FEC28}" dt="2025-08-20T06:13:27.149" v="6410" actId="20578"/>
            <ac:spMkLst>
              <pc:docMk/>
              <pc:sldMasterMk cId="4217046314" sldId="2147483906"/>
              <pc:sldLayoutMk cId="2938323642" sldId="2147483687"/>
              <ac:spMk id="32" creationId="{51B591B0-B219-299A-64F4-0DC42C6904DA}"/>
            </ac:spMkLst>
          </pc:spChg>
          <pc:spChg chg="mod">
            <ac:chgData name="Simran Assi" userId="e151f7e4-8718-480b-bb95-47774b6c3b92" providerId="ADAL" clId="{9743B614-4FF2-4AFA-86D4-6B423E6FEC28}" dt="2025-08-20T06:13:27.149" v="6410" actId="20578"/>
            <ac:spMkLst>
              <pc:docMk/>
              <pc:sldMasterMk cId="4217046314" sldId="2147483906"/>
              <pc:sldLayoutMk cId="2938323642" sldId="2147483687"/>
              <ac:spMk id="34" creationId="{CB5DF045-C4F5-7F73-2092-2469DB9A1A7A}"/>
            </ac:spMkLst>
          </pc:spChg>
        </pc:sldLayoutChg>
        <pc:sldLayoutChg chg="modSp mod ord">
          <pc:chgData name="Simran Assi" userId="e151f7e4-8718-480b-bb95-47774b6c3b92" providerId="ADAL" clId="{9743B614-4FF2-4AFA-86D4-6B423E6FEC28}" dt="2025-08-20T06:13:27.149" v="6410" actId="20578"/>
          <pc:sldLayoutMkLst>
            <pc:docMk/>
            <pc:sldMasterMk cId="4217046314" sldId="2147483906"/>
            <pc:sldLayoutMk cId="1203263139" sldId="2147483689"/>
          </pc:sldLayoutMkLst>
          <pc:spChg chg="mod">
            <ac:chgData name="Simran Assi" userId="e151f7e4-8718-480b-bb95-47774b6c3b92" providerId="ADAL" clId="{9743B614-4FF2-4AFA-86D4-6B423E6FEC28}" dt="2025-08-20T06:13:27.149" v="6410" actId="20578"/>
            <ac:spMkLst>
              <pc:docMk/>
              <pc:sldMasterMk cId="4217046314" sldId="2147483906"/>
              <pc:sldLayoutMk cId="1203263139" sldId="2147483689"/>
              <ac:spMk id="3" creationId="{9589722D-E2DB-94B1-9388-C49E9C9CD379}"/>
            </ac:spMkLst>
          </pc:spChg>
          <pc:spChg chg="mod">
            <ac:chgData name="Simran Assi" userId="e151f7e4-8718-480b-bb95-47774b6c3b92" providerId="ADAL" clId="{9743B614-4FF2-4AFA-86D4-6B423E6FEC28}" dt="2025-08-20T06:13:27.149" v="6410" actId="20578"/>
            <ac:spMkLst>
              <pc:docMk/>
              <pc:sldMasterMk cId="4217046314" sldId="2147483906"/>
              <pc:sldLayoutMk cId="1203263139" sldId="2147483689"/>
              <ac:spMk id="4" creationId="{B7047BD2-BD9B-0AB9-DC4F-F952B004413A}"/>
            </ac:spMkLst>
          </pc:spChg>
          <pc:spChg chg="mod">
            <ac:chgData name="Simran Assi" userId="e151f7e4-8718-480b-bb95-47774b6c3b92" providerId="ADAL" clId="{9743B614-4FF2-4AFA-86D4-6B423E6FEC28}" dt="2025-08-20T06:13:27.149" v="6410" actId="20578"/>
            <ac:spMkLst>
              <pc:docMk/>
              <pc:sldMasterMk cId="4217046314" sldId="2147483906"/>
              <pc:sldLayoutMk cId="1203263139" sldId="2147483689"/>
              <ac:spMk id="8" creationId="{3807881C-DB20-4F92-9E23-19319EA2395D}"/>
            </ac:spMkLst>
          </pc:spChg>
        </pc:sldLayoutChg>
        <pc:sldLayoutChg chg="modSp mod ord">
          <pc:chgData name="Simran Assi" userId="e151f7e4-8718-480b-bb95-47774b6c3b92" providerId="ADAL" clId="{9743B614-4FF2-4AFA-86D4-6B423E6FEC28}" dt="2025-08-20T05:58:55.422" v="6127" actId="20578"/>
          <pc:sldLayoutMkLst>
            <pc:docMk/>
            <pc:sldMasterMk cId="4217046314" sldId="2147483906"/>
            <pc:sldLayoutMk cId="390781293" sldId="2147483751"/>
          </pc:sldLayoutMkLst>
          <pc:spChg chg="mod">
            <ac:chgData name="Simran Assi" userId="e151f7e4-8718-480b-bb95-47774b6c3b92" providerId="ADAL" clId="{9743B614-4FF2-4AFA-86D4-6B423E6FEC28}" dt="2025-08-20T05:58:55.422" v="6127" actId="20578"/>
            <ac:spMkLst>
              <pc:docMk/>
              <pc:sldMasterMk cId="4217046314" sldId="2147483906"/>
              <pc:sldLayoutMk cId="390781293" sldId="2147483751"/>
              <ac:spMk id="3" creationId="{ACF46C6D-D7E2-CD10-77CF-1ED3E9F675C2}"/>
            </ac:spMkLst>
          </pc:spChg>
        </pc:sldLayoutChg>
        <pc:sldLayoutChg chg="modSp mod ord">
          <pc:chgData name="Simran Assi" userId="e151f7e4-8718-480b-bb95-47774b6c3b92" providerId="ADAL" clId="{9743B614-4FF2-4AFA-86D4-6B423E6FEC28}" dt="2025-08-20T06:13:27.149" v="6410" actId="20578"/>
          <pc:sldLayoutMkLst>
            <pc:docMk/>
            <pc:sldMasterMk cId="4217046314" sldId="2147483906"/>
            <pc:sldLayoutMk cId="2647005706" sldId="2147483831"/>
          </pc:sldLayoutMkLst>
          <pc:spChg chg="mod">
            <ac:chgData name="Simran Assi" userId="e151f7e4-8718-480b-bb95-47774b6c3b92" providerId="ADAL" clId="{9743B614-4FF2-4AFA-86D4-6B423E6FEC28}" dt="2025-08-20T06:13:27.149" v="6410" actId="20578"/>
            <ac:spMkLst>
              <pc:docMk/>
              <pc:sldMasterMk cId="4217046314" sldId="2147483906"/>
              <pc:sldLayoutMk cId="2647005706" sldId="2147483831"/>
              <ac:spMk id="3" creationId="{9589722D-E2DB-94B1-9388-C49E9C9CD379}"/>
            </ac:spMkLst>
          </pc:spChg>
          <pc:spChg chg="mod">
            <ac:chgData name="Simran Assi" userId="e151f7e4-8718-480b-bb95-47774b6c3b92" providerId="ADAL" clId="{9743B614-4FF2-4AFA-86D4-6B423E6FEC28}" dt="2025-08-20T06:13:27.149" v="6410" actId="20578"/>
            <ac:spMkLst>
              <pc:docMk/>
              <pc:sldMasterMk cId="4217046314" sldId="2147483906"/>
              <pc:sldLayoutMk cId="2647005706" sldId="2147483831"/>
              <ac:spMk id="18" creationId="{8DF796F7-9518-89EE-CCE4-C45DEA0B4049}"/>
            </ac:spMkLst>
          </pc:spChg>
          <pc:spChg chg="mod">
            <ac:chgData name="Simran Assi" userId="e151f7e4-8718-480b-bb95-47774b6c3b92" providerId="ADAL" clId="{9743B614-4FF2-4AFA-86D4-6B423E6FEC28}" dt="2025-08-20T06:13:27.149" v="6410" actId="20578"/>
            <ac:spMkLst>
              <pc:docMk/>
              <pc:sldMasterMk cId="4217046314" sldId="2147483906"/>
              <pc:sldLayoutMk cId="2647005706" sldId="2147483831"/>
              <ac:spMk id="19" creationId="{CAE7C413-2A3E-1125-8D5B-BBCE3CA7FEF8}"/>
            </ac:spMkLst>
          </pc:spChg>
          <pc:spChg chg="mod">
            <ac:chgData name="Simran Assi" userId="e151f7e4-8718-480b-bb95-47774b6c3b92" providerId="ADAL" clId="{9743B614-4FF2-4AFA-86D4-6B423E6FEC28}" dt="2025-08-20T06:13:27.149" v="6410" actId="20578"/>
            <ac:spMkLst>
              <pc:docMk/>
              <pc:sldMasterMk cId="4217046314" sldId="2147483906"/>
              <pc:sldLayoutMk cId="2647005706" sldId="2147483831"/>
              <ac:spMk id="62" creationId="{8F12A679-4D75-C06C-66AD-D8D61E772F78}"/>
            </ac:spMkLst>
          </pc:spChg>
        </pc:sldLayoutChg>
        <pc:sldLayoutChg chg="modSp mod ord">
          <pc:chgData name="Simran Assi" userId="e151f7e4-8718-480b-bb95-47774b6c3b92" providerId="ADAL" clId="{9743B614-4FF2-4AFA-86D4-6B423E6FEC28}" dt="2025-08-20T06:13:27.149" v="6410" actId="20578"/>
          <pc:sldLayoutMkLst>
            <pc:docMk/>
            <pc:sldMasterMk cId="4217046314" sldId="2147483906"/>
            <pc:sldLayoutMk cId="3598100364" sldId="2147483862"/>
          </pc:sldLayoutMkLst>
          <pc:spChg chg="mod">
            <ac:chgData name="Simran Assi" userId="e151f7e4-8718-480b-bb95-47774b6c3b92" providerId="ADAL" clId="{9743B614-4FF2-4AFA-86D4-6B423E6FEC28}" dt="2025-08-20T06:13:27.149" v="6410" actId="20578"/>
            <ac:spMkLst>
              <pc:docMk/>
              <pc:sldMasterMk cId="4217046314" sldId="2147483906"/>
              <pc:sldLayoutMk cId="3598100364" sldId="2147483862"/>
              <ac:spMk id="3" creationId="{9589722D-E2DB-94B1-9388-C49E9C9CD379}"/>
            </ac:spMkLst>
          </pc:spChg>
          <pc:spChg chg="mod">
            <ac:chgData name="Simran Assi" userId="e151f7e4-8718-480b-bb95-47774b6c3b92" providerId="ADAL" clId="{9743B614-4FF2-4AFA-86D4-6B423E6FEC28}" dt="2025-08-20T06:13:27.149" v="6410" actId="20578"/>
            <ac:spMkLst>
              <pc:docMk/>
              <pc:sldMasterMk cId="4217046314" sldId="2147483906"/>
              <pc:sldLayoutMk cId="3598100364" sldId="2147483862"/>
              <ac:spMk id="18" creationId="{8DF796F7-9518-89EE-CCE4-C45DEA0B4049}"/>
            </ac:spMkLst>
          </pc:spChg>
          <pc:spChg chg="mod">
            <ac:chgData name="Simran Assi" userId="e151f7e4-8718-480b-bb95-47774b6c3b92" providerId="ADAL" clId="{9743B614-4FF2-4AFA-86D4-6B423E6FEC28}" dt="2025-08-20T06:13:27.149" v="6410" actId="20578"/>
            <ac:spMkLst>
              <pc:docMk/>
              <pc:sldMasterMk cId="4217046314" sldId="2147483906"/>
              <pc:sldLayoutMk cId="3598100364" sldId="2147483862"/>
              <ac:spMk id="19" creationId="{CAE7C413-2A3E-1125-8D5B-BBCE3CA7FEF8}"/>
            </ac:spMkLst>
          </pc:spChg>
          <pc:spChg chg="mod">
            <ac:chgData name="Simran Assi" userId="e151f7e4-8718-480b-bb95-47774b6c3b92" providerId="ADAL" clId="{9743B614-4FF2-4AFA-86D4-6B423E6FEC28}" dt="2025-08-20T06:13:27.149" v="6410" actId="20578"/>
            <ac:spMkLst>
              <pc:docMk/>
              <pc:sldMasterMk cId="4217046314" sldId="2147483906"/>
              <pc:sldLayoutMk cId="3598100364" sldId="2147483862"/>
              <ac:spMk id="62" creationId="{8F12A679-4D75-C06C-66AD-D8D61E772F78}"/>
            </ac:spMkLst>
          </pc:spChg>
        </pc:sldLayoutChg>
        <pc:sldLayoutChg chg="mod ord">
          <pc:chgData name="Simran Assi" userId="e151f7e4-8718-480b-bb95-47774b6c3b92" providerId="ADAL" clId="{9743B614-4FF2-4AFA-86D4-6B423E6FEC28}" dt="2025-08-20T06:13:27.149" v="6410" actId="20578"/>
          <pc:sldLayoutMkLst>
            <pc:docMk/>
            <pc:sldMasterMk cId="4217046314" sldId="2147483906"/>
            <pc:sldLayoutMk cId="34649905" sldId="2147483870"/>
          </pc:sldLayoutMkLst>
        </pc:sldLayoutChg>
        <pc:sldLayoutChg chg="modSp mod ord">
          <pc:chgData name="Simran Assi" userId="e151f7e4-8718-480b-bb95-47774b6c3b92" providerId="ADAL" clId="{9743B614-4FF2-4AFA-86D4-6B423E6FEC28}" dt="2025-08-20T06:13:27.149" v="6410" actId="20578"/>
          <pc:sldLayoutMkLst>
            <pc:docMk/>
            <pc:sldMasterMk cId="4217046314" sldId="2147483906"/>
            <pc:sldLayoutMk cId="338512057" sldId="2147483873"/>
          </pc:sldLayoutMkLst>
          <pc:spChg chg="mod">
            <ac:chgData name="Simran Assi" userId="e151f7e4-8718-480b-bb95-47774b6c3b92" providerId="ADAL" clId="{9743B614-4FF2-4AFA-86D4-6B423E6FEC28}" dt="2025-08-20T06:13:27.149" v="6410" actId="20578"/>
            <ac:spMkLst>
              <pc:docMk/>
              <pc:sldMasterMk cId="4217046314" sldId="2147483906"/>
              <pc:sldLayoutMk cId="338512057" sldId="2147483873"/>
              <ac:spMk id="3" creationId="{9589722D-E2DB-94B1-9388-C49E9C9CD379}"/>
            </ac:spMkLst>
          </pc:spChg>
          <pc:spChg chg="mod">
            <ac:chgData name="Simran Assi" userId="e151f7e4-8718-480b-bb95-47774b6c3b92" providerId="ADAL" clId="{9743B614-4FF2-4AFA-86D4-6B423E6FEC28}" dt="2025-08-20T06:13:27.149" v="6410" actId="20578"/>
            <ac:spMkLst>
              <pc:docMk/>
              <pc:sldMasterMk cId="4217046314" sldId="2147483906"/>
              <pc:sldLayoutMk cId="338512057" sldId="2147483873"/>
              <ac:spMk id="8" creationId="{3C63C13B-6D82-C9FF-7980-50C50EC5A963}"/>
            </ac:spMkLst>
          </pc:spChg>
          <pc:spChg chg="mod">
            <ac:chgData name="Simran Assi" userId="e151f7e4-8718-480b-bb95-47774b6c3b92" providerId="ADAL" clId="{9743B614-4FF2-4AFA-86D4-6B423E6FEC28}" dt="2025-08-20T06:13:27.149" v="6410" actId="20578"/>
            <ac:spMkLst>
              <pc:docMk/>
              <pc:sldMasterMk cId="4217046314" sldId="2147483906"/>
              <pc:sldLayoutMk cId="338512057" sldId="2147483873"/>
              <ac:spMk id="18" creationId="{8DF796F7-9518-89EE-CCE4-C45DEA0B4049}"/>
            </ac:spMkLst>
          </pc:spChg>
          <pc:spChg chg="mod">
            <ac:chgData name="Simran Assi" userId="e151f7e4-8718-480b-bb95-47774b6c3b92" providerId="ADAL" clId="{9743B614-4FF2-4AFA-86D4-6B423E6FEC28}" dt="2025-08-20T06:13:27.149" v="6410" actId="20578"/>
            <ac:spMkLst>
              <pc:docMk/>
              <pc:sldMasterMk cId="4217046314" sldId="2147483906"/>
              <pc:sldLayoutMk cId="338512057" sldId="2147483873"/>
              <ac:spMk id="19" creationId="{CAE7C413-2A3E-1125-8D5B-BBCE3CA7FEF8}"/>
            </ac:spMkLst>
          </pc:spChg>
        </pc:sldLayoutChg>
        <pc:sldLayoutChg chg="modSp mod ord">
          <pc:chgData name="Simran Assi" userId="e151f7e4-8718-480b-bb95-47774b6c3b92" providerId="ADAL" clId="{9743B614-4FF2-4AFA-86D4-6B423E6FEC28}" dt="2025-08-20T05:58:53.975" v="6126" actId="20578"/>
          <pc:sldLayoutMkLst>
            <pc:docMk/>
            <pc:sldMasterMk cId="4217046314" sldId="2147483906"/>
            <pc:sldLayoutMk cId="2895103201" sldId="2147483876"/>
          </pc:sldLayoutMkLst>
          <pc:spChg chg="mod">
            <ac:chgData name="Simran Assi" userId="e151f7e4-8718-480b-bb95-47774b6c3b92" providerId="ADAL" clId="{9743B614-4FF2-4AFA-86D4-6B423E6FEC28}" dt="2025-08-20T05:58:53.975" v="6126" actId="20578"/>
            <ac:spMkLst>
              <pc:docMk/>
              <pc:sldMasterMk cId="4217046314" sldId="2147483906"/>
              <pc:sldLayoutMk cId="2895103201" sldId="2147483876"/>
              <ac:spMk id="3" creationId="{9589722D-E2DB-94B1-9388-C49E9C9CD379}"/>
            </ac:spMkLst>
          </pc:spChg>
          <pc:spChg chg="mod">
            <ac:chgData name="Simran Assi" userId="e151f7e4-8718-480b-bb95-47774b6c3b92" providerId="ADAL" clId="{9743B614-4FF2-4AFA-86D4-6B423E6FEC28}" dt="2025-08-20T05:58:53.975" v="6126" actId="20578"/>
            <ac:spMkLst>
              <pc:docMk/>
              <pc:sldMasterMk cId="4217046314" sldId="2147483906"/>
              <pc:sldLayoutMk cId="2895103201" sldId="2147483876"/>
              <ac:spMk id="4" creationId="{B7047BD2-BD9B-0AB9-DC4F-F952B004413A}"/>
            </ac:spMkLst>
          </pc:spChg>
          <pc:spChg chg="mod">
            <ac:chgData name="Simran Assi" userId="e151f7e4-8718-480b-bb95-47774b6c3b92" providerId="ADAL" clId="{9743B614-4FF2-4AFA-86D4-6B423E6FEC28}" dt="2025-08-20T05:58:53.975" v="6126" actId="20578"/>
            <ac:spMkLst>
              <pc:docMk/>
              <pc:sldMasterMk cId="4217046314" sldId="2147483906"/>
              <pc:sldLayoutMk cId="2895103201" sldId="2147483876"/>
              <ac:spMk id="8" creationId="{3807881C-DB20-4F92-9E23-19319EA2395D}"/>
            </ac:spMkLst>
          </pc:spChg>
        </pc:sldLayoutChg>
        <pc:sldLayoutChg chg="modSp mod ord">
          <pc:chgData name="Simran Assi" userId="e151f7e4-8718-480b-bb95-47774b6c3b92" providerId="ADAL" clId="{9743B614-4FF2-4AFA-86D4-6B423E6FEC28}" dt="2025-08-20T05:58:58.795" v="6129" actId="20578"/>
          <pc:sldLayoutMkLst>
            <pc:docMk/>
            <pc:sldMasterMk cId="4217046314" sldId="2147483906"/>
            <pc:sldLayoutMk cId="3558053481" sldId="2147483903"/>
          </pc:sldLayoutMkLst>
          <pc:spChg chg="mod">
            <ac:chgData name="Simran Assi" userId="e151f7e4-8718-480b-bb95-47774b6c3b92" providerId="ADAL" clId="{9743B614-4FF2-4AFA-86D4-6B423E6FEC28}" dt="2025-08-20T05:58:58.795" v="6129" actId="20578"/>
            <ac:spMkLst>
              <pc:docMk/>
              <pc:sldMasterMk cId="4217046314" sldId="2147483906"/>
              <pc:sldLayoutMk cId="3558053481" sldId="2147483903"/>
              <ac:spMk id="3" creationId="{9589722D-E2DB-94B1-9388-C49E9C9CD379}"/>
            </ac:spMkLst>
          </pc:spChg>
          <pc:spChg chg="mod">
            <ac:chgData name="Simran Assi" userId="e151f7e4-8718-480b-bb95-47774b6c3b92" providerId="ADAL" clId="{9743B614-4FF2-4AFA-86D4-6B423E6FEC28}" dt="2025-08-20T05:58:58.795" v="6129" actId="20578"/>
            <ac:spMkLst>
              <pc:docMk/>
              <pc:sldMasterMk cId="4217046314" sldId="2147483906"/>
              <pc:sldLayoutMk cId="3558053481" sldId="2147483903"/>
              <ac:spMk id="18" creationId="{8DF796F7-9518-89EE-CCE4-C45DEA0B4049}"/>
            </ac:spMkLst>
          </pc:spChg>
          <pc:spChg chg="mod">
            <ac:chgData name="Simran Assi" userId="e151f7e4-8718-480b-bb95-47774b6c3b92" providerId="ADAL" clId="{9743B614-4FF2-4AFA-86D4-6B423E6FEC28}" dt="2025-08-20T05:58:58.795" v="6129" actId="20578"/>
            <ac:spMkLst>
              <pc:docMk/>
              <pc:sldMasterMk cId="4217046314" sldId="2147483906"/>
              <pc:sldLayoutMk cId="3558053481" sldId="2147483903"/>
              <ac:spMk id="19" creationId="{CAE7C413-2A3E-1125-8D5B-BBCE3CA7FEF8}"/>
            </ac:spMkLst>
          </pc:spChg>
          <pc:spChg chg="mod">
            <ac:chgData name="Simran Assi" userId="e151f7e4-8718-480b-bb95-47774b6c3b92" providerId="ADAL" clId="{9743B614-4FF2-4AFA-86D4-6B423E6FEC28}" dt="2025-08-20T05:58:58.795" v="6129" actId="20578"/>
            <ac:spMkLst>
              <pc:docMk/>
              <pc:sldMasterMk cId="4217046314" sldId="2147483906"/>
              <pc:sldLayoutMk cId="3558053481" sldId="2147483903"/>
              <ac:spMk id="62" creationId="{8F12A679-4D75-C06C-66AD-D8D61E772F78}"/>
            </ac:spMkLst>
          </pc:spChg>
        </pc:sldLayoutChg>
        <pc:sldLayoutChg chg="modSp mod ord">
          <pc:chgData name="Simran Assi" userId="e151f7e4-8718-480b-bb95-47774b6c3b92" providerId="ADAL" clId="{9743B614-4FF2-4AFA-86D4-6B423E6FEC28}" dt="2025-08-20T06:13:49.809" v="6416" actId="20578"/>
          <pc:sldLayoutMkLst>
            <pc:docMk/>
            <pc:sldMasterMk cId="4217046314" sldId="2147483906"/>
            <pc:sldLayoutMk cId="4076442307" sldId="2147483904"/>
          </pc:sldLayoutMkLst>
          <pc:spChg chg="mod">
            <ac:chgData name="Simran Assi" userId="e151f7e4-8718-480b-bb95-47774b6c3b92" providerId="ADAL" clId="{9743B614-4FF2-4AFA-86D4-6B423E6FEC28}" dt="2025-08-20T05:58:45.111" v="6123" actId="20578"/>
            <ac:spMkLst>
              <pc:docMk/>
              <pc:sldMasterMk cId="4217046314" sldId="2147483906"/>
              <pc:sldLayoutMk cId="4076442307" sldId="2147483904"/>
              <ac:spMk id="274" creationId="{74103396-CF0A-A808-BF1B-463C3EF7376E}"/>
            </ac:spMkLst>
          </pc:spChg>
          <pc:spChg chg="mod">
            <ac:chgData name="Simran Assi" userId="e151f7e4-8718-480b-bb95-47774b6c3b92" providerId="ADAL" clId="{9743B614-4FF2-4AFA-86D4-6B423E6FEC28}" dt="2025-08-20T05:58:45.111" v="6123" actId="20578"/>
            <ac:spMkLst>
              <pc:docMk/>
              <pc:sldMasterMk cId="4217046314" sldId="2147483906"/>
              <pc:sldLayoutMk cId="4076442307" sldId="2147483904"/>
              <ac:spMk id="275" creationId="{B57CD4DB-AED0-4F7E-41BA-02CA96598AEC}"/>
            </ac:spMkLst>
          </pc:spChg>
          <pc:spChg chg="mod">
            <ac:chgData name="Simran Assi" userId="e151f7e4-8718-480b-bb95-47774b6c3b92" providerId="ADAL" clId="{9743B614-4FF2-4AFA-86D4-6B423E6FEC28}" dt="2025-08-20T05:58:45.111" v="6123" actId="20578"/>
            <ac:spMkLst>
              <pc:docMk/>
              <pc:sldMasterMk cId="4217046314" sldId="2147483906"/>
              <pc:sldLayoutMk cId="4076442307" sldId="2147483904"/>
              <ac:spMk id="289" creationId="{31D45A6D-135C-8C27-4F13-A3BC79AB3ED3}"/>
            </ac:spMkLst>
          </pc:spChg>
        </pc:sldLayoutChg>
        <pc:sldLayoutChg chg="modSp mod ord">
          <pc:chgData name="Simran Assi" userId="e151f7e4-8718-480b-bb95-47774b6c3b92" providerId="ADAL" clId="{9743B614-4FF2-4AFA-86D4-6B423E6FEC28}" dt="2025-08-20T05:58:40.585" v="6121" actId="20578"/>
          <pc:sldLayoutMkLst>
            <pc:docMk/>
            <pc:sldMasterMk cId="4217046314" sldId="2147483906"/>
            <pc:sldLayoutMk cId="2664766332" sldId="2147483927"/>
          </pc:sldLayoutMkLst>
          <pc:spChg chg="mod">
            <ac:chgData name="Simran Assi" userId="e151f7e4-8718-480b-bb95-47774b6c3b92" providerId="ADAL" clId="{9743B614-4FF2-4AFA-86D4-6B423E6FEC28}" dt="2025-08-20T05:58:40.585" v="6121" actId="20578"/>
            <ac:spMkLst>
              <pc:docMk/>
              <pc:sldMasterMk cId="4217046314" sldId="2147483906"/>
              <pc:sldLayoutMk cId="2664766332" sldId="2147483927"/>
              <ac:spMk id="2" creationId="{097CB11A-ADD9-E92B-39D0-2E2FEA64A9FA}"/>
            </ac:spMkLst>
          </pc:spChg>
          <pc:spChg chg="mod">
            <ac:chgData name="Simran Assi" userId="e151f7e4-8718-480b-bb95-47774b6c3b92" providerId="ADAL" clId="{9743B614-4FF2-4AFA-86D4-6B423E6FEC28}" dt="2025-08-20T05:58:40.585" v="6121" actId="20578"/>
            <ac:spMkLst>
              <pc:docMk/>
              <pc:sldMasterMk cId="4217046314" sldId="2147483906"/>
              <pc:sldLayoutMk cId="2664766332" sldId="2147483927"/>
              <ac:spMk id="3" creationId="{F2740A7F-63B4-9699-91ED-4C97742AD4F7}"/>
            </ac:spMkLst>
          </pc:spChg>
          <pc:spChg chg="mod">
            <ac:chgData name="Simran Assi" userId="e151f7e4-8718-480b-bb95-47774b6c3b92" providerId="ADAL" clId="{9743B614-4FF2-4AFA-86D4-6B423E6FEC28}" dt="2025-08-20T05:58:40.585" v="6121" actId="20578"/>
            <ac:spMkLst>
              <pc:docMk/>
              <pc:sldMasterMk cId="4217046314" sldId="2147483906"/>
              <pc:sldLayoutMk cId="2664766332" sldId="2147483927"/>
              <ac:spMk id="5" creationId="{8292F8E9-A207-AA75-8FD5-30845FD5E123}"/>
            </ac:spMkLst>
          </pc:spChg>
          <pc:spChg chg="mod">
            <ac:chgData name="Simran Assi" userId="e151f7e4-8718-480b-bb95-47774b6c3b92" providerId="ADAL" clId="{9743B614-4FF2-4AFA-86D4-6B423E6FEC28}" dt="2025-08-20T05:58:40.585" v="6121" actId="20578"/>
            <ac:spMkLst>
              <pc:docMk/>
              <pc:sldMasterMk cId="4217046314" sldId="2147483906"/>
              <pc:sldLayoutMk cId="2664766332" sldId="2147483927"/>
              <ac:spMk id="6" creationId="{438B8B36-78CB-32A2-25CF-5967EFA24569}"/>
            </ac:spMkLst>
          </pc:spChg>
          <pc:spChg chg="mod">
            <ac:chgData name="Simran Assi" userId="e151f7e4-8718-480b-bb95-47774b6c3b92" providerId="ADAL" clId="{9743B614-4FF2-4AFA-86D4-6B423E6FEC28}" dt="2025-08-20T05:58:40.585" v="6121" actId="20578"/>
            <ac:spMkLst>
              <pc:docMk/>
              <pc:sldMasterMk cId="4217046314" sldId="2147483906"/>
              <pc:sldLayoutMk cId="2664766332" sldId="2147483927"/>
              <ac:spMk id="7" creationId="{9069E60D-9480-8A4D-C854-5F9D34306F28}"/>
            </ac:spMkLst>
          </pc:spChg>
          <pc:spChg chg="mod">
            <ac:chgData name="Simran Assi" userId="e151f7e4-8718-480b-bb95-47774b6c3b92" providerId="ADAL" clId="{9743B614-4FF2-4AFA-86D4-6B423E6FEC28}" dt="2025-08-20T05:58:40.585" v="6121" actId="20578"/>
            <ac:spMkLst>
              <pc:docMk/>
              <pc:sldMasterMk cId="4217046314" sldId="2147483906"/>
              <pc:sldLayoutMk cId="2664766332" sldId="2147483927"/>
              <ac:spMk id="11" creationId="{60853203-6F5F-49B3-B5EC-8C24ABAFC399}"/>
            </ac:spMkLst>
          </pc:spChg>
        </pc:sldLayoutChg>
      </pc:sldMasterChg>
      <pc:sldMasterChg chg="del sldLayoutOrd">
        <pc:chgData name="Simran Assi" userId="e151f7e4-8718-480b-bb95-47774b6c3b92" providerId="ADAL" clId="{9743B614-4FF2-4AFA-86D4-6B423E6FEC28}" dt="2025-08-20T05:58:42.365" v="6122" actId="2696"/>
        <pc:sldMasterMkLst>
          <pc:docMk/>
          <pc:sldMasterMk cId="713720357" sldId="2147483920"/>
        </pc:sldMasterMkLst>
      </pc:sldMasterChg>
    </pc:docChg>
  </pc:docChgLst>
  <pc:docChgLst>
    <pc:chgData name="Kathryn Manley" userId="04d31b74-6836-4c6c-a85c-be9ccd690480" providerId="ADAL" clId="{F8D1165B-041D-47BB-8F62-DEF4CAE35D0B}"/>
    <pc:docChg chg="sldOrd">
      <pc:chgData name="Kathryn Manley" userId="04d31b74-6836-4c6c-a85c-be9ccd690480" providerId="ADAL" clId="{F8D1165B-041D-47BB-8F62-DEF4CAE35D0B}" dt="2025-08-14T08:45:19.344" v="0" actId="20578"/>
      <pc:docMkLst>
        <pc:docMk/>
      </pc:docMkLst>
      <pc:sldChg chg="ord">
        <pc:chgData name="Kathryn Manley" userId="04d31b74-6836-4c6c-a85c-be9ccd690480" providerId="ADAL" clId="{F8D1165B-041D-47BB-8F62-DEF4CAE35D0B}" dt="2025-08-14T08:45:19.344" v="0" actId="20578"/>
        <pc:sldMkLst>
          <pc:docMk/>
          <pc:sldMk cId="1847079432" sldId="214747944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23F1BD-7BA8-2F62-B380-0C1C82F1BD95}"/>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F53A00-C1D2-D556-90A3-76F6B8E81ACD}"/>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D5989592-2567-E44A-8D75-185E0ECE3BCC}" type="datetimeFigureOut">
              <a:rPr lang="en-US" smtClean="0"/>
              <a:t>8/27/2025</a:t>
            </a:fld>
            <a:endParaRPr lang="en-US"/>
          </a:p>
        </p:txBody>
      </p:sp>
      <p:sp>
        <p:nvSpPr>
          <p:cNvPr id="4" name="Footer Placeholder 3">
            <a:extLst>
              <a:ext uri="{FF2B5EF4-FFF2-40B4-BE49-F238E27FC236}">
                <a16:creationId xmlns:a16="http://schemas.microsoft.com/office/drawing/2014/main" id="{ECDB77A1-16E9-2CC1-7994-E389B6075274}"/>
              </a:ext>
            </a:extLst>
          </p:cNvPr>
          <p:cNvSpPr>
            <a:spLocks noGrp="1"/>
          </p:cNvSpPr>
          <p:nvPr>
            <p:ph type="ftr" sz="quarter" idx="2"/>
          </p:nvPr>
        </p:nvSpPr>
        <p:spPr>
          <a:xfrm>
            <a:off x="0" y="23164800"/>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98D4C9C-7554-85C6-FA02-456224D55D82}"/>
              </a:ext>
            </a:extLst>
          </p:cNvPr>
          <p:cNvSpPr>
            <a:spLocks noGrp="1"/>
          </p:cNvSpPr>
          <p:nvPr>
            <p:ph type="sldNum" sz="quarter" idx="3"/>
          </p:nvPr>
        </p:nvSpPr>
        <p:spPr>
          <a:xfrm>
            <a:off x="7769225" y="23164800"/>
            <a:ext cx="5943600" cy="1222375"/>
          </a:xfrm>
          <a:prstGeom prst="rect">
            <a:avLst/>
          </a:prstGeom>
        </p:spPr>
        <p:txBody>
          <a:bodyPr vert="horz" lIns="91440" tIns="45720" rIns="91440" bIns="45720" rtlCol="0" anchor="b"/>
          <a:lstStyle>
            <a:lvl1pPr algn="r">
              <a:defRPr sz="1200"/>
            </a:lvl1pPr>
          </a:lstStyle>
          <a:p>
            <a:fld id="{790D0605-ED3F-1743-9BFF-A7EF1CBE497E}" type="slidenum">
              <a:rPr lang="en-US" smtClean="0"/>
              <a:t>‹#›</a:t>
            </a:fld>
            <a:endParaRPr lang="en-US"/>
          </a:p>
        </p:txBody>
      </p:sp>
    </p:spTree>
    <p:extLst>
      <p:ext uri="{BB962C8B-B14F-4D97-AF65-F5344CB8AC3E}">
        <p14:creationId xmlns:p14="http://schemas.microsoft.com/office/powerpoint/2010/main" val="1340419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440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dirty="0"/>
              <a:t>Point of Contact: Tathagata Samanta</a:t>
            </a:r>
          </a:p>
          <a:p>
            <a:r>
              <a:rPr lang="en-US" b="1" dirty="0"/>
              <a:t>Sector: FSO Financial Services WAM</a:t>
            </a:r>
          </a:p>
          <a:p>
            <a:r>
              <a:rPr lang="en-US" b="1" dirty="0"/>
              <a:t>Solution: Product &amp; Service Innovation</a:t>
            </a:r>
            <a:br>
              <a:rPr lang="en-US" b="1" dirty="0"/>
            </a:br>
            <a:r>
              <a:rPr lang="en-US" b="1" dirty="0"/>
              <a:t>Client: Apollo</a:t>
            </a:r>
          </a:p>
          <a:p>
            <a:endParaRPr lang="en-US" b="1" dirty="0"/>
          </a:p>
          <a:p>
            <a:r>
              <a:rPr lang="en-US" sz="1200" dirty="0">
                <a:latin typeface="EYInterstate Light" panose="02000506000000020004" pitchFamily="2" charset="0"/>
              </a:rPr>
              <a:t>#Apollo #</a:t>
            </a:r>
            <a:r>
              <a:rPr lang="en-US" sz="1200" dirty="0">
                <a:effectLst/>
                <a:latin typeface="EYInterstate Light" panose="02000506000000020004" pitchFamily="2" charset="0"/>
              </a:rPr>
              <a:t>Banking </a:t>
            </a:r>
            <a:r>
              <a:rPr lang="en-US" dirty="0">
                <a:latin typeface="EYInterstate Light" panose="02000506000000020004" pitchFamily="2" charset="0"/>
              </a:rPr>
              <a:t>#Wealth</a:t>
            </a:r>
            <a:r>
              <a:rPr lang="en-US" sz="1200" dirty="0">
                <a:effectLst/>
                <a:latin typeface="EYInterstate Light" panose="02000506000000020004" pitchFamily="2" charset="0"/>
              </a:rPr>
              <a:t> #CX #Commercial </a:t>
            </a:r>
            <a:r>
              <a:rPr lang="en-US" sz="1200" dirty="0">
                <a:latin typeface="EYInterstate Light" panose="02000506000000020004" pitchFamily="2" charset="0"/>
              </a:rPr>
              <a:t>#Product </a:t>
            </a:r>
            <a:r>
              <a:rPr lang="en-US" sz="1200" dirty="0">
                <a:effectLst/>
                <a:latin typeface="EYInterstate Light" panose="02000506000000020004" pitchFamily="2" charset="0"/>
              </a:rPr>
              <a:t>#Experience</a:t>
            </a:r>
          </a:p>
          <a:p>
            <a:endParaRPr lang="en-US" b="0" dirty="0"/>
          </a:p>
        </p:txBody>
      </p:sp>
    </p:spTree>
    <p:extLst>
      <p:ext uri="{BB962C8B-B14F-4D97-AF65-F5344CB8AC3E}">
        <p14:creationId xmlns:p14="http://schemas.microsoft.com/office/powerpoint/2010/main" val="559853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 </a:t>
            </a:r>
            <a:r>
              <a:rPr lang="en-US" b="0"/>
              <a:t>Bob Rullo</a:t>
            </a:r>
            <a:br>
              <a:rPr lang="en-US" b="0"/>
            </a:br>
            <a:r>
              <a:rPr lang="en-US" b="1"/>
              <a:t>Sector:</a:t>
            </a:r>
            <a:r>
              <a:rPr lang="en-US" b="0"/>
              <a:t> Financial Services</a:t>
            </a:r>
            <a:endParaRPr lang="en-US" b="1"/>
          </a:p>
          <a:p>
            <a:r>
              <a:rPr lang="en-US" b="1"/>
              <a:t>Solution: </a:t>
            </a:r>
            <a:r>
              <a:rPr lang="en-US" sz="1200">
                <a:latin typeface="EYInterstate Light" panose="02000506000000020004" pitchFamily="2" charset="0"/>
              </a:rPr>
              <a:t>Product, Experience</a:t>
            </a:r>
          </a:p>
          <a:p>
            <a:br>
              <a:rPr lang="en-US" b="1"/>
            </a:br>
            <a:r>
              <a:rPr lang="en-US" b="1"/>
              <a:t>#</a:t>
            </a:r>
            <a:r>
              <a:rPr lang="en-US" b="1" err="1"/>
              <a:t>NoName</a:t>
            </a:r>
            <a:r>
              <a:rPr lang="en-US" b="1"/>
              <a:t> </a:t>
            </a:r>
            <a:r>
              <a:rPr lang="en-US" b="0"/>
              <a:t>#Insurance </a:t>
            </a:r>
            <a:r>
              <a:rPr lang="en-US" sz="1200">
                <a:latin typeface="EYInterstate Light" panose="02000506000000020004" pitchFamily="2" charset="0"/>
              </a:rPr>
              <a:t>#Product #Experience </a:t>
            </a:r>
            <a:endParaRPr lang="en-US" b="0"/>
          </a:p>
        </p:txBody>
      </p:sp>
    </p:spTree>
    <p:extLst>
      <p:ext uri="{BB962C8B-B14F-4D97-AF65-F5344CB8AC3E}">
        <p14:creationId xmlns:p14="http://schemas.microsoft.com/office/powerpoint/2010/main" val="2822584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 Jenny </a:t>
            </a:r>
            <a:r>
              <a:rPr lang="en-US" b="1" err="1"/>
              <a:t>Moede</a:t>
            </a:r>
            <a:br>
              <a:rPr lang="en-US" b="0"/>
            </a:br>
            <a:r>
              <a:rPr lang="en-US" b="1"/>
              <a:t>Sector: Financial Services</a:t>
            </a:r>
          </a:p>
          <a:p>
            <a:r>
              <a:rPr lang="en-US" b="1"/>
              <a:t>Solution: Reinvention, Experience, Visual Design, Brand Strategy</a:t>
            </a:r>
            <a:br>
              <a:rPr lang="en-US" b="1"/>
            </a:b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r>
              <a:rPr lang="en-US" err="1"/>
              <a:t>OwnershipWorks</a:t>
            </a:r>
            <a:r>
              <a:rPr lang="en-US"/>
              <a:t> </a:t>
            </a:r>
            <a:r>
              <a:rPr lang="en-US" sz="1200">
                <a:latin typeface="EYInterstate Light" panose="02000506000000020004" pitchFamily="2" charset="0"/>
              </a:rPr>
              <a:t>#Reinvention #Experience #</a:t>
            </a:r>
            <a:r>
              <a:rPr lang="en-US" b="0" err="1"/>
              <a:t>VisualDesign</a:t>
            </a:r>
            <a:r>
              <a:rPr lang="en-US" b="0"/>
              <a:t> #</a:t>
            </a:r>
            <a:r>
              <a:rPr lang="en-US" b="0" err="1"/>
              <a:t>BrandStrategy</a:t>
            </a:r>
            <a:endParaRPr lang="en-US" sz="1200" b="0">
              <a:latin typeface="EYInterstate Light" panose="02000506000000020004" pitchFamily="2" charset="0"/>
            </a:endParaRPr>
          </a:p>
          <a:p>
            <a:endParaRPr lang="en-US"/>
          </a:p>
        </p:txBody>
      </p:sp>
    </p:spTree>
    <p:extLst>
      <p:ext uri="{BB962C8B-B14F-4D97-AF65-F5344CB8AC3E}">
        <p14:creationId xmlns:p14="http://schemas.microsoft.com/office/powerpoint/2010/main" val="4097513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a:t>
            </a:r>
            <a:br>
              <a:rPr lang="en-US" b="0"/>
            </a:br>
            <a:r>
              <a:rPr lang="en-US" b="1"/>
              <a:t>Sector: </a:t>
            </a:r>
            <a:r>
              <a:rPr lang="en-US" b="0"/>
              <a:t>Financial Services</a:t>
            </a:r>
          </a:p>
          <a:p>
            <a:r>
              <a:rPr lang="en-US" b="1"/>
              <a:t>Solution:</a:t>
            </a:r>
            <a:br>
              <a:rPr lang="en-US" b="1"/>
            </a:br>
            <a:endParaRPr lang="en-US"/>
          </a:p>
          <a:p>
            <a:r>
              <a:rPr lang="en-US"/>
              <a:t>#SLOAN</a:t>
            </a:r>
            <a:br>
              <a:rPr lang="en-US" b="1"/>
            </a:br>
            <a:endParaRPr lang="en-US"/>
          </a:p>
          <a:p>
            <a:endParaRPr lang="en-US"/>
          </a:p>
        </p:txBody>
      </p:sp>
    </p:spTree>
    <p:extLst>
      <p:ext uri="{BB962C8B-B14F-4D97-AF65-F5344CB8AC3E}">
        <p14:creationId xmlns:p14="http://schemas.microsoft.com/office/powerpoint/2010/main" val="926223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dirty="0"/>
              <a:t>Point of Contact: </a:t>
            </a:r>
            <a:r>
              <a:rPr lang="en-US" b="0" dirty="0"/>
              <a:t>Anne Kimbrel</a:t>
            </a:r>
            <a:br>
              <a:rPr lang="en-US" b="0" dirty="0"/>
            </a:br>
            <a:r>
              <a:rPr lang="en-US" b="1" dirty="0"/>
              <a:t>Sector: </a:t>
            </a:r>
            <a:r>
              <a:rPr lang="en-US" b="0" dirty="0"/>
              <a:t>Financial Services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Solution: </a:t>
            </a:r>
            <a:r>
              <a:rPr lang="en-US" b="0" dirty="0"/>
              <a:t>CX (Customer Experience), Product, Experience</a:t>
            </a:r>
          </a:p>
          <a:p>
            <a:endParaRPr lang="en-US" dirty="0"/>
          </a:p>
          <a:p>
            <a:r>
              <a:rPr lang="en-US" dirty="0"/>
              <a:t>#Brighthouse</a:t>
            </a:r>
            <a:r>
              <a:rPr lang="en-US" sz="1200" dirty="0">
                <a:latin typeface="+mn-lt"/>
              </a:rPr>
              <a:t> </a:t>
            </a:r>
            <a:r>
              <a:rPr lang="en-US" sz="1200" dirty="0">
                <a:latin typeface="EYInterstate Light" panose="02000506000000020004" pitchFamily="2" charset="0"/>
              </a:rPr>
              <a:t>#</a:t>
            </a:r>
            <a:r>
              <a:rPr lang="en-US" sz="1200" dirty="0">
                <a:effectLst/>
                <a:latin typeface="EYInterstate Light" panose="02000506000000020004" pitchFamily="2" charset="0"/>
              </a:rPr>
              <a:t>Banking </a:t>
            </a:r>
            <a:r>
              <a:rPr lang="en-US" dirty="0">
                <a:latin typeface="EYInterstate Light" panose="02000506000000020004" pitchFamily="2" charset="0"/>
              </a:rPr>
              <a:t>#Wealth</a:t>
            </a:r>
            <a:r>
              <a:rPr lang="en-US" sz="1200" dirty="0">
                <a:effectLst/>
                <a:latin typeface="EYInterstate Light" panose="02000506000000020004" pitchFamily="2" charset="0"/>
              </a:rPr>
              <a:t> #Consumer #CX #Commercial </a:t>
            </a:r>
            <a:r>
              <a:rPr lang="en-US" sz="1200" dirty="0">
                <a:latin typeface="EYInterstate Light" panose="02000506000000020004" pitchFamily="2" charset="0"/>
              </a:rPr>
              <a:t>#Product </a:t>
            </a:r>
            <a:r>
              <a:rPr lang="en-US" sz="1200" dirty="0">
                <a:effectLst/>
                <a:latin typeface="EYInterstate Light" panose="02000506000000020004" pitchFamily="2" charset="0"/>
              </a:rPr>
              <a:t>#Experience</a:t>
            </a:r>
          </a:p>
          <a:p>
            <a:endParaRPr lang="en-US" dirty="0"/>
          </a:p>
        </p:txBody>
      </p:sp>
    </p:spTree>
    <p:extLst>
      <p:ext uri="{BB962C8B-B14F-4D97-AF65-F5344CB8AC3E}">
        <p14:creationId xmlns:p14="http://schemas.microsoft.com/office/powerpoint/2010/main" val="3830834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a:t>
            </a:r>
            <a:br>
              <a:rPr lang="en-US" b="0"/>
            </a:br>
            <a:r>
              <a:rPr lang="en-US" b="1"/>
              <a:t>Sector: </a:t>
            </a:r>
            <a:r>
              <a:rPr lang="en-US" b="0"/>
              <a:t>Financial Services</a:t>
            </a:r>
            <a:endParaRPr lang="en-US" b="1"/>
          </a:p>
          <a:p>
            <a:r>
              <a:rPr lang="en-US" b="1"/>
              <a:t>Solution: </a:t>
            </a:r>
            <a:r>
              <a:rPr lang="en-US" b="0"/>
              <a:t>Experience, Product</a:t>
            </a:r>
            <a:br>
              <a:rPr lang="en-US" b="0"/>
            </a:br>
            <a:endParaRPr lang="en-US" b="0"/>
          </a:p>
          <a:p>
            <a:r>
              <a:rPr lang="en-US">
                <a:cs typeface="Calibri"/>
              </a:rPr>
              <a:t>#Amex #Initium #Experience #Product</a:t>
            </a:r>
          </a:p>
        </p:txBody>
      </p:sp>
    </p:spTree>
    <p:extLst>
      <p:ext uri="{BB962C8B-B14F-4D97-AF65-F5344CB8AC3E}">
        <p14:creationId xmlns:p14="http://schemas.microsoft.com/office/powerpoint/2010/main" val="4254815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 Tathagata </a:t>
            </a:r>
            <a:r>
              <a:rPr lang="en-US" b="1" err="1"/>
              <a:t>Samanta</a:t>
            </a:r>
            <a:endParaRPr lang="en-US" b="1"/>
          </a:p>
          <a:p>
            <a:r>
              <a:rPr lang="en-US" b="1"/>
              <a:t>Sector: FSO Financial Services WAM</a:t>
            </a:r>
          </a:p>
          <a:p>
            <a:r>
              <a:rPr lang="en-US" b="1"/>
              <a:t>Solution: CX (Customer Experience)</a:t>
            </a:r>
          </a:p>
          <a:p>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r>
              <a:rPr lang="en-US" b="0"/>
              <a:t>#Pershing </a:t>
            </a:r>
            <a:r>
              <a:rPr lang="en-US" sz="1200">
                <a:latin typeface="EYInterstate Light" panose="02000506000000020004" pitchFamily="2" charset="0"/>
              </a:rPr>
              <a:t>#</a:t>
            </a:r>
            <a:r>
              <a:rPr lang="en-US" sz="1200">
                <a:effectLst/>
                <a:latin typeface="EYInterstate Light" panose="02000506000000020004" pitchFamily="2" charset="0"/>
              </a:rPr>
              <a:t>Banking </a:t>
            </a:r>
            <a:r>
              <a:rPr lang="en-US">
                <a:latin typeface="EYInterstate Light" panose="02000506000000020004" pitchFamily="2" charset="0"/>
              </a:rPr>
              <a:t>#Wealth</a:t>
            </a:r>
            <a:r>
              <a:rPr lang="en-US" sz="1200">
                <a:effectLst/>
                <a:latin typeface="EYInterstate Light" panose="02000506000000020004" pitchFamily="2" charset="0"/>
              </a:rPr>
              <a:t> #CX #Commercial </a:t>
            </a:r>
            <a:r>
              <a:rPr lang="en-US" sz="1200">
                <a:latin typeface="EYInterstate Light" panose="02000506000000020004" pitchFamily="2" charset="0"/>
              </a:rPr>
              <a:t>#Product </a:t>
            </a:r>
            <a:r>
              <a:rPr lang="en-US" sz="1200">
                <a:effectLst/>
                <a:latin typeface="EYInterstate Light" panose="02000506000000020004" pitchFamily="2" charset="0"/>
              </a:rPr>
              <a:t>#Experience</a:t>
            </a:r>
          </a:p>
          <a:p>
            <a:endParaRPr lang="en-US" b="0"/>
          </a:p>
        </p:txBody>
      </p:sp>
    </p:spTree>
    <p:extLst>
      <p:ext uri="{BB962C8B-B14F-4D97-AF65-F5344CB8AC3E}">
        <p14:creationId xmlns:p14="http://schemas.microsoft.com/office/powerpoint/2010/main" val="2660008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 Travis Earhart</a:t>
            </a:r>
          </a:p>
          <a:p>
            <a:r>
              <a:rPr lang="en-US" b="1"/>
              <a:t>Sector: FSO Financial Services Insurance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Solution: </a:t>
            </a:r>
            <a:r>
              <a:rPr lang="en-US" sz="1200" b="1" i="0" u="none" strike="noStrike">
                <a:solidFill>
                  <a:srgbClr val="000000"/>
                </a:solidFill>
                <a:effectLst/>
                <a:latin typeface="EYInterstate Light" panose="02000506000000020004" pitchFamily="2" charset="0"/>
              </a:rPr>
              <a:t>CX (Customer Experience), Product &amp; Service Innovation</a:t>
            </a:r>
          </a:p>
          <a:p>
            <a:endParaRPr lang="en-US" b="1"/>
          </a:p>
          <a:p>
            <a:r>
              <a:rPr lang="en-US">
                <a:latin typeface="EYInterstate Light" panose="02000506000000020004" pitchFamily="2" charset="0"/>
              </a:rPr>
              <a:t>#Spire #Insurance</a:t>
            </a:r>
            <a:r>
              <a:rPr lang="en-US" sz="1200">
                <a:effectLst/>
                <a:latin typeface="EYInterstate Light" panose="02000506000000020004" pitchFamily="2" charset="0"/>
              </a:rPr>
              <a:t> #Consumer #CX </a:t>
            </a:r>
            <a:r>
              <a:rPr lang="en-US" sz="1200">
                <a:latin typeface="EYInterstate Light" panose="02000506000000020004" pitchFamily="2" charset="0"/>
              </a:rPr>
              <a:t>#Product </a:t>
            </a:r>
            <a:r>
              <a:rPr lang="en-US" sz="1200">
                <a:effectLst/>
                <a:latin typeface="EYInterstate Light" panose="02000506000000020004" pitchFamily="2" charset="0"/>
              </a:rPr>
              <a:t>#Experience #Innovation</a:t>
            </a:r>
          </a:p>
          <a:p>
            <a:endParaRPr lang="en-US" b="0"/>
          </a:p>
        </p:txBody>
      </p:sp>
    </p:spTree>
    <p:extLst>
      <p:ext uri="{BB962C8B-B14F-4D97-AF65-F5344CB8AC3E}">
        <p14:creationId xmlns:p14="http://schemas.microsoft.com/office/powerpoint/2010/main" val="1205626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t>Point of Contact:</a:t>
            </a:r>
            <a:br>
              <a:rPr lang="en-US" b="0"/>
            </a:br>
            <a:r>
              <a:rPr lang="en-US" b="1"/>
              <a:t>Sector: </a:t>
            </a:r>
            <a:r>
              <a:rPr lang="en-US" b="0"/>
              <a:t>Financial Services</a:t>
            </a:r>
          </a:p>
          <a:p>
            <a:r>
              <a:rPr lang="en-US" b="1"/>
              <a:t>Solution: </a:t>
            </a:r>
            <a:r>
              <a:rPr lang="en-US" b="0"/>
              <a:t>Product, Experience, Reinvention </a:t>
            </a:r>
          </a:p>
          <a:p>
            <a:endParaRPr lang="en-US" b="0"/>
          </a:p>
          <a:p>
            <a:r>
              <a:rPr lang="en-US"/>
              <a:t>#BBVA #Product #Experience #Reinvention #Banking</a:t>
            </a:r>
          </a:p>
        </p:txBody>
      </p:sp>
    </p:spTree>
    <p:extLst>
      <p:ext uri="{BB962C8B-B14F-4D97-AF65-F5344CB8AC3E}">
        <p14:creationId xmlns:p14="http://schemas.microsoft.com/office/powerpoint/2010/main" val="2278312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Point of Contact: </a:t>
            </a:r>
            <a:r>
              <a:rPr lang="en-US" b="0"/>
              <a:t>Bob Rullo</a:t>
            </a:r>
            <a:br>
              <a:rPr lang="en-US" b="0"/>
            </a:br>
            <a:r>
              <a:rPr lang="en-US" b="1"/>
              <a:t>Sector: </a:t>
            </a:r>
            <a:r>
              <a:rPr lang="en-US" b="0"/>
              <a:t>Financial Services</a:t>
            </a:r>
          </a:p>
          <a:p>
            <a:r>
              <a:rPr lang="en-US" b="1"/>
              <a:t>Solution: </a:t>
            </a:r>
            <a:r>
              <a:rPr lang="en-US" b="0"/>
              <a:t>CX, Experience</a:t>
            </a:r>
            <a:br>
              <a:rPr lang="en-US" b="0"/>
            </a:br>
            <a:endParaRPr lang="en-US" b="0"/>
          </a:p>
          <a:p>
            <a:r>
              <a:rPr lang="en-US" b="0"/>
              <a:t>#</a:t>
            </a:r>
            <a:r>
              <a:rPr lang="en-US" b="0" err="1"/>
              <a:t>NoName</a:t>
            </a:r>
            <a:r>
              <a:rPr lang="en-US" b="0"/>
              <a:t> #CX #Experience</a:t>
            </a:r>
            <a:br>
              <a:rPr lang="en-US" b="0"/>
            </a:br>
            <a:endParaRPr lang="en-US" b="0"/>
          </a:p>
        </p:txBody>
      </p:sp>
    </p:spTree>
    <p:extLst>
      <p:ext uri="{BB962C8B-B14F-4D97-AF65-F5344CB8AC3E}">
        <p14:creationId xmlns:p14="http://schemas.microsoft.com/office/powerpoint/2010/main" val="1776480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Point of Contact: </a:t>
            </a:r>
            <a:r>
              <a:rPr lang="en-US" b="0"/>
              <a:t>Bob Rullo</a:t>
            </a:r>
            <a:br>
              <a:rPr lang="en-US" b="0"/>
            </a:br>
            <a:r>
              <a:rPr lang="en-US" b="1"/>
              <a:t>Sector: </a:t>
            </a:r>
            <a:r>
              <a:rPr lang="en-US" b="0"/>
              <a:t>Financial Services</a:t>
            </a:r>
          </a:p>
          <a:p>
            <a:r>
              <a:rPr lang="en-US" b="1"/>
              <a:t>Solution: </a:t>
            </a:r>
            <a:r>
              <a:rPr lang="en-US" b="0"/>
              <a:t>CX, Experience</a:t>
            </a:r>
            <a:br>
              <a:rPr lang="en-US" b="0"/>
            </a:br>
            <a:endParaRPr lang="en-US" b="0"/>
          </a:p>
          <a:p>
            <a:r>
              <a:rPr lang="en-US" b="0"/>
              <a:t>#</a:t>
            </a:r>
            <a:r>
              <a:rPr lang="en-US" b="0" err="1"/>
              <a:t>NoName</a:t>
            </a:r>
            <a:r>
              <a:rPr lang="en-US" b="0"/>
              <a:t> #CX #Experience</a:t>
            </a:r>
            <a:br>
              <a:rPr lang="en-US" b="0"/>
            </a:br>
            <a:endParaRPr lang="en-US" b="0"/>
          </a:p>
        </p:txBody>
      </p:sp>
    </p:spTree>
    <p:extLst>
      <p:ext uri="{BB962C8B-B14F-4D97-AF65-F5344CB8AC3E}">
        <p14:creationId xmlns:p14="http://schemas.microsoft.com/office/powerpoint/2010/main" val="3002060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200" b="1"/>
              <a:t>Point of Contact:</a:t>
            </a:r>
            <a:br>
              <a:rPr lang="en-US" sz="1200" b="0"/>
            </a:br>
            <a:r>
              <a:rPr lang="en-US" sz="1200" b="1"/>
              <a:t>Sector: </a:t>
            </a:r>
            <a:r>
              <a:rPr lang="en-US" sz="1200" b="0"/>
              <a:t>Financial Services</a:t>
            </a:r>
            <a:endParaRPr lang="en-US" sz="1200" b="1"/>
          </a:p>
          <a:p>
            <a:r>
              <a:rPr lang="en-US" sz="1200" b="1"/>
              <a:t>Solution: </a:t>
            </a:r>
            <a:r>
              <a:rPr lang="en-US" sz="1200" b="0"/>
              <a:t>Digital Transformation</a:t>
            </a:r>
            <a:endParaRPr lang="en-US" sz="1200" b="1"/>
          </a:p>
          <a:p>
            <a:endParaRPr lang="en-US" sz="1200" b="1"/>
          </a:p>
          <a:p>
            <a:r>
              <a:rPr lang="en-US"/>
              <a:t>#</a:t>
            </a:r>
            <a:r>
              <a:rPr lang="en-US" err="1"/>
              <a:t>NoName</a:t>
            </a:r>
            <a:r>
              <a:rPr lang="en-US"/>
              <a:t> #</a:t>
            </a:r>
            <a:r>
              <a:rPr lang="en-US" sz="1200" b="0"/>
              <a:t>DigitalTransformation</a:t>
            </a:r>
            <a:endParaRPr lang="en-US"/>
          </a:p>
          <a:p>
            <a:r>
              <a:rPr lang="en-US"/>
              <a:t>Source: Transformative Case Studies</a:t>
            </a:r>
          </a:p>
        </p:txBody>
      </p:sp>
    </p:spTree>
    <p:extLst>
      <p:ext uri="{BB962C8B-B14F-4D97-AF65-F5344CB8AC3E}">
        <p14:creationId xmlns:p14="http://schemas.microsoft.com/office/powerpoint/2010/main" val="2548322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endParaRPr lang="en-US" sz="1800" b="1"/>
          </a:p>
          <a:p>
            <a:r>
              <a:rPr lang="en-US" sz="1800" b="1"/>
              <a:t>Solution: </a:t>
            </a:r>
            <a:r>
              <a:rPr lang="en-US" sz="1800" b="0"/>
              <a:t>Innovation</a:t>
            </a:r>
            <a:br>
              <a:rPr lang="en-US" sz="1800" b="1"/>
            </a:br>
            <a:endParaRPr lang="en-US" sz="1800"/>
          </a:p>
          <a:p>
            <a:r>
              <a:rPr lang="en-US" sz="1800" b="0" i="0" u="none" strike="noStrike">
                <a:solidFill>
                  <a:srgbClr val="000000"/>
                </a:solidFill>
                <a:effectLst/>
                <a:latin typeface="Arial" panose="020B0604020202020204" pitchFamily="34" charset="0"/>
              </a:rPr>
              <a:t>#AIG #Insurance </a:t>
            </a:r>
          </a:p>
          <a:p>
            <a:endParaRPr lang="en-US" sz="1800" b="0" i="0" u="none" strike="noStrike">
              <a:solidFill>
                <a:srgbClr val="000000"/>
              </a:solidFill>
              <a:effectLst/>
              <a:latin typeface="Arial" panose="020B0604020202020204" pitchFamily="34" charset="0"/>
            </a:endParaRPr>
          </a:p>
          <a:p>
            <a:endParaRPr lang="en-US" sz="2800"/>
          </a:p>
          <a:p>
            <a:r>
              <a:rPr lang="en-US"/>
              <a:t>Source: Case studies to pull from</a:t>
            </a:r>
          </a:p>
        </p:txBody>
      </p:sp>
    </p:spTree>
    <p:extLst>
      <p:ext uri="{BB962C8B-B14F-4D97-AF65-F5344CB8AC3E}">
        <p14:creationId xmlns:p14="http://schemas.microsoft.com/office/powerpoint/2010/main" val="4069928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endParaRPr lang="en-US" sz="1800" b="1"/>
          </a:p>
          <a:p>
            <a:r>
              <a:rPr lang="en-US" sz="1800" b="1"/>
              <a:t>Solution: </a:t>
            </a:r>
            <a:r>
              <a:rPr lang="en-US" sz="1800" b="0"/>
              <a:t>CX, Product, Experience</a:t>
            </a:r>
            <a:br>
              <a:rPr lang="en-US" sz="1800" b="1"/>
            </a:br>
            <a:endParaRPr lang="en-US" sz="1800"/>
          </a:p>
          <a:p>
            <a:r>
              <a:rPr lang="en-US" sz="1800" b="0" i="0" u="none" strike="noStrike">
                <a:solidFill>
                  <a:srgbClr val="000000"/>
                </a:solidFill>
                <a:effectLst/>
                <a:latin typeface="Arial" panose="020B0604020202020204" pitchFamily="34" charset="0"/>
              </a:rPr>
              <a:t>#Vanguard</a:t>
            </a:r>
            <a:r>
              <a:rPr lang="en-US" sz="2800" b="0" i="0" u="none" strike="noStrike">
                <a:solidFill>
                  <a:srgbClr val="000000"/>
                </a:solidFill>
                <a:effectLst/>
                <a:latin typeface="Arial" panose="020B0604020202020204" pitchFamily="34" charset="0"/>
              </a:rPr>
              <a:t> #</a:t>
            </a:r>
            <a:r>
              <a:rPr lang="en-US" sz="2800" b="0"/>
              <a:t>CX #Product #Experience</a:t>
            </a:r>
            <a:endParaRPr lang="en-US" sz="2800"/>
          </a:p>
          <a:p>
            <a:r>
              <a:rPr lang="en-US"/>
              <a:t>Source: Case studies collection vol 1 162-163</a:t>
            </a:r>
          </a:p>
        </p:txBody>
      </p:sp>
    </p:spTree>
    <p:extLst>
      <p:ext uri="{BB962C8B-B14F-4D97-AF65-F5344CB8AC3E}">
        <p14:creationId xmlns:p14="http://schemas.microsoft.com/office/powerpoint/2010/main" val="3028918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p>
          <a:p>
            <a:r>
              <a:rPr lang="en-US" sz="1800" b="1"/>
              <a:t>Solution: </a:t>
            </a:r>
            <a:r>
              <a:rPr lang="en-US" sz="1800" b="0"/>
              <a:t>CX,</a:t>
            </a:r>
            <a:r>
              <a:rPr lang="en-US" sz="1800" b="1"/>
              <a:t> </a:t>
            </a:r>
            <a:r>
              <a:rPr lang="en-US" sz="1800" b="0"/>
              <a:t>Experience, Product</a:t>
            </a:r>
          </a:p>
          <a:p>
            <a:endParaRPr lang="en-US" sz="1800" b="1" i="0" u="none" strike="noStrike">
              <a:solidFill>
                <a:srgbClr val="000000"/>
              </a:solidFill>
              <a:effectLst/>
              <a:latin typeface="Arial" panose="020B0604020202020204" pitchFamily="34" charset="0"/>
            </a:endParaRPr>
          </a:p>
          <a:p>
            <a:r>
              <a:rPr lang="en-US" sz="1800" b="0" i="0" u="none" strike="noStrike">
                <a:solidFill>
                  <a:srgbClr val="000000"/>
                </a:solidFill>
                <a:effectLst/>
                <a:latin typeface="Arial" panose="020B0604020202020204" pitchFamily="34" charset="0"/>
              </a:rPr>
              <a:t>#ACME Social Ring #CX #Experience #Product</a:t>
            </a:r>
            <a:endParaRPr lang="en-US" sz="2800"/>
          </a:p>
          <a:p>
            <a:r>
              <a:rPr lang="en-US"/>
              <a:t>Source: Case studies collection vol 1</a:t>
            </a:r>
          </a:p>
        </p:txBody>
      </p:sp>
    </p:spTree>
    <p:extLst>
      <p:ext uri="{BB962C8B-B14F-4D97-AF65-F5344CB8AC3E}">
        <p14:creationId xmlns:p14="http://schemas.microsoft.com/office/powerpoint/2010/main" val="677337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endParaRPr lang="en-US" sz="1800" b="1"/>
          </a:p>
          <a:p>
            <a:r>
              <a:rPr lang="en-US" sz="1800" b="1"/>
              <a:t>Solution: </a:t>
            </a:r>
            <a:r>
              <a:rPr lang="en-US" sz="1800" b="0"/>
              <a:t>Experience, Product</a:t>
            </a:r>
          </a:p>
          <a:p>
            <a:endParaRPr lang="en-US" sz="1800" b="1" i="0" u="none" strike="noStrike">
              <a:solidFill>
                <a:srgbClr val="000000"/>
              </a:solidFill>
              <a:effectLst/>
              <a:latin typeface="Arial" panose="020B0604020202020204" pitchFamily="34" charset="0"/>
            </a:endParaRPr>
          </a:p>
          <a:p>
            <a:r>
              <a:rPr lang="en-US" sz="1800" b="0" i="0" u="none" strike="noStrike">
                <a:solidFill>
                  <a:srgbClr val="000000"/>
                </a:solidFill>
                <a:effectLst/>
                <a:latin typeface="Arial" panose="020B0604020202020204" pitchFamily="34" charset="0"/>
              </a:rPr>
              <a:t>#Barclaycard Travel community #Experience #Product</a:t>
            </a:r>
            <a:endParaRPr lang="en-US" sz="2800"/>
          </a:p>
          <a:p>
            <a:r>
              <a:rPr lang="en-US"/>
              <a:t>Source: Case studies collection vol 1</a:t>
            </a:r>
          </a:p>
        </p:txBody>
      </p:sp>
    </p:spTree>
    <p:extLst>
      <p:ext uri="{BB962C8B-B14F-4D97-AF65-F5344CB8AC3E}">
        <p14:creationId xmlns:p14="http://schemas.microsoft.com/office/powerpoint/2010/main" val="274373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p>
          <a:p>
            <a:r>
              <a:rPr lang="en-US" sz="1800" b="1"/>
              <a:t>Solution: </a:t>
            </a:r>
            <a:r>
              <a:rPr lang="en-US" sz="1800" b="0"/>
              <a:t>Product, Experience</a:t>
            </a:r>
            <a:endParaRPr lang="en-US" sz="1800" b="0" i="0" u="none" strike="noStrike">
              <a:solidFill>
                <a:srgbClr val="000000"/>
              </a:solidFill>
              <a:effectLst/>
              <a:latin typeface="Arial" panose="020B0604020202020204" pitchFamily="34" charset="0"/>
            </a:endParaRPr>
          </a:p>
          <a:p>
            <a:endParaRPr lang="en-US" sz="1800" b="0" i="0" u="none" strike="noStrike">
              <a:solidFill>
                <a:srgbClr val="000000"/>
              </a:solidFill>
              <a:effectLst/>
              <a:latin typeface="Arial" panose="020B0604020202020204" pitchFamily="34" charset="0"/>
            </a:endParaRPr>
          </a:p>
          <a:p>
            <a:r>
              <a:rPr lang="en-US" sz="1800" b="0" i="0" u="none" strike="noStrike">
                <a:solidFill>
                  <a:srgbClr val="000000"/>
                </a:solidFill>
                <a:effectLst/>
                <a:latin typeface="Arial" panose="020B0604020202020204" pitchFamily="34" charset="0"/>
              </a:rPr>
              <a:t>#</a:t>
            </a:r>
            <a:r>
              <a:rPr lang="en-US" sz="1800" b="0" i="0" u="none" strike="noStrike" err="1">
                <a:solidFill>
                  <a:srgbClr val="000000"/>
                </a:solidFill>
                <a:effectLst/>
                <a:latin typeface="Arial" panose="020B0604020202020204" pitchFamily="34" charset="0"/>
              </a:rPr>
              <a:t>MorganStanleyFeeBillingSupport</a:t>
            </a:r>
            <a:r>
              <a:rPr lang="en-US" sz="1800" b="0" i="0" u="none" strike="noStrike">
                <a:solidFill>
                  <a:srgbClr val="000000"/>
                </a:solidFill>
                <a:effectLst/>
                <a:latin typeface="Arial" panose="020B0604020202020204" pitchFamily="34" charset="0"/>
              </a:rPr>
              <a:t> #</a:t>
            </a:r>
            <a:r>
              <a:rPr lang="en-US" sz="2800" b="0"/>
              <a:t>Product #Experience</a:t>
            </a:r>
            <a:endParaRPr lang="en-US" sz="2800"/>
          </a:p>
          <a:p>
            <a:r>
              <a:rPr lang="en-US"/>
              <a:t>Source: EYDS Case Studies 20210305 </a:t>
            </a:r>
            <a:r>
              <a:rPr lang="en-US" err="1"/>
              <a:t>pg</a:t>
            </a:r>
            <a:r>
              <a:rPr lang="en-US"/>
              <a:t> 34</a:t>
            </a:r>
          </a:p>
        </p:txBody>
      </p:sp>
    </p:spTree>
    <p:extLst>
      <p:ext uri="{BB962C8B-B14F-4D97-AF65-F5344CB8AC3E}">
        <p14:creationId xmlns:p14="http://schemas.microsoft.com/office/powerpoint/2010/main" val="3025076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p>
          <a:p>
            <a:r>
              <a:rPr lang="en-US" sz="1800" b="1"/>
              <a:t>Solution: </a:t>
            </a:r>
            <a:r>
              <a:rPr lang="en-US" sz="1800" b="0"/>
              <a:t>Product, Experience</a:t>
            </a:r>
            <a:endParaRPr lang="en-US" sz="1800" b="0" i="0" u="none" strike="noStrike">
              <a:solidFill>
                <a:srgbClr val="000000"/>
              </a:solidFill>
              <a:effectLst/>
              <a:latin typeface="Arial" panose="020B0604020202020204" pitchFamily="34" charset="0"/>
            </a:endParaRPr>
          </a:p>
          <a:p>
            <a:endParaRPr lang="en-US" sz="1800" b="0" i="0" u="none" strike="noStrike">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Arial" panose="020B0604020202020204" pitchFamily="34" charset="0"/>
              </a:rPr>
              <a:t>#MorganStanley3DRContentInsightsConsole</a:t>
            </a:r>
            <a:r>
              <a:rPr lang="en-US" sz="2800" b="0" i="0" u="none" strike="noStrike">
                <a:solidFill>
                  <a:schemeClr val="tx1"/>
                </a:solidFill>
                <a:effectLst/>
                <a:latin typeface="+mn-lt"/>
              </a:rPr>
              <a:t> </a:t>
            </a:r>
            <a:r>
              <a:rPr lang="en-US" sz="1800" b="0" i="0" u="none" strike="noStrike">
                <a:solidFill>
                  <a:srgbClr val="000000"/>
                </a:solidFill>
                <a:effectLst/>
                <a:latin typeface="Arial" panose="020B0604020202020204" pitchFamily="34" charset="0"/>
              </a:rPr>
              <a:t>#</a:t>
            </a:r>
            <a:r>
              <a:rPr lang="en-US" sz="2800" b="0"/>
              <a:t>Product #Experience</a:t>
            </a:r>
            <a:endParaRPr lang="en-US" sz="2800"/>
          </a:p>
          <a:p>
            <a:r>
              <a:rPr lang="en-US" sz="1800"/>
              <a:t>Source: EYDS Case Studies 20210305 p 32</a:t>
            </a:r>
          </a:p>
        </p:txBody>
      </p:sp>
    </p:spTree>
    <p:extLst>
      <p:ext uri="{BB962C8B-B14F-4D97-AF65-F5344CB8AC3E}">
        <p14:creationId xmlns:p14="http://schemas.microsoft.com/office/powerpoint/2010/main" val="20841557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sz="1800" b="1"/>
              <a:t>Point of Contact:</a:t>
            </a:r>
            <a:br>
              <a:rPr lang="en-US" sz="1800" b="0"/>
            </a:br>
            <a:r>
              <a:rPr lang="en-US" sz="1800" b="1"/>
              <a:t>Sector: </a:t>
            </a:r>
            <a:r>
              <a:rPr lang="en-US" sz="1800" b="0"/>
              <a:t>Financial Services</a:t>
            </a:r>
          </a:p>
          <a:p>
            <a:r>
              <a:rPr lang="en-US" sz="1800" b="1"/>
              <a:t>Solution: </a:t>
            </a:r>
            <a:r>
              <a:rPr lang="en-US" sz="1800" b="0"/>
              <a:t>CX, Product, Experience</a:t>
            </a:r>
            <a:endParaRPr lang="en-US" sz="1800" b="0" i="0" u="none" strike="noStrike">
              <a:solidFill>
                <a:srgbClr val="000000"/>
              </a:solidFill>
              <a:effectLst/>
              <a:latin typeface="Arial" panose="020B0604020202020204" pitchFamily="34" charset="0"/>
            </a:endParaRPr>
          </a:p>
          <a:p>
            <a:endParaRPr lang="en-US" sz="1800" b="0" i="0" u="none" strike="noStrike">
              <a:solidFill>
                <a:srgbClr val="000000"/>
              </a:solidFill>
              <a:effectLst/>
              <a:latin typeface="Arial" panose="020B0604020202020204" pitchFamily="34" charset="0"/>
            </a:endParaRPr>
          </a:p>
          <a:p>
            <a:r>
              <a:rPr lang="en-US" sz="1800" b="0" i="0" u="none" strike="noStrike">
                <a:solidFill>
                  <a:srgbClr val="000000"/>
                </a:solidFill>
                <a:effectLst/>
                <a:latin typeface="Arial" panose="020B0604020202020204" pitchFamily="34" charset="0"/>
              </a:rPr>
              <a:t>#</a:t>
            </a:r>
            <a:r>
              <a:rPr lang="en-US" sz="9600"/>
              <a:t>Marsh</a:t>
            </a:r>
            <a:endParaRPr lang="en-US"/>
          </a:p>
        </p:txBody>
      </p:sp>
    </p:spTree>
    <p:extLst>
      <p:ext uri="{BB962C8B-B14F-4D97-AF65-F5344CB8AC3E}">
        <p14:creationId xmlns:p14="http://schemas.microsoft.com/office/powerpoint/2010/main" val="28813279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8B045C-6338-20AC-D17F-C3EE52DB280C}"/>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24387175" cy="13716000"/>
          </a:xfrm>
          <a:prstGeom prst="rect">
            <a:avLst/>
          </a:prstGeom>
        </p:spPr>
      </p:pic>
      <p:grpSp>
        <p:nvGrpSpPr>
          <p:cNvPr id="5" name="Group 4">
            <a:extLst>
              <a:ext uri="{FF2B5EF4-FFF2-40B4-BE49-F238E27FC236}">
                <a16:creationId xmlns:a16="http://schemas.microsoft.com/office/drawing/2014/main" id="{3D8D2553-DCAF-2D9D-2138-FE4E794B7FFA}"/>
              </a:ext>
            </a:extLst>
          </p:cNvPr>
          <p:cNvGrpSpPr/>
          <p:nvPr userDrawn="1"/>
        </p:nvGrpSpPr>
        <p:grpSpPr>
          <a:xfrm>
            <a:off x="971677" y="12329266"/>
            <a:ext cx="9883157" cy="63754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3600"/>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3600"/>
            </a:p>
          </p:txBody>
        </p:sp>
      </p:grpSp>
      <p:grpSp>
        <p:nvGrpSpPr>
          <p:cNvPr id="4" name="Group 3">
            <a:extLst>
              <a:ext uri="{FF2B5EF4-FFF2-40B4-BE49-F238E27FC236}">
                <a16:creationId xmlns:a16="http://schemas.microsoft.com/office/drawing/2014/main" id="{9767D4D9-A47B-4020-6B9B-87B081166C85}"/>
              </a:ext>
            </a:extLst>
          </p:cNvPr>
          <p:cNvGrpSpPr/>
          <p:nvPr userDrawn="1"/>
        </p:nvGrpSpPr>
        <p:grpSpPr>
          <a:xfrm>
            <a:off x="971674" y="2582017"/>
            <a:ext cx="11413706" cy="8721090"/>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3600"/>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sz="3600"/>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1779756" y="8872971"/>
            <a:ext cx="9816534" cy="1023878"/>
          </a:xfrm>
        </p:spPr>
        <p:txBody>
          <a:bodyPr wrap="square">
            <a:noAutofit/>
          </a:bodyPr>
          <a:lstStyle>
            <a:lvl1pPr marL="0" indent="0" algn="l">
              <a:buNone/>
              <a:defRPr sz="3200">
                <a:latin typeface="EYInterstate Regular" panose="02000503020000020004"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1779757" y="5397503"/>
            <a:ext cx="9813296" cy="3308086"/>
          </a:xfrm>
        </p:spPr>
        <p:txBody>
          <a:bodyPr anchor="t">
            <a:noAutofit/>
          </a:bodyPr>
          <a:lstStyle>
            <a:lvl1pPr>
              <a:defRPr sz="8400" b="1" i="0">
                <a:solidFill>
                  <a:schemeClr val="bg1"/>
                </a:solidFill>
                <a:latin typeface="EYInterstate Regular" panose="02000503020000020004" pitchFamily="2" charset="0"/>
              </a:defRPr>
            </a:lvl1pPr>
          </a:lstStyle>
          <a:p>
            <a:r>
              <a:rPr lang="en-GB" dirty="0"/>
              <a:t>Click to edit Master title style</a:t>
            </a:r>
            <a:endParaRPr lang="en-US" dirty="0"/>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1779756" y="10094971"/>
            <a:ext cx="9813298" cy="535531"/>
          </a:xfrm>
        </p:spPr>
        <p:txBody>
          <a:bodyPr wrap="square">
            <a:spAutoFit/>
          </a:bodyPr>
          <a:lstStyle>
            <a:lvl1pPr marL="0" indent="0">
              <a:buNone/>
              <a:defRPr sz="3200" b="1">
                <a:latin typeface="EYInterstate Regular" panose="02000503020000020004" pitchFamily="2" charset="0"/>
              </a:defRPr>
            </a:lvl1pPr>
            <a:lvl2pPr marL="504000" indent="0">
              <a:buNone/>
              <a:defRPr sz="3200" b="1">
                <a:latin typeface="+mj-lt"/>
              </a:defRPr>
            </a:lvl2pPr>
            <a:lvl3pPr marL="1008000" indent="0">
              <a:buNone/>
              <a:defRPr sz="3200" b="1">
                <a:latin typeface="+mj-lt"/>
              </a:defRPr>
            </a:lvl3pPr>
            <a:lvl4pPr marL="1512000" indent="0">
              <a:buNone/>
              <a:defRPr sz="3200" b="1">
                <a:latin typeface="+mj-lt"/>
              </a:defRPr>
            </a:lvl4pPr>
            <a:lvl5pPr marL="2016000" indent="0">
              <a:buNone/>
              <a:defRPr sz="3200" b="1">
                <a:latin typeface="+mj-lt"/>
              </a:defRPr>
            </a:lvl5pPr>
          </a:lstStyle>
          <a:p>
            <a:pPr lvl="0"/>
            <a:r>
              <a:rPr lang="en-GB"/>
              <a:t>Click to edit Master text styles</a:t>
            </a:r>
          </a:p>
        </p:txBody>
      </p:sp>
      <p:pic>
        <p:nvPicPr>
          <p:cNvPr id="57" name="Graphic 56">
            <a:extLst>
              <a:ext uri="{FF2B5EF4-FFF2-40B4-BE49-F238E27FC236}">
                <a16:creationId xmlns:a16="http://schemas.microsoft.com/office/drawing/2014/main" id="{DBCA133C-4A0D-841A-842F-FDCD0ADC720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9508405" y="10848640"/>
            <a:ext cx="4063927" cy="2069624"/>
          </a:xfrm>
          <a:prstGeom prst="rect">
            <a:avLst/>
          </a:prstGeom>
        </p:spPr>
      </p:pic>
    </p:spTree>
    <p:extLst>
      <p:ext uri="{BB962C8B-B14F-4D97-AF65-F5344CB8AC3E}">
        <p14:creationId xmlns:p14="http://schemas.microsoft.com/office/powerpoint/2010/main" val="4076442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 Pager - Case Study - Cover">
    <p:bg>
      <p:bgPr>
        <a:gradFill>
          <a:gsLst>
            <a:gs pos="100000">
              <a:schemeClr val="bg1"/>
            </a:gs>
            <a:gs pos="0">
              <a:schemeClr val="tx1"/>
            </a:gs>
          </a:gsLst>
          <a:lin ang="5400000" scaled="1"/>
        </a:gradFill>
        <a:effectLst/>
      </p:bgPr>
    </p:bg>
    <p:spTree>
      <p:nvGrpSpPr>
        <p:cNvPr id="1" name=""/>
        <p:cNvGrpSpPr/>
        <p:nvPr/>
      </p:nvGrpSpPr>
      <p:grpSpPr>
        <a:xfrm>
          <a:off x="0" y="0"/>
          <a:ext cx="0" cy="0"/>
          <a:chOff x="0" y="0"/>
          <a:chExt cx="0" cy="0"/>
        </a:xfrm>
      </p:grpSpPr>
      <p:pic>
        <p:nvPicPr>
          <p:cNvPr id="3" name="Image 4" descr="preencoded.png">
            <a:extLst>
              <a:ext uri="{FF2B5EF4-FFF2-40B4-BE49-F238E27FC236}">
                <a16:creationId xmlns:a16="http://schemas.microsoft.com/office/drawing/2014/main" id="{033F39D4-7874-FB0D-3612-EB243DBB4E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43603" y="2486883"/>
            <a:ext cx="2664208" cy="319311"/>
          </a:xfrm>
          <a:prstGeom prst="rect">
            <a:avLst/>
          </a:prstGeom>
        </p:spPr>
      </p:pic>
      <p:sp>
        <p:nvSpPr>
          <p:cNvPr id="32" name="Text Placeholder 5">
            <a:extLst>
              <a:ext uri="{FF2B5EF4-FFF2-40B4-BE49-F238E27FC236}">
                <a16:creationId xmlns:a16="http://schemas.microsoft.com/office/drawing/2014/main" id="{51B591B0-B219-299A-64F4-0DC42C6904DA}"/>
              </a:ext>
            </a:extLst>
          </p:cNvPr>
          <p:cNvSpPr>
            <a:spLocks noGrp="1"/>
          </p:cNvSpPr>
          <p:nvPr>
            <p:ph type="body" sz="quarter" idx="11" hasCustomPrompt="1"/>
          </p:nvPr>
        </p:nvSpPr>
        <p:spPr>
          <a:xfrm>
            <a:off x="2352560" y="3463118"/>
            <a:ext cx="11669993" cy="4314770"/>
          </a:xfrm>
          <a:prstGeom prst="rect">
            <a:avLst/>
          </a:prstGeom>
        </p:spPr>
        <p:txBody>
          <a:bodyPr lIns="0" tIns="0" rIns="0" bIns="0">
            <a:noAutofit/>
          </a:bodyPr>
          <a:lstStyle>
            <a:lvl1pPr marL="0" indent="0">
              <a:lnSpc>
                <a:spcPts val="11760"/>
              </a:lnSpc>
              <a:spcBef>
                <a:spcPts val="0"/>
              </a:spcBef>
              <a:buFont typeface="+mj-lt"/>
              <a:buNone/>
              <a:defRPr sz="120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Case study title goes here</a:t>
            </a:r>
          </a:p>
        </p:txBody>
      </p:sp>
      <p:sp>
        <p:nvSpPr>
          <p:cNvPr id="34" name="Text Placeholder 33">
            <a:extLst>
              <a:ext uri="{FF2B5EF4-FFF2-40B4-BE49-F238E27FC236}">
                <a16:creationId xmlns:a16="http://schemas.microsoft.com/office/drawing/2014/main" id="{CB5DF045-C4F5-7F73-2092-2469DB9A1A7A}"/>
              </a:ext>
            </a:extLst>
          </p:cNvPr>
          <p:cNvSpPr>
            <a:spLocks noGrp="1"/>
          </p:cNvSpPr>
          <p:nvPr>
            <p:ph type="body" sz="quarter" idx="16" hasCustomPrompt="1"/>
          </p:nvPr>
        </p:nvSpPr>
        <p:spPr>
          <a:xfrm>
            <a:off x="2438400" y="10035765"/>
            <a:ext cx="7053072" cy="2743200"/>
          </a:xfrm>
          <a:prstGeom prst="rect">
            <a:avLst/>
          </a:prstGeom>
        </p:spPr>
        <p:txBody>
          <a:bodyPr lIns="0" tIns="0" rIns="0" bIns="0"/>
          <a:lstStyle>
            <a:lvl1pPr marL="0" indent="0">
              <a:buNone/>
              <a:defRPr sz="2400" b="0" i="0">
                <a:solidFill>
                  <a:schemeClr val="bg1"/>
                </a:solidFill>
                <a:latin typeface="EYInterstate Light" panose="02000506000000020004" pitchFamily="2" charset="0"/>
              </a:defRPr>
            </a:lvl1pPr>
          </a:lstStyle>
          <a:p>
            <a:pPr lvl="0"/>
            <a:r>
              <a:rPr lang="en-US">
                <a:effectLst/>
              </a:rPr>
              <a:t>Short blurb about the project, providing any context on who the client is, what the product is for, and anything else we want to highlight.</a:t>
            </a:r>
            <a:endParaRPr lang="en-US"/>
          </a:p>
        </p:txBody>
      </p:sp>
      <p:sp>
        <p:nvSpPr>
          <p:cNvPr id="11" name="Text 1">
            <a:extLst>
              <a:ext uri="{FF2B5EF4-FFF2-40B4-BE49-F238E27FC236}">
                <a16:creationId xmlns:a16="http://schemas.microsoft.com/office/drawing/2014/main" id="{3D5EB9C6-8231-1481-881D-FEFB0DB4494B}"/>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5" name="Text 0">
            <a:extLst>
              <a:ext uri="{FF2B5EF4-FFF2-40B4-BE49-F238E27FC236}">
                <a16:creationId xmlns:a16="http://schemas.microsoft.com/office/drawing/2014/main" id="{E3597E6B-7D34-A57D-A888-13591FFA52BC}"/>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pic>
        <p:nvPicPr>
          <p:cNvPr id="13" name="Graphic 12">
            <a:extLst>
              <a:ext uri="{FF2B5EF4-FFF2-40B4-BE49-F238E27FC236}">
                <a16:creationId xmlns:a16="http://schemas.microsoft.com/office/drawing/2014/main" id="{5AE94439-CFDE-5A56-55C9-6F3011B3101C}"/>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938323642"/>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4 Pager - Case Study - Heading &amp; Body">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047BD2-BD9B-0AB9-DC4F-F952B004413A}"/>
              </a:ext>
            </a:extLst>
          </p:cNvPr>
          <p:cNvSpPr>
            <a:spLocks noGrp="1"/>
          </p:cNvSpPr>
          <p:nvPr>
            <p:ph type="pic" sz="quarter" idx="12" hasCustomPrompt="1"/>
          </p:nvPr>
        </p:nvSpPr>
        <p:spPr>
          <a:xfrm>
            <a:off x="0" y="0"/>
            <a:ext cx="12193588" cy="13716000"/>
          </a:xfrm>
          <a:prstGeom prst="rect">
            <a:avLst/>
          </a:prstGeom>
          <a:gradFill>
            <a:gsLst>
              <a:gs pos="100000">
                <a:schemeClr val="bg1"/>
              </a:gs>
              <a:gs pos="0">
                <a:schemeClr val="tx1"/>
              </a:gs>
            </a:gsLst>
            <a:lin ang="5400000" scaled="1"/>
          </a:grad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4369390" y="3529912"/>
            <a:ext cx="7578954" cy="9144687"/>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Text here…</a:t>
            </a:r>
          </a:p>
        </p:txBody>
      </p:sp>
      <p:sp>
        <p:nvSpPr>
          <p:cNvPr id="8" name="Text Placeholder 7">
            <a:extLst>
              <a:ext uri="{FF2B5EF4-FFF2-40B4-BE49-F238E27FC236}">
                <a16:creationId xmlns:a16="http://schemas.microsoft.com/office/drawing/2014/main" id="{3807881C-DB20-4F92-9E23-19319EA2395D}"/>
              </a:ext>
            </a:extLst>
          </p:cNvPr>
          <p:cNvSpPr>
            <a:spLocks noGrp="1"/>
          </p:cNvSpPr>
          <p:nvPr>
            <p:ph type="body" sz="quarter" idx="18" hasCustomPrompt="1"/>
          </p:nvPr>
        </p:nvSpPr>
        <p:spPr>
          <a:xfrm>
            <a:off x="14346900" y="1936463"/>
            <a:ext cx="9653588" cy="1524000"/>
          </a:xfrm>
          <a:prstGeom prst="rect">
            <a:avLst/>
          </a:prstGeom>
        </p:spPr>
        <p:txBody>
          <a:bodyPr lIns="0" tIns="0" rIns="0" bIns="0">
            <a:noAutofit/>
          </a:bodyPr>
          <a:lstStyle>
            <a:lvl1pPr marL="0" indent="0">
              <a:lnSpc>
                <a:spcPts val="5292"/>
              </a:lnSpc>
              <a:spcBef>
                <a:spcPts val="0"/>
              </a:spcBef>
              <a:buNone/>
              <a:defRPr sz="5400" b="0" i="0">
                <a:solidFill>
                  <a:schemeClr val="bg1"/>
                </a:solidFill>
                <a:latin typeface="Source Serif 4 14pt Light" panose="02040403040405020204" pitchFamily="18" charset="0"/>
                <a:ea typeface="Source Serif 4 14pt Light" panose="02040403040405020204" pitchFamily="18" charset="0"/>
              </a:defRPr>
            </a:lvl1pPr>
          </a:lstStyle>
          <a:p>
            <a:pPr lvl="0"/>
            <a:r>
              <a:rPr lang="en-US"/>
              <a:t>Headline here and perhaps extends…</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pic>
        <p:nvPicPr>
          <p:cNvPr id="14" name="Graphic 13">
            <a:extLst>
              <a:ext uri="{FF2B5EF4-FFF2-40B4-BE49-F238E27FC236}">
                <a16:creationId xmlns:a16="http://schemas.microsoft.com/office/drawing/2014/main" id="{B6AE31A1-CA68-C532-BAF8-42718B5B92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203263139"/>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Pager - Case Study - Wide">
    <p:bg>
      <p:bgPr>
        <a:solidFill>
          <a:schemeClr val="tx1"/>
        </a:solidFill>
        <a:effectLst/>
      </p:bgPr>
    </p:bg>
    <p:spTree>
      <p:nvGrpSpPr>
        <p:cNvPr id="1" name=""/>
        <p:cNvGrpSpPr/>
        <p:nvPr/>
      </p:nvGrpSpPr>
      <p:grpSpPr>
        <a:xfrm>
          <a:off x="0" y="0"/>
          <a:ext cx="0" cy="0"/>
          <a:chOff x="0" y="0"/>
          <a:chExt cx="0" cy="0"/>
        </a:xfrm>
      </p:grpSpPr>
      <p:sp>
        <p:nvSpPr>
          <p:cNvPr id="62" name="Picture Placeholder 3">
            <a:extLst>
              <a:ext uri="{FF2B5EF4-FFF2-40B4-BE49-F238E27FC236}">
                <a16:creationId xmlns:a16="http://schemas.microsoft.com/office/drawing/2014/main" id="{8F12A679-4D75-C06C-66AD-D8D61E772F78}"/>
              </a:ext>
            </a:extLst>
          </p:cNvPr>
          <p:cNvSpPr>
            <a:spLocks noGrp="1"/>
          </p:cNvSpPr>
          <p:nvPr>
            <p:ph type="pic" sz="quarter" idx="12" hasCustomPrompt="1"/>
          </p:nvPr>
        </p:nvSpPr>
        <p:spPr>
          <a:xfrm>
            <a:off x="0" y="0"/>
            <a:ext cx="12193588" cy="13716000"/>
          </a:xfrm>
          <a:prstGeom prst="rect">
            <a:avLst/>
          </a:prstGeom>
          <a:no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3226902" y="1813560"/>
            <a:ext cx="9937898" cy="10861040"/>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Text here…</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sp>
        <p:nvSpPr>
          <p:cNvPr id="18" name="Text Placeholder 12">
            <a:extLst>
              <a:ext uri="{FF2B5EF4-FFF2-40B4-BE49-F238E27FC236}">
                <a16:creationId xmlns:a16="http://schemas.microsoft.com/office/drawing/2014/main" id="{8DF796F7-9518-89EE-CCE4-C45DEA0B4049}"/>
              </a:ext>
            </a:extLst>
          </p:cNvPr>
          <p:cNvSpPr>
            <a:spLocks noGrp="1"/>
          </p:cNvSpPr>
          <p:nvPr>
            <p:ph type="body" sz="quarter" idx="10" hasCustomPrompt="1"/>
          </p:nvPr>
        </p:nvSpPr>
        <p:spPr>
          <a:xfrm>
            <a:off x="6359325" y="320040"/>
            <a:ext cx="11668525" cy="574675"/>
          </a:xfrm>
          <a:prstGeom prst="rect">
            <a:avLst/>
          </a:prstGeom>
        </p:spPr>
        <p:txBody>
          <a:bodyPr>
            <a:noAutofit/>
          </a:bodyPr>
          <a:lstStyle>
            <a:lvl1pPr marL="0" indent="0" algn="ctr">
              <a:lnSpc>
                <a:spcPct val="100000"/>
              </a:lnSpc>
              <a:spcBef>
                <a:spcPts val="768"/>
              </a:spcBef>
              <a:buNone/>
              <a:defRPr sz="3200" b="0" i="0" kern="100" cap="all" spc="320" baseline="0">
                <a:solidFill>
                  <a:schemeClr val="bg1"/>
                </a:solidFill>
                <a:latin typeface="EYInterstate Regular" panose="02000503020000020004" pitchFamily="2" charset="0"/>
              </a:defRPr>
            </a:lvl1pPr>
            <a:lvl2pPr marL="457200" indent="0">
              <a:buNone/>
              <a:defRPr b="0" i="0">
                <a:latin typeface="EY Gothic Comp Book" panose="02000606050000020004" pitchFamily="2" charset="0"/>
              </a:defRPr>
            </a:lvl2pPr>
            <a:lvl3pPr marL="914400" indent="0">
              <a:buNone/>
              <a:defRPr b="0" i="0">
                <a:latin typeface="EY Gothic Comp Book" panose="02000606050000020004" pitchFamily="2" charset="0"/>
              </a:defRPr>
            </a:lvl3pPr>
            <a:lvl4pPr marL="1371600" indent="0">
              <a:buNone/>
              <a:defRPr b="0" i="0">
                <a:latin typeface="EY Gothic Comp Book" panose="02000606050000020004" pitchFamily="2" charset="0"/>
              </a:defRPr>
            </a:lvl4pPr>
            <a:lvl5pPr marL="1828800" indent="0">
              <a:buNone/>
              <a:defRPr b="0" i="0">
                <a:latin typeface="EY Gothic Comp Book" panose="02000606050000020004" pitchFamily="2" charset="0"/>
              </a:defRPr>
            </a:lvl5pPr>
          </a:lstStyle>
          <a:p>
            <a:pPr lvl="0"/>
            <a:r>
              <a:rPr lang="en-US"/>
              <a:t>TITLE</a:t>
            </a:r>
          </a:p>
        </p:txBody>
      </p:sp>
      <p:sp>
        <p:nvSpPr>
          <p:cNvPr id="19" name="Text Placeholder 5">
            <a:extLst>
              <a:ext uri="{FF2B5EF4-FFF2-40B4-BE49-F238E27FC236}">
                <a16:creationId xmlns:a16="http://schemas.microsoft.com/office/drawing/2014/main" id="{CAE7C413-2A3E-1125-8D5B-BBCE3CA7FEF8}"/>
              </a:ext>
            </a:extLst>
          </p:cNvPr>
          <p:cNvSpPr>
            <a:spLocks noGrp="1"/>
          </p:cNvSpPr>
          <p:nvPr>
            <p:ph type="body" sz="quarter" idx="11" hasCustomPrompt="1"/>
          </p:nvPr>
        </p:nvSpPr>
        <p:spPr>
          <a:xfrm>
            <a:off x="2352561" y="1813560"/>
            <a:ext cx="7693140" cy="4079240"/>
          </a:xfrm>
          <a:prstGeom prst="rect">
            <a:avLst/>
          </a:prstGeom>
        </p:spPr>
        <p:txBody>
          <a:bodyPr lIns="0" tIns="0" rIns="0" bIns="0">
            <a:noAutofit/>
          </a:bodyPr>
          <a:lstStyle>
            <a:lvl1pPr marL="0" indent="0" algn="l">
              <a:lnSpc>
                <a:spcPct val="90000"/>
              </a:lnSpc>
              <a:spcBef>
                <a:spcPts val="0"/>
              </a:spcBef>
              <a:buFont typeface="+mj-lt"/>
              <a:buNone/>
              <a:defRPr sz="96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Headline here </a:t>
            </a:r>
          </a:p>
        </p:txBody>
      </p:sp>
      <p:pic>
        <p:nvPicPr>
          <p:cNvPr id="4" name="Graphic 3">
            <a:extLst>
              <a:ext uri="{FF2B5EF4-FFF2-40B4-BE49-F238E27FC236}">
                <a16:creationId xmlns:a16="http://schemas.microsoft.com/office/drawing/2014/main" id="{E2D51581-CDA5-2FC7-8380-088974B6154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14854" y="12595806"/>
            <a:ext cx="1937707" cy="751829"/>
          </a:xfrm>
          <a:prstGeom prst="rect">
            <a:avLst/>
          </a:prstGeom>
        </p:spPr>
      </p:pic>
    </p:spTree>
    <p:extLst>
      <p:ext uri="{BB962C8B-B14F-4D97-AF65-F5344CB8AC3E}">
        <p14:creationId xmlns:p14="http://schemas.microsoft.com/office/powerpoint/2010/main" val="3598100364"/>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Pager - Case Study - Narrow">
    <p:bg>
      <p:bgPr>
        <a:solidFill>
          <a:schemeClr val="tx1"/>
        </a:solidFill>
        <a:effectLst/>
      </p:bgPr>
    </p:bg>
    <p:spTree>
      <p:nvGrpSpPr>
        <p:cNvPr id="1" name=""/>
        <p:cNvGrpSpPr/>
        <p:nvPr/>
      </p:nvGrpSpPr>
      <p:grpSpPr>
        <a:xfrm>
          <a:off x="0" y="0"/>
          <a:ext cx="0" cy="0"/>
          <a:chOff x="0" y="0"/>
          <a:chExt cx="0" cy="0"/>
        </a:xfrm>
      </p:grpSpPr>
      <p:sp>
        <p:nvSpPr>
          <p:cNvPr id="62" name="Picture Placeholder 3">
            <a:extLst>
              <a:ext uri="{FF2B5EF4-FFF2-40B4-BE49-F238E27FC236}">
                <a16:creationId xmlns:a16="http://schemas.microsoft.com/office/drawing/2014/main" id="{8F12A679-4D75-C06C-66AD-D8D61E772F78}"/>
              </a:ext>
            </a:extLst>
          </p:cNvPr>
          <p:cNvSpPr>
            <a:spLocks noGrp="1"/>
          </p:cNvSpPr>
          <p:nvPr>
            <p:ph type="pic" sz="quarter" idx="12" hasCustomPrompt="1"/>
          </p:nvPr>
        </p:nvSpPr>
        <p:spPr>
          <a:xfrm>
            <a:off x="0" y="0"/>
            <a:ext cx="12193588" cy="13716000"/>
          </a:xfrm>
          <a:prstGeom prst="rect">
            <a:avLst/>
          </a:prstGeom>
          <a:no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4369390" y="1813560"/>
            <a:ext cx="7578954" cy="10861040"/>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Text here…</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sp>
        <p:nvSpPr>
          <p:cNvPr id="18" name="Text Placeholder 12">
            <a:extLst>
              <a:ext uri="{FF2B5EF4-FFF2-40B4-BE49-F238E27FC236}">
                <a16:creationId xmlns:a16="http://schemas.microsoft.com/office/drawing/2014/main" id="{8DF796F7-9518-89EE-CCE4-C45DEA0B4049}"/>
              </a:ext>
            </a:extLst>
          </p:cNvPr>
          <p:cNvSpPr>
            <a:spLocks noGrp="1"/>
          </p:cNvSpPr>
          <p:nvPr>
            <p:ph type="body" sz="quarter" idx="10" hasCustomPrompt="1"/>
          </p:nvPr>
        </p:nvSpPr>
        <p:spPr>
          <a:xfrm>
            <a:off x="6359325" y="320040"/>
            <a:ext cx="11668525" cy="574675"/>
          </a:xfrm>
          <a:prstGeom prst="rect">
            <a:avLst/>
          </a:prstGeom>
        </p:spPr>
        <p:txBody>
          <a:bodyPr>
            <a:noAutofit/>
          </a:bodyPr>
          <a:lstStyle>
            <a:lvl1pPr marL="0" indent="0" algn="ctr">
              <a:lnSpc>
                <a:spcPct val="100000"/>
              </a:lnSpc>
              <a:spcBef>
                <a:spcPts val="768"/>
              </a:spcBef>
              <a:buNone/>
              <a:defRPr sz="3200" b="0" i="0" kern="100" cap="all" spc="320" baseline="0">
                <a:solidFill>
                  <a:schemeClr val="bg1"/>
                </a:solidFill>
                <a:latin typeface="EYInterstate Regular" panose="02000503020000020004" pitchFamily="2" charset="0"/>
              </a:defRPr>
            </a:lvl1pPr>
            <a:lvl2pPr marL="457200" indent="0">
              <a:buNone/>
              <a:defRPr b="0" i="0">
                <a:latin typeface="EY Gothic Comp Book" panose="02000606050000020004" pitchFamily="2" charset="0"/>
              </a:defRPr>
            </a:lvl2pPr>
            <a:lvl3pPr marL="914400" indent="0">
              <a:buNone/>
              <a:defRPr b="0" i="0">
                <a:latin typeface="EY Gothic Comp Book" panose="02000606050000020004" pitchFamily="2" charset="0"/>
              </a:defRPr>
            </a:lvl3pPr>
            <a:lvl4pPr marL="1371600" indent="0">
              <a:buNone/>
              <a:defRPr b="0" i="0">
                <a:latin typeface="EY Gothic Comp Book" panose="02000606050000020004" pitchFamily="2" charset="0"/>
              </a:defRPr>
            </a:lvl4pPr>
            <a:lvl5pPr marL="1828800" indent="0">
              <a:buNone/>
              <a:defRPr b="0" i="0">
                <a:latin typeface="EY Gothic Comp Book" panose="02000606050000020004" pitchFamily="2" charset="0"/>
              </a:defRPr>
            </a:lvl5pPr>
          </a:lstStyle>
          <a:p>
            <a:pPr lvl="0"/>
            <a:r>
              <a:rPr lang="en-US"/>
              <a:t>TITLE</a:t>
            </a:r>
          </a:p>
        </p:txBody>
      </p:sp>
      <p:sp>
        <p:nvSpPr>
          <p:cNvPr id="19" name="Text Placeholder 5">
            <a:extLst>
              <a:ext uri="{FF2B5EF4-FFF2-40B4-BE49-F238E27FC236}">
                <a16:creationId xmlns:a16="http://schemas.microsoft.com/office/drawing/2014/main" id="{CAE7C413-2A3E-1125-8D5B-BBCE3CA7FEF8}"/>
              </a:ext>
            </a:extLst>
          </p:cNvPr>
          <p:cNvSpPr>
            <a:spLocks noGrp="1"/>
          </p:cNvSpPr>
          <p:nvPr>
            <p:ph type="body" sz="quarter" idx="11" hasCustomPrompt="1"/>
          </p:nvPr>
        </p:nvSpPr>
        <p:spPr>
          <a:xfrm>
            <a:off x="2352561" y="1813560"/>
            <a:ext cx="7693140" cy="4079240"/>
          </a:xfrm>
          <a:prstGeom prst="rect">
            <a:avLst/>
          </a:prstGeom>
        </p:spPr>
        <p:txBody>
          <a:bodyPr lIns="0" tIns="0" rIns="0" bIns="0">
            <a:noAutofit/>
          </a:bodyPr>
          <a:lstStyle>
            <a:lvl1pPr marL="0" indent="0" algn="l">
              <a:lnSpc>
                <a:spcPct val="90000"/>
              </a:lnSpc>
              <a:spcBef>
                <a:spcPts val="0"/>
              </a:spcBef>
              <a:buFont typeface="+mj-lt"/>
              <a:buNone/>
              <a:defRPr sz="96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Headline here </a:t>
            </a:r>
          </a:p>
        </p:txBody>
      </p:sp>
      <p:pic>
        <p:nvPicPr>
          <p:cNvPr id="5" name="Graphic 4">
            <a:extLst>
              <a:ext uri="{FF2B5EF4-FFF2-40B4-BE49-F238E27FC236}">
                <a16:creationId xmlns:a16="http://schemas.microsoft.com/office/drawing/2014/main" id="{7E18E9C9-43F3-F124-F5E0-53EB78736C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14854" y="12595806"/>
            <a:ext cx="1937707" cy="751829"/>
          </a:xfrm>
          <a:prstGeom prst="rect">
            <a:avLst/>
          </a:prstGeom>
        </p:spPr>
      </p:pic>
    </p:spTree>
    <p:extLst>
      <p:ext uri="{BB962C8B-B14F-4D97-AF65-F5344CB8AC3E}">
        <p14:creationId xmlns:p14="http://schemas.microsoft.com/office/powerpoint/2010/main" val="2647005706"/>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ew* 1 Pager - Case Study">
    <p:bg>
      <p:bgPr>
        <a:solidFill>
          <a:schemeClr val="tx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3C63C13B-6D82-C9FF-7980-50C50EC5A963}"/>
              </a:ext>
            </a:extLst>
          </p:cNvPr>
          <p:cNvSpPr>
            <a:spLocks noGrp="1"/>
          </p:cNvSpPr>
          <p:nvPr>
            <p:ph type="pic" sz="quarter" idx="12" hasCustomPrompt="1"/>
          </p:nvPr>
        </p:nvSpPr>
        <p:spPr>
          <a:xfrm>
            <a:off x="0" y="0"/>
            <a:ext cx="12193588" cy="13716000"/>
          </a:xfrm>
          <a:prstGeom prst="rect">
            <a:avLst/>
          </a:prstGeom>
          <a:gradFill>
            <a:gsLst>
              <a:gs pos="100000">
                <a:schemeClr val="bg1"/>
              </a:gs>
              <a:gs pos="0">
                <a:schemeClr val="tx1"/>
              </a:gs>
            </a:gsLst>
            <a:lin ang="5400000" scaled="1"/>
          </a:grad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3226902" y="5566612"/>
            <a:ext cx="9937898" cy="7107988"/>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(Add .5 width white line between title and paragraph) Text here…</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sp>
        <p:nvSpPr>
          <p:cNvPr id="18" name="Text Placeholder 12">
            <a:extLst>
              <a:ext uri="{FF2B5EF4-FFF2-40B4-BE49-F238E27FC236}">
                <a16:creationId xmlns:a16="http://schemas.microsoft.com/office/drawing/2014/main" id="{8DF796F7-9518-89EE-CCE4-C45DEA0B4049}"/>
              </a:ext>
            </a:extLst>
          </p:cNvPr>
          <p:cNvSpPr>
            <a:spLocks noGrp="1"/>
          </p:cNvSpPr>
          <p:nvPr>
            <p:ph type="body" sz="quarter" idx="10" hasCustomPrompt="1"/>
          </p:nvPr>
        </p:nvSpPr>
        <p:spPr>
          <a:xfrm>
            <a:off x="6359325" y="320040"/>
            <a:ext cx="11668525" cy="574675"/>
          </a:xfrm>
          <a:prstGeom prst="rect">
            <a:avLst/>
          </a:prstGeom>
        </p:spPr>
        <p:txBody>
          <a:bodyPr>
            <a:noAutofit/>
          </a:bodyPr>
          <a:lstStyle>
            <a:lvl1pPr marL="0" indent="0" algn="ctr">
              <a:lnSpc>
                <a:spcPct val="100000"/>
              </a:lnSpc>
              <a:spcBef>
                <a:spcPts val="768"/>
              </a:spcBef>
              <a:buNone/>
              <a:defRPr sz="3200" b="0" i="0" kern="100" cap="all" spc="320" baseline="0">
                <a:solidFill>
                  <a:schemeClr val="bg1"/>
                </a:solidFill>
                <a:latin typeface="EYInterstate Regular" panose="02000503020000020004" pitchFamily="2" charset="0"/>
              </a:defRPr>
            </a:lvl1pPr>
            <a:lvl2pPr marL="457200" indent="0">
              <a:buNone/>
              <a:defRPr b="0" i="0">
                <a:latin typeface="EY Gothic Comp Book" panose="02000606050000020004" pitchFamily="2" charset="0"/>
              </a:defRPr>
            </a:lvl2pPr>
            <a:lvl3pPr marL="914400" indent="0">
              <a:buNone/>
              <a:defRPr b="0" i="0">
                <a:latin typeface="EY Gothic Comp Book" panose="02000606050000020004" pitchFamily="2" charset="0"/>
              </a:defRPr>
            </a:lvl3pPr>
            <a:lvl4pPr marL="1371600" indent="0">
              <a:buNone/>
              <a:defRPr b="0" i="0">
                <a:latin typeface="EY Gothic Comp Book" panose="02000606050000020004" pitchFamily="2" charset="0"/>
              </a:defRPr>
            </a:lvl4pPr>
            <a:lvl5pPr marL="1828800" indent="0">
              <a:buNone/>
              <a:defRPr b="0" i="0">
                <a:latin typeface="EY Gothic Comp Book" panose="02000606050000020004" pitchFamily="2" charset="0"/>
              </a:defRPr>
            </a:lvl5pPr>
          </a:lstStyle>
          <a:p>
            <a:pPr lvl="0"/>
            <a:r>
              <a:rPr lang="en-US"/>
              <a:t>TITLE</a:t>
            </a:r>
          </a:p>
        </p:txBody>
      </p:sp>
      <p:sp>
        <p:nvSpPr>
          <p:cNvPr id="19" name="Text Placeholder 5">
            <a:extLst>
              <a:ext uri="{FF2B5EF4-FFF2-40B4-BE49-F238E27FC236}">
                <a16:creationId xmlns:a16="http://schemas.microsoft.com/office/drawing/2014/main" id="{CAE7C413-2A3E-1125-8D5B-BBCE3CA7FEF8}"/>
              </a:ext>
            </a:extLst>
          </p:cNvPr>
          <p:cNvSpPr>
            <a:spLocks noGrp="1"/>
          </p:cNvSpPr>
          <p:nvPr>
            <p:ph type="body" sz="quarter" idx="11" hasCustomPrompt="1"/>
          </p:nvPr>
        </p:nvSpPr>
        <p:spPr>
          <a:xfrm>
            <a:off x="13226901" y="1813560"/>
            <a:ext cx="9937897" cy="3047198"/>
          </a:xfrm>
          <a:prstGeom prst="rect">
            <a:avLst/>
          </a:prstGeom>
        </p:spPr>
        <p:txBody>
          <a:bodyPr lIns="0" tIns="0" rIns="0" bIns="0">
            <a:noAutofit/>
          </a:bodyPr>
          <a:lstStyle>
            <a:lvl1pPr marL="0" indent="0" algn="l">
              <a:lnSpc>
                <a:spcPct val="90000"/>
              </a:lnSpc>
              <a:spcBef>
                <a:spcPts val="0"/>
              </a:spcBef>
              <a:buFont typeface="+mj-lt"/>
              <a:buNone/>
              <a:defRPr sz="96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Headline here </a:t>
            </a:r>
          </a:p>
        </p:txBody>
      </p:sp>
      <p:pic>
        <p:nvPicPr>
          <p:cNvPr id="5" name="Graphic 4">
            <a:extLst>
              <a:ext uri="{FF2B5EF4-FFF2-40B4-BE49-F238E27FC236}">
                <a16:creationId xmlns:a16="http://schemas.microsoft.com/office/drawing/2014/main" id="{81006C8D-CCA8-D8CD-159B-47D2C7FF79F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338512057"/>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967781" y="739776"/>
            <a:ext cx="22451617" cy="941796"/>
          </a:xfrm>
          <a:prstGeom prst="rect">
            <a:avLst/>
          </a:prstGeom>
        </p:spPr>
        <p:txBody>
          <a:bodyPr vert="horz" lIns="0" tIns="0" rIns="0" bIns="0" rtlCol="0" anchor="t" anchorCtr="0">
            <a:noAutofit/>
          </a:bodyPr>
          <a:lstStyle/>
          <a:p>
            <a:r>
              <a:rPr lang="en-GB"/>
              <a:t>EYS+ Case Study &amp; Bios Template</a:t>
            </a:r>
          </a:p>
        </p:txBody>
      </p:sp>
      <p:sp>
        <p:nvSpPr>
          <p:cNvPr id="3" name="Text Placeholder"/>
          <p:cNvSpPr>
            <a:spLocks noGrp="1"/>
          </p:cNvSpPr>
          <p:nvPr>
            <p:ph type="body" idx="1"/>
          </p:nvPr>
        </p:nvSpPr>
        <p:spPr>
          <a:xfrm>
            <a:off x="971173" y="2822575"/>
            <a:ext cx="22451617" cy="9277350"/>
          </a:xfrm>
          <a:prstGeom prst="rect">
            <a:avLst/>
          </a:prstGeom>
        </p:spPr>
        <p:txBody>
          <a:bodyPr vert="horz" lIns="0" tIns="0" rIns="0" bIns="0" rtlCol="0" anchor="t" anchorCtr="0">
            <a:noAutofit/>
          </a:bodyPr>
          <a:lstStyle/>
          <a:p>
            <a:r>
              <a:rPr lang="en-US"/>
              <a:t>First level text style </a:t>
            </a:r>
            <a:r>
              <a:rPr lang="en-US" err="1"/>
              <a:t>EYInterstate</a:t>
            </a:r>
            <a:r>
              <a:rPr lang="en-US"/>
              <a:t> Light 20pt</a:t>
            </a:r>
          </a:p>
          <a:p>
            <a:pPr lvl="1"/>
            <a:r>
              <a:rPr lang="en-US"/>
              <a:t>Second level text style </a:t>
            </a:r>
            <a:r>
              <a:rPr lang="en-US" err="1"/>
              <a:t>EYInterstate</a:t>
            </a:r>
            <a:r>
              <a:rPr lang="en-US"/>
              <a:t> Light 20pt</a:t>
            </a:r>
          </a:p>
          <a:p>
            <a:pPr lvl="2"/>
            <a:r>
              <a:rPr lang="en-US"/>
              <a:t>Third level text style </a:t>
            </a:r>
            <a:r>
              <a:rPr lang="en-US" err="1"/>
              <a:t>EYInterstate</a:t>
            </a:r>
            <a:r>
              <a:rPr lang="en-US"/>
              <a:t> Light 18pt</a:t>
            </a:r>
          </a:p>
          <a:p>
            <a:pPr lvl="3"/>
            <a:r>
              <a:rPr lang="en-US"/>
              <a:t>Fourth level text style </a:t>
            </a:r>
            <a:r>
              <a:rPr lang="en-US" err="1"/>
              <a:t>EYInterstate</a:t>
            </a:r>
            <a:r>
              <a:rPr lang="en-US"/>
              <a:t> Light 16pt</a:t>
            </a:r>
          </a:p>
          <a:p>
            <a:pPr lvl="4"/>
            <a:r>
              <a:rPr lang="en-US"/>
              <a:t>Fifth level text style </a:t>
            </a:r>
            <a:r>
              <a:rPr lang="en-US" err="1"/>
              <a:t>EYInterstate</a:t>
            </a:r>
            <a:r>
              <a:rPr lang="en-US"/>
              <a:t> Light 16pt</a:t>
            </a:r>
          </a:p>
          <a:p>
            <a:pPr lvl="5"/>
            <a:r>
              <a:rPr lang="en-US"/>
              <a:t>Sixth level text style </a:t>
            </a:r>
            <a:r>
              <a:rPr lang="en-US" err="1"/>
              <a:t>EYInterstate</a:t>
            </a:r>
            <a:r>
              <a:rPr lang="en-US"/>
              <a:t> Light 14pt</a:t>
            </a:r>
          </a:p>
          <a:p>
            <a:pPr lvl="6"/>
            <a:r>
              <a:rPr lang="en-US"/>
              <a:t>Seventh level text style </a:t>
            </a:r>
            <a:r>
              <a:rPr lang="en-US" err="1"/>
              <a:t>EYInterstate</a:t>
            </a:r>
            <a:r>
              <a:rPr lang="en-US"/>
              <a:t> Light 14pt</a:t>
            </a:r>
          </a:p>
          <a:p>
            <a:pPr lvl="7"/>
            <a:r>
              <a:rPr lang="en-US"/>
              <a:t>Eighth level text style </a:t>
            </a:r>
            <a:r>
              <a:rPr lang="en-US" err="1"/>
              <a:t>EYInterstate</a:t>
            </a:r>
            <a:r>
              <a:rPr lang="en-US"/>
              <a:t> Light 12pt</a:t>
            </a:r>
          </a:p>
          <a:p>
            <a:pPr lvl="8"/>
            <a:r>
              <a:rPr lang="en-US"/>
              <a:t>Nineth level text style </a:t>
            </a:r>
            <a:r>
              <a:rPr lang="en-US" err="1"/>
              <a:t>EYInterstate</a:t>
            </a:r>
            <a:r>
              <a:rPr lang="en-US"/>
              <a:t> Light 24pt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971620" y="12874231"/>
            <a:ext cx="1018329" cy="246222"/>
          </a:xfrm>
          <a:prstGeom prst="rect">
            <a:avLst/>
          </a:prstGeom>
        </p:spPr>
        <p:txBody>
          <a:bodyPr vert="horz" lIns="0" tIns="0" rIns="0" bIns="0" rtlCol="0" anchor="t">
            <a:noAutofit/>
          </a:bodyPr>
          <a:lstStyle>
            <a:lvl1pPr marL="0" algn="l" defTabSz="1828800" rtl="0" eaLnBrk="1" latinLnBrk="0" hangingPunct="1">
              <a:defRPr lang="en-IN" sz="1600" kern="1200" smtClean="0">
                <a:solidFill>
                  <a:schemeClr val="bg1"/>
                </a:solidFill>
                <a:latin typeface="+mn-lt"/>
                <a:ea typeface="+mn-ea"/>
                <a:cs typeface="+mn-cs"/>
              </a:defRPr>
            </a:lvl1pPr>
          </a:lstStyle>
          <a:p>
            <a:fld id="{F1BC30E3-FFE5-4B91-AA19-87A149EBB9EE}" type="slidenum">
              <a:rPr lang="en-GB" smtClean="0"/>
              <a:pPr/>
              <a:t>‹#›</a:t>
            </a:fld>
            <a:endParaRPr lang="en-GB"/>
          </a:p>
        </p:txBody>
      </p:sp>
    </p:spTree>
    <p:extLst>
      <p:ext uri="{BB962C8B-B14F-4D97-AF65-F5344CB8AC3E}">
        <p14:creationId xmlns:p14="http://schemas.microsoft.com/office/powerpoint/2010/main" val="4217046314"/>
      </p:ext>
    </p:extLst>
  </p:cSld>
  <p:clrMap bg1="lt1" tx1="dk1" bg2="lt2" tx2="dk2" accent1="accent1" accent2="accent2" accent3="accent3" accent4="accent4" accent5="accent5" accent6="accent6" hlink="hlink" folHlink="folHlink"/>
  <p:sldLayoutIdLst>
    <p:sldLayoutId id="2147483904" r:id="rId1"/>
    <p:sldLayoutId id="2147483687" r:id="rId2"/>
    <p:sldLayoutId id="2147483689" r:id="rId3"/>
    <p:sldLayoutId id="2147483862" r:id="rId4"/>
    <p:sldLayoutId id="2147483831" r:id="rId5"/>
    <p:sldLayoutId id="2147483873" r:id="rId6"/>
  </p:sldLayoutIdLst>
  <p:hf hdr="0"/>
  <p:txStyles>
    <p:titleStyle>
      <a:lvl1pPr algn="l" defTabSz="1828800" rtl="0" eaLnBrk="1" latinLnBrk="0" hangingPunct="1">
        <a:lnSpc>
          <a:spcPct val="85000"/>
        </a:lnSpc>
        <a:spcBef>
          <a:spcPct val="0"/>
        </a:spcBef>
        <a:buNone/>
        <a:defRPr sz="7200" b="1" i="0" kern="1200">
          <a:solidFill>
            <a:schemeClr val="tx2"/>
          </a:solidFill>
          <a:latin typeface="EYInterstate Regular" panose="02000503020000020004" pitchFamily="2" charset="0"/>
          <a:ea typeface="+mj-ea"/>
          <a:cs typeface="Arial" pitchFamily="34" charset="0"/>
        </a:defRPr>
      </a:lvl1pPr>
    </p:titleStyle>
    <p:bodyStyle>
      <a:lvl1pPr marL="504000" indent="-504000" algn="l" defTabSz="1828800" rtl="0" eaLnBrk="1" latinLnBrk="0" hangingPunct="1">
        <a:spcBef>
          <a:spcPts val="800"/>
        </a:spcBef>
        <a:spcAft>
          <a:spcPts val="800"/>
        </a:spcAft>
        <a:buClr>
          <a:schemeClr val="tx2"/>
        </a:buClr>
        <a:buSzPct val="100000"/>
        <a:buFont typeface="Wingdings" pitchFamily="2" charset="2"/>
        <a:buChar char="§"/>
        <a:defRPr sz="4000" kern="1200">
          <a:solidFill>
            <a:schemeClr val="bg1"/>
          </a:solidFill>
          <a:latin typeface="+mn-lt"/>
          <a:ea typeface="+mn-ea"/>
          <a:cs typeface="+mn-cs"/>
        </a:defRPr>
      </a:lvl1pPr>
      <a:lvl2pPr marL="1008000" indent="-504000" algn="l" defTabSz="1828800" rtl="0" eaLnBrk="1" latinLnBrk="0" hangingPunct="1">
        <a:spcBef>
          <a:spcPts val="800"/>
        </a:spcBef>
        <a:spcAft>
          <a:spcPts val="800"/>
        </a:spcAft>
        <a:buClr>
          <a:schemeClr val="tx2"/>
        </a:buClr>
        <a:buSzPct val="100000"/>
        <a:buFont typeface="Wingdings" pitchFamily="2" charset="2"/>
        <a:buChar char="§"/>
        <a:defRPr sz="4000" kern="1200">
          <a:solidFill>
            <a:schemeClr val="bg1"/>
          </a:solidFill>
          <a:latin typeface="+mn-lt"/>
          <a:ea typeface="+mn-ea"/>
          <a:cs typeface="+mn-cs"/>
        </a:defRPr>
      </a:lvl2pPr>
      <a:lvl3pPr marL="1512000" indent="-504000" algn="l" defTabSz="1828800" rtl="0" eaLnBrk="1" latinLnBrk="0" hangingPunct="1">
        <a:spcBef>
          <a:spcPts val="0"/>
        </a:spcBef>
        <a:spcAft>
          <a:spcPts val="1200"/>
        </a:spcAft>
        <a:buClr>
          <a:schemeClr val="tx2"/>
        </a:buClr>
        <a:buSzPct val="100000"/>
        <a:buFont typeface="Wingdings" pitchFamily="2" charset="2"/>
        <a:buChar char="§"/>
        <a:defRPr sz="3600" kern="1200">
          <a:solidFill>
            <a:schemeClr val="bg1"/>
          </a:solidFill>
          <a:latin typeface="+mn-lt"/>
          <a:ea typeface="+mn-ea"/>
          <a:cs typeface="+mn-cs"/>
        </a:defRPr>
      </a:lvl3pPr>
      <a:lvl4pPr marL="2016000" indent="-504000" algn="l" defTabSz="1828800" rtl="0" eaLnBrk="1" latinLnBrk="0" hangingPunct="1">
        <a:spcBef>
          <a:spcPts val="0"/>
        </a:spcBef>
        <a:spcAft>
          <a:spcPts val="800"/>
        </a:spcAft>
        <a:buClr>
          <a:schemeClr val="tx2"/>
        </a:buClr>
        <a:buSzPct val="100000"/>
        <a:buFont typeface="Wingdings" pitchFamily="2" charset="2"/>
        <a:buChar char="§"/>
        <a:defRPr sz="3200" kern="1200">
          <a:solidFill>
            <a:schemeClr val="bg1"/>
          </a:solidFill>
          <a:latin typeface="+mn-lt"/>
          <a:ea typeface="+mn-ea"/>
          <a:cs typeface="+mn-cs"/>
        </a:defRPr>
      </a:lvl4pPr>
      <a:lvl5pPr marL="2520000" indent="-504000" algn="l" defTabSz="1828800" rtl="0" eaLnBrk="1" latinLnBrk="0" hangingPunct="1">
        <a:spcBef>
          <a:spcPts val="0"/>
        </a:spcBef>
        <a:spcAft>
          <a:spcPts val="800"/>
        </a:spcAft>
        <a:buClr>
          <a:schemeClr val="tx2"/>
        </a:buClr>
        <a:buSzPct val="100000"/>
        <a:buFont typeface="Wingdings" pitchFamily="2" charset="2"/>
        <a:buChar char="§"/>
        <a:defRPr sz="3200" kern="1200">
          <a:solidFill>
            <a:schemeClr val="bg1"/>
          </a:solidFill>
          <a:latin typeface="+mn-lt"/>
          <a:ea typeface="+mn-ea"/>
          <a:cs typeface="+mn-cs"/>
        </a:defRPr>
      </a:lvl5pPr>
      <a:lvl6pPr marL="3024000" indent="-504000" algn="l" defTabSz="1828800" rtl="0" eaLnBrk="1" latinLnBrk="0" hangingPunct="1">
        <a:spcBef>
          <a:spcPts val="0"/>
        </a:spcBef>
        <a:spcAft>
          <a:spcPts val="800"/>
        </a:spcAft>
        <a:buClr>
          <a:schemeClr val="tx2"/>
        </a:buClr>
        <a:buFont typeface="Wingdings" pitchFamily="2" charset="2"/>
        <a:buChar char="§"/>
        <a:tabLst/>
        <a:defRPr sz="2800" kern="1200">
          <a:solidFill>
            <a:schemeClr val="bg1"/>
          </a:solidFill>
          <a:latin typeface="+mn-lt"/>
          <a:ea typeface="+mn-ea"/>
          <a:cs typeface="+mn-cs"/>
        </a:defRPr>
      </a:lvl6pPr>
      <a:lvl7pPr marL="3528000" indent="-504000" algn="l" defTabSz="1828800" rtl="0" eaLnBrk="1" latinLnBrk="0" hangingPunct="1">
        <a:spcBef>
          <a:spcPts val="0"/>
        </a:spcBef>
        <a:spcAft>
          <a:spcPts val="800"/>
        </a:spcAft>
        <a:buClr>
          <a:schemeClr val="tx2"/>
        </a:buClr>
        <a:buFont typeface="Wingdings" pitchFamily="2" charset="2"/>
        <a:buChar char="§"/>
        <a:tabLst/>
        <a:defRPr sz="2800" kern="1200">
          <a:solidFill>
            <a:schemeClr val="bg1"/>
          </a:solidFill>
          <a:latin typeface="+mn-lt"/>
          <a:ea typeface="+mn-ea"/>
          <a:cs typeface="+mn-cs"/>
        </a:defRPr>
      </a:lvl7pPr>
      <a:lvl8pPr marL="4032000" indent="-504000" algn="l" defTabSz="1828800" rtl="0" eaLnBrk="1" latinLnBrk="0" hangingPunct="1">
        <a:spcBef>
          <a:spcPts val="0"/>
        </a:spcBef>
        <a:spcAft>
          <a:spcPts val="800"/>
        </a:spcAft>
        <a:buClr>
          <a:schemeClr val="tx2"/>
        </a:buClr>
        <a:buFont typeface="Wingdings" pitchFamily="2" charset="2"/>
        <a:buChar char="§"/>
        <a:tabLst/>
        <a:defRPr sz="2400" kern="1200">
          <a:solidFill>
            <a:schemeClr val="bg1"/>
          </a:solidFill>
          <a:latin typeface="+mn-lt"/>
          <a:ea typeface="+mn-ea"/>
          <a:cs typeface="+mn-cs"/>
        </a:defRPr>
      </a:lvl8pPr>
      <a:lvl9pPr marL="0" indent="0" algn="l" defTabSz="1828800" rtl="0" eaLnBrk="1" latinLnBrk="0" hangingPunct="1">
        <a:spcBef>
          <a:spcPts val="2400"/>
        </a:spcBef>
        <a:spcAft>
          <a:spcPts val="2400"/>
        </a:spcAft>
        <a:buClr>
          <a:schemeClr val="tx2"/>
        </a:buClr>
        <a:buFont typeface="Wingdings" pitchFamily="2" charset="2"/>
        <a:buNone/>
        <a:tabLst/>
        <a:defRPr sz="4800" kern="1200">
          <a:solidFill>
            <a:schemeClr val="tx2"/>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302">
          <p15:clr>
            <a:srgbClr val="F26B43"/>
          </p15:clr>
        </p15:guide>
        <p15:guide id="47" pos="7378">
          <p15:clr>
            <a:srgbClr val="F26B43"/>
          </p15:clr>
        </p15:guide>
        <p15:guide id="55" orient="horz" pos="890">
          <p15:clr>
            <a:srgbClr val="F26B43"/>
          </p15:clr>
        </p15:guide>
        <p15:guide id="58" orient="horz" pos="527">
          <p15:clr>
            <a:srgbClr val="F26B43"/>
          </p15:clr>
        </p15:guide>
        <p15:guide id="78" orient="horz" pos="3838">
          <p15:clr>
            <a:srgbClr val="F26B43"/>
          </p15:clr>
        </p15:guide>
        <p15:guide id="79" orient="horz" pos="2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6.svg"/><Relationship Id="rId3" Type="http://schemas.openxmlformats.org/officeDocument/2006/relationships/image" Target="../media/image10.emf"/><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5.png"/><Relationship Id="rId2" Type="http://schemas.openxmlformats.org/officeDocument/2006/relationships/notesSlide" Target="../notesSlides/notesSlide4.xml"/><Relationship Id="rId16"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5.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jpeg"/><Relationship Id="rId3" Type="http://schemas.openxmlformats.org/officeDocument/2006/relationships/image" Target="../media/image30.emf"/><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jpeg"/></Relationships>
</file>

<file path=ppt/slides/_rels/slide12.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42.jpeg"/></Relationships>
</file>

<file path=ppt/slides/_rels/slide1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53.svg"/><Relationship Id="rId5" Type="http://schemas.openxmlformats.org/officeDocument/2006/relationships/image" Target="../media/image47.png"/><Relationship Id="rId15" Type="http://schemas.openxmlformats.org/officeDocument/2006/relationships/image" Target="../media/image6.svg"/><Relationship Id="rId10" Type="http://schemas.openxmlformats.org/officeDocument/2006/relationships/image" Target="../media/image52.png"/><Relationship Id="rId4" Type="http://schemas.openxmlformats.org/officeDocument/2006/relationships/image" Target="../media/image46.svg"/><Relationship Id="rId9" Type="http://schemas.openxmlformats.org/officeDocument/2006/relationships/image" Target="../media/image51.png"/><Relationship Id="rId1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6.sv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6.sv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6.svg"/><Relationship Id="rId3" Type="http://schemas.openxmlformats.org/officeDocument/2006/relationships/image" Target="../media/image58.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5.png"/><Relationship Id="rId2" Type="http://schemas.openxmlformats.org/officeDocument/2006/relationships/notesSlide" Target="../notesSlides/notesSlide17.xml"/><Relationship Id="rId16" Type="http://schemas.openxmlformats.org/officeDocument/2006/relationships/image" Target="../media/image60.png"/><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svg"/><Relationship Id="rId10" Type="http://schemas.openxmlformats.org/officeDocument/2006/relationships/image" Target="../media/image16.svg"/><Relationship Id="rId4" Type="http://schemas.openxmlformats.org/officeDocument/2006/relationships/image" Target="../media/image59.png"/><Relationship Id="rId9" Type="http://schemas.openxmlformats.org/officeDocument/2006/relationships/image" Target="../media/image15.png"/><Relationship Id="rId14"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58.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6.svg"/><Relationship Id="rId2" Type="http://schemas.openxmlformats.org/officeDocument/2006/relationships/notesSlide" Target="../notesSlides/notesSlide18.xml"/><Relationship Id="rId16"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61.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svg"/></Relationships>
</file>

<file path=ppt/slides/_rels/slide2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295F94-BD01-731F-73A2-C57A7FBB63B2}"/>
              </a:ext>
            </a:extLst>
          </p:cNvPr>
          <p:cNvSpPr>
            <a:spLocks noGrp="1"/>
          </p:cNvSpPr>
          <p:nvPr>
            <p:ph type="title"/>
          </p:nvPr>
        </p:nvSpPr>
        <p:spPr>
          <a:xfrm>
            <a:off x="1781112" y="5397503"/>
            <a:ext cx="9812018" cy="3308086"/>
          </a:xfrm>
        </p:spPr>
        <p:txBody>
          <a:bodyPr/>
          <a:lstStyle/>
          <a:p>
            <a:r>
              <a:rPr lang="en-US" noProof="1"/>
              <a:t>EY Studio+ Financial Services Case Studies</a:t>
            </a:r>
          </a:p>
        </p:txBody>
      </p:sp>
      <p:sp>
        <p:nvSpPr>
          <p:cNvPr id="2" name="TextBox 1">
            <a:extLst>
              <a:ext uri="{FF2B5EF4-FFF2-40B4-BE49-F238E27FC236}">
                <a16:creationId xmlns:a16="http://schemas.microsoft.com/office/drawing/2014/main" id="{5125A58A-01C6-BC3A-09F4-D9C589A34EA7}"/>
              </a:ext>
            </a:extLst>
          </p:cNvPr>
          <p:cNvSpPr txBox="1"/>
          <p:nvPr/>
        </p:nvSpPr>
        <p:spPr>
          <a:xfrm>
            <a:off x="1736508" y="9645458"/>
            <a:ext cx="4228547" cy="861774"/>
          </a:xfrm>
          <a:prstGeom prst="rect">
            <a:avLst/>
          </a:prstGeom>
          <a:noFill/>
        </p:spPr>
        <p:txBody>
          <a:bodyPr wrap="square" lIns="182880" tIns="91440" rIns="182880" bIns="91440" rtlCol="0" anchor="t">
            <a:spAutoFit/>
          </a:bodyPr>
          <a:lstStyle/>
          <a:p>
            <a:r>
              <a:rPr lang="en-US" sz="2400" dirty="0">
                <a:solidFill>
                  <a:srgbClr val="FFFFFF"/>
                </a:solidFill>
                <a:latin typeface="Arial" panose="020B0604020202020204"/>
              </a:rPr>
              <a:t>Owner: Katie Nolan;</a:t>
            </a:r>
            <a:endParaRPr lang="en-US" sz="2400" dirty="0">
              <a:solidFill>
                <a:srgbClr val="FFFFFF"/>
              </a:solidFill>
              <a:latin typeface="Arial" panose="020B0604020202020204"/>
              <a:cs typeface="Arial"/>
            </a:endParaRPr>
          </a:p>
          <a:p>
            <a:r>
              <a:rPr lang="en-US" sz="2000" dirty="0">
                <a:solidFill>
                  <a:srgbClr val="FFFFFF"/>
                </a:solidFill>
                <a:latin typeface="Arial" panose="020B0604020202020204"/>
              </a:rPr>
              <a:t>               katie.m.nolan@ey.com</a:t>
            </a:r>
            <a:endParaRPr lang="en-US" sz="2000" dirty="0">
              <a:solidFill>
                <a:srgbClr val="FFFFFF"/>
              </a:solidFill>
              <a:latin typeface="Arial" panose="020B0604020202020204"/>
              <a:cs typeface="Arial"/>
            </a:endParaRPr>
          </a:p>
        </p:txBody>
      </p:sp>
      <p:sp>
        <p:nvSpPr>
          <p:cNvPr id="3" name="Text Placeholder 3">
            <a:extLst>
              <a:ext uri="{FF2B5EF4-FFF2-40B4-BE49-F238E27FC236}">
                <a16:creationId xmlns:a16="http://schemas.microsoft.com/office/drawing/2014/main" id="{0007BF65-6D72-4743-BFF3-1334401507D7}"/>
              </a:ext>
            </a:extLst>
          </p:cNvPr>
          <p:cNvSpPr txBox="1">
            <a:spLocks/>
          </p:cNvSpPr>
          <p:nvPr/>
        </p:nvSpPr>
        <p:spPr>
          <a:xfrm>
            <a:off x="1903489" y="9215434"/>
            <a:ext cx="3481177" cy="503768"/>
          </a:xfrm>
          <a:prstGeom prst="rect">
            <a:avLst/>
          </a:prstGeom>
        </p:spPr>
        <p:txBody>
          <a:bodyPr vert="horz" lIns="0" tIns="0" rIns="0" bIns="0" rtlCol="0">
            <a:noAutofit/>
          </a:bodyPr>
          <a:lstStyle>
            <a:lvl1pPr marL="0" indent="0" algn="l" defTabSz="457109" rtl="0" eaLnBrk="1" latinLnBrk="0" hangingPunct="1">
              <a:lnSpc>
                <a:spcPct val="100000"/>
              </a:lnSpc>
              <a:spcBef>
                <a:spcPts val="500"/>
              </a:spcBef>
              <a:buFont typeface="Arial" panose="020B0604020202020204" pitchFamily="34" charset="0"/>
              <a:buNone/>
              <a:defRPr sz="1400" kern="100" cap="all" spc="160" baseline="0">
                <a:solidFill>
                  <a:schemeClr val="bg1"/>
                </a:solidFill>
                <a:latin typeface="EYInterstate Regular" panose="02000503020000020004" pitchFamily="2" charset="0"/>
                <a:ea typeface="+mn-ea"/>
                <a:cs typeface="Arial" panose="020B0604020202020204" pitchFamily="34" charset="0"/>
              </a:defRPr>
            </a:lvl1pPr>
            <a:lvl2pPr marL="342831" indent="-114277" algn="l" defTabSz="457109" rtl="0" eaLnBrk="1" latinLnBrk="0" hangingPunct="1">
              <a:lnSpc>
                <a:spcPct val="90000"/>
              </a:lnSpc>
              <a:spcBef>
                <a:spcPts val="25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571386" indent="-114277" algn="l" defTabSz="457109" rtl="0" eaLnBrk="1" latinLnBrk="0" hangingPunct="1">
              <a:lnSpc>
                <a:spcPct val="90000"/>
              </a:lnSpc>
              <a:spcBef>
                <a:spcPts val="250"/>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799940"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028494"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257049"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603"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defTabSz="914218">
              <a:spcBef>
                <a:spcPts val="1000"/>
              </a:spcBef>
              <a:defRPr/>
            </a:pPr>
            <a:r>
              <a:rPr lang="en-US" sz="2800" dirty="0"/>
              <a:t>File Contacts</a:t>
            </a:r>
            <a:endParaRPr lang="en-US" sz="2800" spc="320" dirty="0"/>
          </a:p>
        </p:txBody>
      </p:sp>
      <p:sp>
        <p:nvSpPr>
          <p:cNvPr id="4" name="TextBox 3">
            <a:extLst>
              <a:ext uri="{FF2B5EF4-FFF2-40B4-BE49-F238E27FC236}">
                <a16:creationId xmlns:a16="http://schemas.microsoft.com/office/drawing/2014/main" id="{D5C898D4-44CF-F6B5-6E0F-57990B99A23C}"/>
              </a:ext>
            </a:extLst>
          </p:cNvPr>
          <p:cNvSpPr txBox="1"/>
          <p:nvPr/>
        </p:nvSpPr>
        <p:spPr>
          <a:xfrm>
            <a:off x="1736508" y="10406990"/>
            <a:ext cx="9379578" cy="461665"/>
          </a:xfrm>
          <a:prstGeom prst="rect">
            <a:avLst/>
          </a:prstGeom>
          <a:noFill/>
        </p:spPr>
        <p:txBody>
          <a:bodyPr wrap="square" rtlCol="0">
            <a:spAutoFit/>
          </a:bodyPr>
          <a:lstStyle/>
          <a:p>
            <a:r>
              <a:rPr lang="en-US" sz="2400" dirty="0">
                <a:solidFill>
                  <a:srgbClr val="FFFFFF"/>
                </a:solidFill>
                <a:latin typeface="Arial" panose="020B0604020202020204"/>
              </a:rPr>
              <a:t>Content Editor: John Motley (</a:t>
            </a:r>
            <a:r>
              <a:rPr lang="en-US" sz="2000" dirty="0">
                <a:solidFill>
                  <a:srgbClr val="FFFFFF"/>
                </a:solidFill>
                <a:latin typeface="Arial" panose="020B0604020202020204"/>
              </a:rPr>
              <a:t>john.m.motley@ey.com)</a:t>
            </a:r>
          </a:p>
        </p:txBody>
      </p:sp>
      <p:sp>
        <p:nvSpPr>
          <p:cNvPr id="8" name="TextBox 7">
            <a:extLst>
              <a:ext uri="{FF2B5EF4-FFF2-40B4-BE49-F238E27FC236}">
                <a16:creationId xmlns:a16="http://schemas.microsoft.com/office/drawing/2014/main" id="{8512A160-26F2-D6E8-2B25-63D5A0A597E1}"/>
              </a:ext>
            </a:extLst>
          </p:cNvPr>
          <p:cNvSpPr txBox="1"/>
          <p:nvPr/>
        </p:nvSpPr>
        <p:spPr>
          <a:xfrm>
            <a:off x="5909883" y="9645458"/>
            <a:ext cx="3051870" cy="861774"/>
          </a:xfrm>
          <a:prstGeom prst="rect">
            <a:avLst/>
          </a:prstGeom>
          <a:noFill/>
        </p:spPr>
        <p:txBody>
          <a:bodyPr wrap="square" lIns="182880" tIns="91440" rIns="182880" bIns="9144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FFFFFF"/>
                </a:solidFill>
                <a:latin typeface="Arial" panose="020B0604020202020204"/>
                <a:ea typeface="+mn-lt"/>
                <a:cs typeface="Arial" panose="020B0604020202020204"/>
              </a:rPr>
              <a:t>Garrett Wexler;</a:t>
            </a:r>
            <a:endParaRPr lang="en-US" sz="3600" dirty="0">
              <a:solidFill>
                <a:srgbClr val="FFFFFF"/>
              </a:solidFill>
              <a:latin typeface="Arial" panose="020B0604020202020204"/>
              <a:cs typeface="Arial"/>
            </a:endParaRPr>
          </a:p>
          <a:p>
            <a:r>
              <a:rPr lang="en-US" sz="2000" dirty="0">
                <a:solidFill>
                  <a:srgbClr val="FFFFFF"/>
                </a:solidFill>
                <a:latin typeface="Arial" panose="020B0604020202020204"/>
                <a:ea typeface="+mn-lt"/>
                <a:cs typeface="Arial" panose="020B0604020202020204"/>
              </a:rPr>
              <a:t>garrett.wexler@ey.com</a:t>
            </a:r>
            <a:endParaRPr lang="en-US" sz="2000" dirty="0">
              <a:solidFill>
                <a:srgbClr val="FFFFFF"/>
              </a:solidFill>
              <a:latin typeface="Arial" panose="020B0604020202020204"/>
            </a:endParaRPr>
          </a:p>
        </p:txBody>
      </p:sp>
      <p:sp>
        <p:nvSpPr>
          <p:cNvPr id="9" name="TextBox 8">
            <a:extLst>
              <a:ext uri="{FF2B5EF4-FFF2-40B4-BE49-F238E27FC236}">
                <a16:creationId xmlns:a16="http://schemas.microsoft.com/office/drawing/2014/main" id="{A4D74F5E-524E-BBEF-7B20-C37528264074}"/>
              </a:ext>
            </a:extLst>
          </p:cNvPr>
          <p:cNvSpPr txBox="1"/>
          <p:nvPr/>
        </p:nvSpPr>
        <p:spPr>
          <a:xfrm>
            <a:off x="9095564" y="9676198"/>
            <a:ext cx="3366913" cy="861774"/>
          </a:xfrm>
          <a:prstGeom prst="rect">
            <a:avLst/>
          </a:prstGeom>
          <a:noFill/>
        </p:spPr>
        <p:txBody>
          <a:bodyPr wrap="square" lIns="182880" tIns="91440" rIns="182880" bIns="9144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FFFFFF"/>
                </a:solidFill>
                <a:latin typeface="Arial" panose="020B0604020202020204"/>
                <a:ea typeface="+mn-lt"/>
                <a:cs typeface="Arial" panose="020B0604020202020204"/>
              </a:rPr>
              <a:t>Brooke Smith</a:t>
            </a:r>
            <a:endParaRPr lang="en-US" sz="3600" dirty="0">
              <a:solidFill>
                <a:srgbClr val="FFFFFF"/>
              </a:solidFill>
              <a:latin typeface="Arial" panose="020B0604020202020204"/>
              <a:cs typeface="Arial"/>
            </a:endParaRPr>
          </a:p>
          <a:p>
            <a:r>
              <a:rPr lang="en-US" sz="2000" dirty="0">
                <a:solidFill>
                  <a:srgbClr val="FFFFFF"/>
                </a:solidFill>
                <a:latin typeface="Arial" panose="020B0604020202020204"/>
                <a:ea typeface="+mn-lt"/>
                <a:cs typeface="Arial" panose="020B0604020202020204"/>
              </a:rPr>
              <a:t>brooke.smith@ey.com</a:t>
            </a:r>
            <a:endParaRPr lang="en-US" sz="2000" dirty="0">
              <a:solidFill>
                <a:srgbClr val="FFFFFF"/>
              </a:solidFill>
              <a:latin typeface="Arial" panose="020B0604020202020204"/>
            </a:endParaRPr>
          </a:p>
        </p:txBody>
      </p:sp>
    </p:spTree>
    <p:extLst>
      <p:ext uri="{BB962C8B-B14F-4D97-AF65-F5344CB8AC3E}">
        <p14:creationId xmlns:p14="http://schemas.microsoft.com/office/powerpoint/2010/main" val="73245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text, screenshot, website, software&#10;&#10;Description automatically generated">
            <a:extLst>
              <a:ext uri="{FF2B5EF4-FFF2-40B4-BE49-F238E27FC236}">
                <a16:creationId xmlns:a16="http://schemas.microsoft.com/office/drawing/2014/main" id="{F97A7FF3-A0B9-74C7-93C0-445160980C6D}"/>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a:fillRect/>
          </a:stretch>
        </p:blipFill>
        <p:spPr/>
      </p:pic>
      <p:sp>
        <p:nvSpPr>
          <p:cNvPr id="11" name="Text 1">
            <a:extLst>
              <a:ext uri="{FF2B5EF4-FFF2-40B4-BE49-F238E27FC236}">
                <a16:creationId xmlns:a16="http://schemas.microsoft.com/office/drawing/2014/main" id="{776B6122-D3EB-609A-6AE7-13C0A74972BB}"/>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dirty="0">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dirty="0"/>
          </a:p>
        </p:txBody>
      </p:sp>
      <p:sp>
        <p:nvSpPr>
          <p:cNvPr id="12" name="Text Placeholder 2">
            <a:extLst>
              <a:ext uri="{FF2B5EF4-FFF2-40B4-BE49-F238E27FC236}">
                <a16:creationId xmlns:a16="http://schemas.microsoft.com/office/drawing/2014/main" id="{B327D75B-8692-6514-C22F-5939F374CC43}"/>
              </a:ext>
            </a:extLst>
          </p:cNvPr>
          <p:cNvSpPr txBox="1">
            <a:spLocks/>
          </p:cNvSpPr>
          <p:nvPr/>
        </p:nvSpPr>
        <p:spPr>
          <a:xfrm>
            <a:off x="12597966" y="1142525"/>
            <a:ext cx="10846236" cy="2420900"/>
          </a:xfrm>
          <a:prstGeom prst="rect">
            <a:avLst/>
          </a:prstGeom>
        </p:spPr>
        <p:txBody>
          <a:bodyPr vert="horz" lIns="0" tIns="0" rIns="0" bIns="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2000" b="1" dirty="0">
                <a:latin typeface="EYInterstate Regular" panose="02000503020000020004" pitchFamily="2" charset="0"/>
                <a:cs typeface="Arial"/>
              </a:rPr>
              <a:t>Client Challenge</a:t>
            </a:r>
          </a:p>
          <a:p>
            <a:pPr>
              <a:lnSpc>
                <a:spcPct val="120000"/>
              </a:lnSpc>
            </a:pPr>
            <a:r>
              <a:rPr lang="en-US" sz="1800" dirty="0">
                <a:latin typeface="EYInterstate Light"/>
                <a:cs typeface="Arial"/>
              </a:rPr>
              <a:t>Our client needed to raise awareness about their firm among diverse stakeholders. They had a portfolio of </a:t>
            </a:r>
            <a:r>
              <a:rPr lang="en-US" sz="1800" dirty="0">
                <a:cs typeface="Arial"/>
              </a:rPr>
              <a:t>digital products that </a:t>
            </a:r>
            <a:r>
              <a:rPr lang="en-US" sz="1800" dirty="0">
                <a:latin typeface="EYInterstate Light"/>
                <a:cs typeface="Arial"/>
              </a:rPr>
              <a:t>lacked a clear corporate story, leading to confusion for advisors and investors. This resulted in high bounce rates and low engagement. Additionally, their outdated user experience contradicted their commitment to innovation, affecting their appeal to high-net-worth clients.</a:t>
            </a:r>
          </a:p>
        </p:txBody>
      </p:sp>
      <p:sp>
        <p:nvSpPr>
          <p:cNvPr id="20" name="Rectangle 19">
            <a:extLst>
              <a:ext uri="{FF2B5EF4-FFF2-40B4-BE49-F238E27FC236}">
                <a16:creationId xmlns:a16="http://schemas.microsoft.com/office/drawing/2014/main" id="{36A4E2D1-65D8-F8F9-F0CB-761A6BB2C26F}"/>
              </a:ext>
            </a:extLst>
          </p:cNvPr>
          <p:cNvSpPr/>
          <p:nvPr/>
        </p:nvSpPr>
        <p:spPr>
          <a:xfrm>
            <a:off x="5500688" y="2185988"/>
            <a:ext cx="1314450" cy="314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0AD5FA74-5D99-A1FB-3BED-D4AA1EF4D20D}"/>
              </a:ext>
            </a:extLst>
          </p:cNvPr>
          <p:cNvSpPr txBox="1">
            <a:spLocks/>
          </p:cNvSpPr>
          <p:nvPr/>
        </p:nvSpPr>
        <p:spPr>
          <a:xfrm>
            <a:off x="12753428" y="4259978"/>
            <a:ext cx="3794875" cy="1390178"/>
          </a:xfrm>
          <a:prstGeom prst="rect">
            <a:avLst/>
          </a:prstGeom>
        </p:spPr>
        <p:txBody>
          <a:bodyPr vert="horz" lIns="0" tIns="0" rIns="0" bIns="0" numCol="1" spcCol="22860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8450" indent="-298450">
              <a:lnSpc>
                <a:spcPct val="120000"/>
              </a:lnSpc>
            </a:pPr>
            <a:endParaRPr lang="en-US" sz="1800" b="1" dirty="0">
              <a:latin typeface="EYInterstate Light"/>
              <a:cs typeface="Arial"/>
            </a:endParaRPr>
          </a:p>
          <a:p>
            <a:pPr marL="298450" indent="-298450">
              <a:lnSpc>
                <a:spcPct val="120000"/>
              </a:lnSpc>
              <a:buFont typeface="Arial" panose="020B0604020202020204" pitchFamily="34" charset="0"/>
              <a:buChar char="•"/>
            </a:pPr>
            <a:r>
              <a:rPr lang="en-US" sz="1800" dirty="0">
                <a:latin typeface="EYInterstate Light"/>
                <a:cs typeface="Arial"/>
              </a:rPr>
              <a:t>Focus Groups</a:t>
            </a:r>
          </a:p>
          <a:p>
            <a:pPr marL="298450" indent="-298450">
              <a:lnSpc>
                <a:spcPct val="120000"/>
              </a:lnSpc>
              <a:buFont typeface="Arial" panose="020B0604020202020204" pitchFamily="34" charset="0"/>
              <a:buChar char="•"/>
            </a:pPr>
            <a:r>
              <a:rPr lang="en-US" sz="1800" dirty="0">
                <a:latin typeface="EYInterstate Light"/>
                <a:cs typeface="Arial"/>
              </a:rPr>
              <a:t>Competitive benchmarking</a:t>
            </a:r>
          </a:p>
          <a:p>
            <a:pPr marL="298450" indent="-298450">
              <a:lnSpc>
                <a:spcPct val="120000"/>
              </a:lnSpc>
              <a:buFont typeface="Arial" panose="020B0604020202020204" pitchFamily="34" charset="0"/>
              <a:buChar char="•"/>
            </a:pPr>
            <a:r>
              <a:rPr lang="en-US" sz="1800" dirty="0">
                <a:latin typeface="EYInterstate Light"/>
                <a:cs typeface="Arial"/>
              </a:rPr>
              <a:t>Industry survey reports</a:t>
            </a:r>
          </a:p>
        </p:txBody>
      </p:sp>
      <p:sp>
        <p:nvSpPr>
          <p:cNvPr id="14" name="Text Placeholder 2">
            <a:extLst>
              <a:ext uri="{FF2B5EF4-FFF2-40B4-BE49-F238E27FC236}">
                <a16:creationId xmlns:a16="http://schemas.microsoft.com/office/drawing/2014/main" id="{17DD8AD6-E31D-876D-2E90-6C21A35BD6A4}"/>
              </a:ext>
            </a:extLst>
          </p:cNvPr>
          <p:cNvSpPr txBox="1">
            <a:spLocks/>
          </p:cNvSpPr>
          <p:nvPr/>
        </p:nvSpPr>
        <p:spPr>
          <a:xfrm>
            <a:off x="12591499" y="5840881"/>
            <a:ext cx="10852702" cy="2263990"/>
          </a:xfrm>
          <a:prstGeom prst="rect">
            <a:avLst/>
          </a:prstGeom>
        </p:spPr>
        <p:txBody>
          <a:bodyPr vert="horz" lIns="0" tIns="0" rIns="0" bIns="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2000" b="1" dirty="0">
                <a:latin typeface="EYInterstate Regular" panose="02000503020000020004" pitchFamily="2" charset="0"/>
                <a:cs typeface="Arial"/>
              </a:rPr>
              <a:t>Our Approach</a:t>
            </a:r>
          </a:p>
          <a:p>
            <a:pPr>
              <a:lnSpc>
                <a:spcPct val="120000"/>
              </a:lnSpc>
            </a:pPr>
            <a:r>
              <a:rPr lang="en-US" sz="1800" dirty="0">
                <a:cs typeface="Arial"/>
              </a:rPr>
              <a:t>We used our </a:t>
            </a:r>
            <a:r>
              <a:rPr lang="en-US" sz="1800" u="sng" dirty="0" err="1">
                <a:cs typeface="Arial"/>
              </a:rPr>
              <a:t>Product:Next</a:t>
            </a:r>
            <a:r>
              <a:rPr lang="en-US" sz="1800" dirty="0">
                <a:cs typeface="Arial"/>
              </a:rPr>
              <a:t> approach and insights from user research &amp; data analytics to lead a multiyear digital transformation. We merged fragmented websites into one singular, cohesive platform, featuring striking visuals and improving user engagement. The solution empowered the client with full control of their content, resulting in a more personalized online experience.</a:t>
            </a:r>
          </a:p>
          <a:p>
            <a:pPr>
              <a:lnSpc>
                <a:spcPct val="120000"/>
              </a:lnSpc>
            </a:pPr>
            <a:endParaRPr lang="en-US" sz="1800" dirty="0">
              <a:latin typeface="EYInterstate Light"/>
              <a:cs typeface="Arial"/>
            </a:endParaRPr>
          </a:p>
        </p:txBody>
      </p:sp>
      <p:sp>
        <p:nvSpPr>
          <p:cNvPr id="15" name="Text Placeholder 2">
            <a:extLst>
              <a:ext uri="{FF2B5EF4-FFF2-40B4-BE49-F238E27FC236}">
                <a16:creationId xmlns:a16="http://schemas.microsoft.com/office/drawing/2014/main" id="{1F7EBFA6-A6F8-337C-C0E8-2348B4A09785}"/>
              </a:ext>
            </a:extLst>
          </p:cNvPr>
          <p:cNvSpPr txBox="1">
            <a:spLocks/>
          </p:cNvSpPr>
          <p:nvPr/>
        </p:nvSpPr>
        <p:spPr>
          <a:xfrm>
            <a:off x="12739701" y="8013728"/>
            <a:ext cx="4360531" cy="1772891"/>
          </a:xfrm>
          <a:prstGeom prst="rect">
            <a:avLst/>
          </a:prstGeom>
        </p:spPr>
        <p:txBody>
          <a:bodyPr vert="horz" lIns="0" tIns="0" rIns="0" bIns="0" numCol="1" spcCol="22860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713" indent="-239713">
              <a:lnSpc>
                <a:spcPct val="120000"/>
              </a:lnSpc>
              <a:buFont typeface="Arial" panose="020B0604020202020204" pitchFamily="34" charset="0"/>
              <a:buChar char="•"/>
            </a:pPr>
            <a:r>
              <a:rPr lang="en-US" sz="1800" dirty="0">
                <a:latin typeface="EYInterstate Light"/>
                <a:cs typeface="Arial"/>
              </a:rPr>
              <a:t>Clean, modern, minimal design</a:t>
            </a:r>
          </a:p>
          <a:p>
            <a:pPr marL="239713" indent="-239713">
              <a:lnSpc>
                <a:spcPct val="120000"/>
              </a:lnSpc>
              <a:buFont typeface="Arial" panose="020B0604020202020204" pitchFamily="34" charset="0"/>
              <a:buChar char="•"/>
            </a:pPr>
            <a:r>
              <a:rPr lang="en-US" sz="1800" dirty="0">
                <a:latin typeface="EYInterstate Light"/>
                <a:cs typeface="Arial"/>
              </a:rPr>
              <a:t>Streamlined navigation</a:t>
            </a:r>
          </a:p>
          <a:p>
            <a:pPr marL="239713" indent="-239713">
              <a:lnSpc>
                <a:spcPct val="120000"/>
              </a:lnSpc>
              <a:buFont typeface="Arial" panose="020B0604020202020204" pitchFamily="34" charset="0"/>
              <a:buChar char="•"/>
            </a:pPr>
            <a:r>
              <a:rPr lang="en-US" sz="1800" dirty="0">
                <a:latin typeface="EYInterstate Light"/>
                <a:cs typeface="Arial"/>
              </a:rPr>
              <a:t>Clear instruction and error messages</a:t>
            </a:r>
          </a:p>
          <a:p>
            <a:pPr marL="239713" indent="-239713">
              <a:lnSpc>
                <a:spcPct val="120000"/>
              </a:lnSpc>
              <a:buFont typeface="Arial" panose="020B0604020202020204" pitchFamily="34" charset="0"/>
              <a:buChar char="•"/>
            </a:pPr>
            <a:endParaRPr lang="en-US" sz="1800" dirty="0">
              <a:latin typeface="EYInterstate Light"/>
              <a:cs typeface="Arial"/>
            </a:endParaRPr>
          </a:p>
          <a:p>
            <a:pPr marL="239713" indent="-239713">
              <a:lnSpc>
                <a:spcPct val="120000"/>
              </a:lnSpc>
            </a:pPr>
            <a:endParaRPr lang="en-US" sz="1800" b="1" dirty="0">
              <a:latin typeface="EYInterstate Light"/>
              <a:cs typeface="Arial"/>
            </a:endParaRPr>
          </a:p>
        </p:txBody>
      </p:sp>
      <p:sp>
        <p:nvSpPr>
          <p:cNvPr id="16" name="Text Placeholder 2">
            <a:extLst>
              <a:ext uri="{FF2B5EF4-FFF2-40B4-BE49-F238E27FC236}">
                <a16:creationId xmlns:a16="http://schemas.microsoft.com/office/drawing/2014/main" id="{5EB652F6-9D72-9995-B869-CFEE413B561B}"/>
              </a:ext>
            </a:extLst>
          </p:cNvPr>
          <p:cNvSpPr txBox="1">
            <a:spLocks/>
          </p:cNvSpPr>
          <p:nvPr/>
        </p:nvSpPr>
        <p:spPr>
          <a:xfrm>
            <a:off x="12597965" y="3070164"/>
            <a:ext cx="11084547" cy="1714501"/>
          </a:xfrm>
          <a:prstGeom prst="rect">
            <a:avLst/>
          </a:prstGeom>
        </p:spPr>
        <p:txBody>
          <a:bodyPr vert="horz" lIns="0" tIns="0" rIns="0" bIns="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2000" b="1" dirty="0">
                <a:latin typeface="EYInterstate Regular" panose="02000503020000020004" pitchFamily="2" charset="0"/>
                <a:cs typeface="Arial"/>
              </a:rPr>
              <a:t>Our Research</a:t>
            </a:r>
          </a:p>
          <a:p>
            <a:pPr>
              <a:lnSpc>
                <a:spcPct val="120000"/>
              </a:lnSpc>
            </a:pPr>
            <a:r>
              <a:rPr lang="en-US" sz="1800" dirty="0">
                <a:latin typeface="EYInterstate Light"/>
                <a:cs typeface="Arial"/>
              </a:rPr>
              <a:t>We conducted extensive user research to identify pain points and areas of confusion. We also analyzed data on user behavior to determine where users were dropping off and most importantly, why.</a:t>
            </a:r>
          </a:p>
        </p:txBody>
      </p:sp>
      <p:sp>
        <p:nvSpPr>
          <p:cNvPr id="19" name="Text Placeholder 1">
            <a:extLst>
              <a:ext uri="{FF2B5EF4-FFF2-40B4-BE49-F238E27FC236}">
                <a16:creationId xmlns:a16="http://schemas.microsoft.com/office/drawing/2014/main" id="{AD7075E3-B9AC-DDDC-CDB6-2EA9DC7E96D0}"/>
              </a:ext>
            </a:extLst>
          </p:cNvPr>
          <p:cNvSpPr txBox="1">
            <a:spLocks/>
          </p:cNvSpPr>
          <p:nvPr/>
        </p:nvSpPr>
        <p:spPr>
          <a:xfrm>
            <a:off x="1" y="320041"/>
            <a:ext cx="24387174" cy="5746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kern="100" spc="320">
                <a:solidFill>
                  <a:schemeClr val="bg1"/>
                </a:solidFill>
                <a:latin typeface="EYInterstate Regular" panose="02000503020000020004" pitchFamily="2" charset="0"/>
              </a:rPr>
              <a:t>LEADING PRIVATE EQUITY FIRM</a:t>
            </a:r>
          </a:p>
        </p:txBody>
      </p:sp>
      <p:sp>
        <p:nvSpPr>
          <p:cNvPr id="13" name="TextBox 12">
            <a:extLst>
              <a:ext uri="{FF2B5EF4-FFF2-40B4-BE49-F238E27FC236}">
                <a16:creationId xmlns:a16="http://schemas.microsoft.com/office/drawing/2014/main" id="{FCD35D91-AE7E-BA9C-06EA-C523880BFF6D}"/>
              </a:ext>
            </a:extLst>
          </p:cNvPr>
          <p:cNvSpPr txBox="1"/>
          <p:nvPr/>
        </p:nvSpPr>
        <p:spPr>
          <a:xfrm>
            <a:off x="12762574" y="4151695"/>
            <a:ext cx="3417995" cy="397096"/>
          </a:xfrm>
          <a:prstGeom prst="rect">
            <a:avLst/>
          </a:prstGeom>
          <a:noFill/>
        </p:spPr>
        <p:txBody>
          <a:bodyPr wrap="square">
            <a:spAutoFit/>
          </a:bodyPr>
          <a:lstStyle/>
          <a:p>
            <a:pPr>
              <a:lnSpc>
                <a:spcPct val="120000"/>
              </a:lnSpc>
            </a:pPr>
            <a:r>
              <a:rPr lang="en-US" sz="1800" b="1">
                <a:solidFill>
                  <a:schemeClr val="bg1"/>
                </a:solidFill>
                <a:latin typeface="EYInterstate Light"/>
                <a:cs typeface="Arial"/>
              </a:rPr>
              <a:t>USER RESEARCH</a:t>
            </a:r>
          </a:p>
        </p:txBody>
      </p:sp>
      <p:sp>
        <p:nvSpPr>
          <p:cNvPr id="24" name="Text Placeholder 2">
            <a:extLst>
              <a:ext uri="{FF2B5EF4-FFF2-40B4-BE49-F238E27FC236}">
                <a16:creationId xmlns:a16="http://schemas.microsoft.com/office/drawing/2014/main" id="{2DD0CE90-258A-F351-C0CE-680B44265F4E}"/>
              </a:ext>
            </a:extLst>
          </p:cNvPr>
          <p:cNvSpPr txBox="1">
            <a:spLocks/>
          </p:cNvSpPr>
          <p:nvPr/>
        </p:nvSpPr>
        <p:spPr>
          <a:xfrm>
            <a:off x="17574852" y="4524110"/>
            <a:ext cx="3794875" cy="1390178"/>
          </a:xfrm>
          <a:prstGeom prst="rect">
            <a:avLst/>
          </a:prstGeom>
        </p:spPr>
        <p:txBody>
          <a:bodyPr vert="horz" lIns="0" tIns="0" rIns="0" bIns="0" numCol="1" spcCol="22860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nSpc>
                <a:spcPct val="120000"/>
              </a:lnSpc>
              <a:buFont typeface="Arial" panose="020B0604020202020204" pitchFamily="34" charset="0"/>
              <a:buChar char="•"/>
            </a:pPr>
            <a:r>
              <a:rPr lang="en-US" sz="1800">
                <a:latin typeface="EYInterstate Light"/>
                <a:cs typeface="Arial"/>
              </a:rPr>
              <a:t>Web analytics</a:t>
            </a:r>
          </a:p>
          <a:p>
            <a:pPr marL="228600" indent="-228600">
              <a:lnSpc>
                <a:spcPct val="120000"/>
              </a:lnSpc>
              <a:buFont typeface="Arial" panose="020B0604020202020204" pitchFamily="34" charset="0"/>
              <a:buChar char="•"/>
            </a:pPr>
            <a:r>
              <a:rPr lang="en-US" sz="1800">
                <a:latin typeface="EYInterstate Light"/>
                <a:cs typeface="Arial"/>
              </a:rPr>
              <a:t>SEO &amp; SEM analysis</a:t>
            </a:r>
          </a:p>
          <a:p>
            <a:pPr marL="228600" indent="-228600">
              <a:lnSpc>
                <a:spcPct val="120000"/>
              </a:lnSpc>
              <a:buFont typeface="Arial" panose="020B0604020202020204" pitchFamily="34" charset="0"/>
              <a:buChar char="•"/>
            </a:pPr>
            <a:r>
              <a:rPr lang="en-US" sz="1800">
                <a:latin typeface="EYInterstate Light"/>
                <a:cs typeface="Arial"/>
              </a:rPr>
              <a:t>Business KPIs</a:t>
            </a:r>
          </a:p>
        </p:txBody>
      </p:sp>
      <p:sp>
        <p:nvSpPr>
          <p:cNvPr id="25" name="TextBox 24">
            <a:extLst>
              <a:ext uri="{FF2B5EF4-FFF2-40B4-BE49-F238E27FC236}">
                <a16:creationId xmlns:a16="http://schemas.microsoft.com/office/drawing/2014/main" id="{26FD1CF0-FAEE-FAD7-F1AC-594A0F57F13B}"/>
              </a:ext>
            </a:extLst>
          </p:cNvPr>
          <p:cNvSpPr txBox="1"/>
          <p:nvPr/>
        </p:nvSpPr>
        <p:spPr>
          <a:xfrm>
            <a:off x="17370432" y="4151695"/>
            <a:ext cx="3417995" cy="397096"/>
          </a:xfrm>
          <a:prstGeom prst="rect">
            <a:avLst/>
          </a:prstGeom>
          <a:noFill/>
        </p:spPr>
        <p:txBody>
          <a:bodyPr wrap="square">
            <a:spAutoFit/>
          </a:bodyPr>
          <a:lstStyle/>
          <a:p>
            <a:pPr>
              <a:lnSpc>
                <a:spcPct val="120000"/>
              </a:lnSpc>
            </a:pPr>
            <a:r>
              <a:rPr lang="en-US" sz="1800" b="1">
                <a:solidFill>
                  <a:schemeClr val="bg1"/>
                </a:solidFill>
                <a:latin typeface="EYInterstate Light"/>
                <a:cs typeface="Arial"/>
              </a:rPr>
              <a:t>DATA ANALYSIS</a:t>
            </a:r>
            <a:endParaRPr lang="en-US" sz="1800">
              <a:solidFill>
                <a:schemeClr val="bg1"/>
              </a:solidFill>
              <a:latin typeface="EYInterstate Light"/>
              <a:cs typeface="Arial"/>
            </a:endParaRPr>
          </a:p>
        </p:txBody>
      </p:sp>
      <p:sp>
        <p:nvSpPr>
          <p:cNvPr id="26" name="TextBox 25">
            <a:extLst>
              <a:ext uri="{FF2B5EF4-FFF2-40B4-BE49-F238E27FC236}">
                <a16:creationId xmlns:a16="http://schemas.microsoft.com/office/drawing/2014/main" id="{F4755471-0B1E-4618-2363-79E6D9042C83}"/>
              </a:ext>
            </a:extLst>
          </p:cNvPr>
          <p:cNvSpPr txBox="1"/>
          <p:nvPr/>
        </p:nvSpPr>
        <p:spPr>
          <a:xfrm>
            <a:off x="12762574" y="7488158"/>
            <a:ext cx="3417995" cy="397096"/>
          </a:xfrm>
          <a:prstGeom prst="rect">
            <a:avLst/>
          </a:prstGeom>
          <a:noFill/>
        </p:spPr>
        <p:txBody>
          <a:bodyPr wrap="square">
            <a:spAutoFit/>
          </a:bodyPr>
          <a:lstStyle/>
          <a:p>
            <a:pPr>
              <a:lnSpc>
                <a:spcPct val="120000"/>
              </a:lnSpc>
            </a:pPr>
            <a:r>
              <a:rPr lang="en-US" sz="1800" b="1">
                <a:solidFill>
                  <a:schemeClr val="bg1"/>
                </a:solidFill>
                <a:latin typeface="EYInterstate Light"/>
                <a:cs typeface="Arial"/>
              </a:rPr>
              <a:t>KEY CHANGES</a:t>
            </a:r>
          </a:p>
        </p:txBody>
      </p:sp>
      <p:sp>
        <p:nvSpPr>
          <p:cNvPr id="27" name="TextBox 26">
            <a:extLst>
              <a:ext uri="{FF2B5EF4-FFF2-40B4-BE49-F238E27FC236}">
                <a16:creationId xmlns:a16="http://schemas.microsoft.com/office/drawing/2014/main" id="{AF45F0A8-58EB-8D48-C839-9CDA2775B1F7}"/>
              </a:ext>
            </a:extLst>
          </p:cNvPr>
          <p:cNvSpPr txBox="1"/>
          <p:nvPr/>
        </p:nvSpPr>
        <p:spPr>
          <a:xfrm>
            <a:off x="17370432" y="7488158"/>
            <a:ext cx="3417995" cy="397096"/>
          </a:xfrm>
          <a:prstGeom prst="rect">
            <a:avLst/>
          </a:prstGeom>
          <a:noFill/>
        </p:spPr>
        <p:txBody>
          <a:bodyPr wrap="square">
            <a:spAutoFit/>
          </a:bodyPr>
          <a:lstStyle/>
          <a:p>
            <a:pPr>
              <a:lnSpc>
                <a:spcPct val="120000"/>
              </a:lnSpc>
            </a:pPr>
            <a:r>
              <a:rPr lang="en-US" sz="1800" b="1">
                <a:solidFill>
                  <a:schemeClr val="bg1"/>
                </a:solidFill>
                <a:latin typeface="EYInterstate Light"/>
                <a:cs typeface="Arial"/>
              </a:rPr>
              <a:t>IMPACT</a:t>
            </a:r>
            <a:endParaRPr lang="en-US" sz="1800">
              <a:solidFill>
                <a:schemeClr val="bg1"/>
              </a:solidFill>
              <a:latin typeface="EYInterstate Light"/>
              <a:cs typeface="Arial"/>
            </a:endParaRPr>
          </a:p>
        </p:txBody>
      </p:sp>
      <p:cxnSp>
        <p:nvCxnSpPr>
          <p:cNvPr id="29" name="Straight Connector 28">
            <a:extLst>
              <a:ext uri="{FF2B5EF4-FFF2-40B4-BE49-F238E27FC236}">
                <a16:creationId xmlns:a16="http://schemas.microsoft.com/office/drawing/2014/main" id="{47E32774-5DE0-8712-4250-9687DEA27EE7}"/>
              </a:ext>
            </a:extLst>
          </p:cNvPr>
          <p:cNvCxnSpPr>
            <a:cxnSpLocks/>
          </p:cNvCxnSpPr>
          <p:nvPr/>
        </p:nvCxnSpPr>
        <p:spPr>
          <a:xfrm>
            <a:off x="12618317" y="2980648"/>
            <a:ext cx="1024584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3424CAA-0F36-B60C-53A3-8B50A69414FB}"/>
              </a:ext>
            </a:extLst>
          </p:cNvPr>
          <p:cNvCxnSpPr>
            <a:cxnSpLocks/>
          </p:cNvCxnSpPr>
          <p:nvPr/>
        </p:nvCxnSpPr>
        <p:spPr>
          <a:xfrm>
            <a:off x="12618317" y="5742385"/>
            <a:ext cx="1062268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Text Placeholder 2">
            <a:extLst>
              <a:ext uri="{FF2B5EF4-FFF2-40B4-BE49-F238E27FC236}">
                <a16:creationId xmlns:a16="http://schemas.microsoft.com/office/drawing/2014/main" id="{1C33066A-8193-E6BE-E2F9-E7B5C0379F0B}"/>
              </a:ext>
            </a:extLst>
          </p:cNvPr>
          <p:cNvSpPr txBox="1">
            <a:spLocks/>
          </p:cNvSpPr>
          <p:nvPr/>
        </p:nvSpPr>
        <p:spPr>
          <a:xfrm>
            <a:off x="17435649" y="8013728"/>
            <a:ext cx="5308703" cy="1772891"/>
          </a:xfrm>
          <a:prstGeom prst="rect">
            <a:avLst/>
          </a:prstGeom>
        </p:spPr>
        <p:txBody>
          <a:bodyPr vert="horz" lIns="0" tIns="0" rIns="0" bIns="0" numCol="1" spcCol="22860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713" indent="-239713">
              <a:lnSpc>
                <a:spcPct val="120000"/>
              </a:lnSpc>
              <a:buFont typeface="Arial" panose="020B0604020202020204" pitchFamily="34" charset="0"/>
              <a:buChar char="•"/>
            </a:pPr>
            <a:r>
              <a:rPr lang="en-US" sz="1800">
                <a:latin typeface="EYInterstate Light"/>
                <a:cs typeface="Arial"/>
              </a:rPr>
              <a:t>Increased user trust and engagement</a:t>
            </a:r>
          </a:p>
          <a:p>
            <a:pPr marL="239713" indent="-239713">
              <a:lnSpc>
                <a:spcPct val="120000"/>
              </a:lnSpc>
              <a:buFont typeface="Arial" panose="020B0604020202020204" pitchFamily="34" charset="0"/>
              <a:buChar char="•"/>
            </a:pPr>
            <a:r>
              <a:rPr lang="en-US" sz="1800">
                <a:latin typeface="EYInterstate Light"/>
                <a:cs typeface="Arial"/>
              </a:rPr>
              <a:t>Reduced bounce rates and improved user flow</a:t>
            </a:r>
          </a:p>
          <a:p>
            <a:pPr marL="239713" indent="-239713">
              <a:lnSpc>
                <a:spcPct val="120000"/>
              </a:lnSpc>
              <a:buFont typeface="Arial" panose="020B0604020202020204" pitchFamily="34" charset="0"/>
              <a:buChar char="•"/>
            </a:pPr>
            <a:r>
              <a:rPr lang="en-US" sz="1800">
                <a:latin typeface="EYInterstate Light"/>
                <a:cs typeface="Arial"/>
              </a:rPr>
              <a:t>Improved completion rates for forms and transactions</a:t>
            </a:r>
          </a:p>
        </p:txBody>
      </p:sp>
      <p:pic>
        <p:nvPicPr>
          <p:cNvPr id="3" name="Graphic 2">
            <a:extLst>
              <a:ext uri="{FF2B5EF4-FFF2-40B4-BE49-F238E27FC236}">
                <a16:creationId xmlns:a16="http://schemas.microsoft.com/office/drawing/2014/main" id="{D83F9BCE-F25C-2474-27B3-E4B7C99C3108}"/>
              </a:ext>
            </a:extLst>
          </p:cNvPr>
          <p:cNvPicPr/>
          <p:nvPr/>
        </p:nvPicPr>
        <p:blipFill>
          <a:blip r:embed="rId4">
            <a:extLst>
              <a:ext uri="{96DAC541-7B7A-43D3-8B79-37D633B846F1}">
                <asvg:svgBlip xmlns:asvg="http://schemas.microsoft.com/office/drawing/2016/SVG/main" r:embed="rId5"/>
              </a:ext>
            </a:extLst>
          </a:blip>
          <a:stretch>
            <a:fillRect/>
          </a:stretch>
        </p:blipFill>
        <p:spPr>
          <a:xfrm>
            <a:off x="414854" y="12595806"/>
            <a:ext cx="1937707" cy="751829"/>
          </a:xfrm>
          <a:prstGeom prst="rect">
            <a:avLst/>
          </a:prstGeom>
        </p:spPr>
      </p:pic>
      <p:sp>
        <p:nvSpPr>
          <p:cNvPr id="2" name="Text Placeholder 2">
            <a:extLst>
              <a:ext uri="{FF2B5EF4-FFF2-40B4-BE49-F238E27FC236}">
                <a16:creationId xmlns:a16="http://schemas.microsoft.com/office/drawing/2014/main" id="{2BD645EE-01E2-4E14-DC49-E7D51C3C3977}"/>
              </a:ext>
            </a:extLst>
          </p:cNvPr>
          <p:cNvSpPr txBox="1">
            <a:spLocks/>
          </p:cNvSpPr>
          <p:nvPr/>
        </p:nvSpPr>
        <p:spPr>
          <a:xfrm>
            <a:off x="12713067" y="11429231"/>
            <a:ext cx="5191090" cy="1934160"/>
          </a:xfrm>
          <a:prstGeom prst="rect">
            <a:avLst/>
          </a:prstGeom>
        </p:spPr>
        <p:txBody>
          <a:bodyPr vert="horz" lIns="0" tIns="0" rIns="0" bIns="0" numCol="1" spcCol="22860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713" indent="-239713">
              <a:lnSpc>
                <a:spcPct val="120000"/>
              </a:lnSpc>
              <a:buFont typeface="Arial" panose="020B0604020202020204" pitchFamily="34" charset="0"/>
              <a:buChar char="•"/>
            </a:pPr>
            <a:r>
              <a:rPr lang="en-US" sz="1800">
                <a:latin typeface="EYInterstate Light"/>
                <a:cs typeface="Arial"/>
              </a:rPr>
              <a:t>“Feels more modern and trustworthy”</a:t>
            </a:r>
          </a:p>
          <a:p>
            <a:pPr marL="239713" indent="-239713">
              <a:lnSpc>
                <a:spcPct val="120000"/>
              </a:lnSpc>
              <a:buFont typeface="Arial" panose="020B0604020202020204" pitchFamily="34" charset="0"/>
              <a:buChar char="•"/>
            </a:pPr>
            <a:r>
              <a:rPr lang="en-US" sz="1800">
                <a:latin typeface="EYInterstate Light"/>
                <a:cs typeface="Arial"/>
              </a:rPr>
              <a:t>“So much easier to find what I’m looking for”</a:t>
            </a:r>
          </a:p>
          <a:p>
            <a:pPr marL="239713" indent="-239713">
              <a:lnSpc>
                <a:spcPct val="120000"/>
              </a:lnSpc>
              <a:buFont typeface="Arial" panose="020B0604020202020204" pitchFamily="34" charset="0"/>
              <a:buChar char="•"/>
            </a:pPr>
            <a:r>
              <a:rPr lang="en-US" sz="1800">
                <a:latin typeface="EYInterstate Light"/>
                <a:cs typeface="Arial"/>
              </a:rPr>
              <a:t>“This is much easier to use with </a:t>
            </a:r>
            <a:br>
              <a:rPr lang="en-US" sz="1800">
                <a:latin typeface="EYInterstate Light"/>
                <a:cs typeface="Arial"/>
              </a:rPr>
            </a:br>
            <a:r>
              <a:rPr lang="en-US" sz="1800">
                <a:latin typeface="EYInterstate Light"/>
                <a:cs typeface="Arial"/>
              </a:rPr>
              <a:t>my clients”</a:t>
            </a:r>
          </a:p>
          <a:p>
            <a:pPr marL="239713" indent="-239713">
              <a:lnSpc>
                <a:spcPct val="120000"/>
              </a:lnSpc>
            </a:pPr>
            <a:endParaRPr lang="en-US" sz="1800" b="1">
              <a:latin typeface="EYInterstate Light"/>
              <a:cs typeface="Arial"/>
            </a:endParaRPr>
          </a:p>
        </p:txBody>
      </p:sp>
      <p:sp>
        <p:nvSpPr>
          <p:cNvPr id="5" name="Text Placeholder 2">
            <a:extLst>
              <a:ext uri="{FF2B5EF4-FFF2-40B4-BE49-F238E27FC236}">
                <a16:creationId xmlns:a16="http://schemas.microsoft.com/office/drawing/2014/main" id="{570FC68B-9EFE-151F-B856-4532B3F9FA7F}"/>
              </a:ext>
            </a:extLst>
          </p:cNvPr>
          <p:cNvSpPr txBox="1">
            <a:spLocks/>
          </p:cNvSpPr>
          <p:nvPr/>
        </p:nvSpPr>
        <p:spPr>
          <a:xfrm>
            <a:off x="12592317" y="9550403"/>
            <a:ext cx="11084547" cy="1522326"/>
          </a:xfrm>
          <a:prstGeom prst="rect">
            <a:avLst/>
          </a:prstGeom>
        </p:spPr>
        <p:txBody>
          <a:bodyPr vert="horz" lIns="0" tIns="0" rIns="0" bIns="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sz="2000" b="1" dirty="0">
                <a:latin typeface="EYInterstate Regular" panose="02000503020000020004" pitchFamily="2" charset="0"/>
                <a:cs typeface="Arial"/>
              </a:rPr>
              <a:t>Igniting Customer Growth</a:t>
            </a:r>
          </a:p>
          <a:p>
            <a:pPr>
              <a:lnSpc>
                <a:spcPct val="120000"/>
              </a:lnSpc>
            </a:pPr>
            <a:r>
              <a:rPr lang="en-US" sz="1800" dirty="0">
                <a:latin typeface="EYInterstate Light"/>
                <a:cs typeface="Arial"/>
              </a:rPr>
              <a:t>Using Research &amp; Insights helped drive our redesign of the customer experiences with  different audiences increasing the operational efficiency, shorten time to market, and providing customized experiences to different customer segments.</a:t>
            </a:r>
          </a:p>
          <a:p>
            <a:pPr>
              <a:lnSpc>
                <a:spcPct val="120000"/>
              </a:lnSpc>
            </a:pPr>
            <a:r>
              <a:rPr lang="en-US" sz="2000" dirty="0">
                <a:latin typeface="EYInterstate Light"/>
                <a:cs typeface="Arial"/>
              </a:rPr>
              <a:t> </a:t>
            </a:r>
          </a:p>
        </p:txBody>
      </p:sp>
      <p:sp>
        <p:nvSpPr>
          <p:cNvPr id="7" name="TextBox 6">
            <a:extLst>
              <a:ext uri="{FF2B5EF4-FFF2-40B4-BE49-F238E27FC236}">
                <a16:creationId xmlns:a16="http://schemas.microsoft.com/office/drawing/2014/main" id="{45023003-F0B1-E12B-F419-A3D0304AEFCE}"/>
              </a:ext>
            </a:extLst>
          </p:cNvPr>
          <p:cNvSpPr txBox="1"/>
          <p:nvPr/>
        </p:nvSpPr>
        <p:spPr>
          <a:xfrm>
            <a:off x="12732942" y="10883840"/>
            <a:ext cx="3417995" cy="397096"/>
          </a:xfrm>
          <a:prstGeom prst="rect">
            <a:avLst/>
          </a:prstGeom>
          <a:noFill/>
        </p:spPr>
        <p:txBody>
          <a:bodyPr wrap="square">
            <a:spAutoFit/>
          </a:bodyPr>
          <a:lstStyle/>
          <a:p>
            <a:pPr>
              <a:lnSpc>
                <a:spcPct val="120000"/>
              </a:lnSpc>
            </a:pPr>
            <a:r>
              <a:rPr lang="en-US" sz="1800" b="1">
                <a:solidFill>
                  <a:schemeClr val="bg1"/>
                </a:solidFill>
                <a:latin typeface="EYInterstate Light"/>
                <a:cs typeface="Arial"/>
              </a:rPr>
              <a:t>FEEDBACK</a:t>
            </a:r>
          </a:p>
        </p:txBody>
      </p:sp>
      <p:sp>
        <p:nvSpPr>
          <p:cNvPr id="8" name="TextBox 7">
            <a:extLst>
              <a:ext uri="{FF2B5EF4-FFF2-40B4-BE49-F238E27FC236}">
                <a16:creationId xmlns:a16="http://schemas.microsoft.com/office/drawing/2014/main" id="{AD2A54D8-C7FB-6E6F-29BE-578BFE704369}"/>
              </a:ext>
            </a:extLst>
          </p:cNvPr>
          <p:cNvSpPr txBox="1"/>
          <p:nvPr/>
        </p:nvSpPr>
        <p:spPr>
          <a:xfrm>
            <a:off x="17974589" y="10883840"/>
            <a:ext cx="3417995" cy="397096"/>
          </a:xfrm>
          <a:prstGeom prst="rect">
            <a:avLst/>
          </a:prstGeom>
          <a:noFill/>
        </p:spPr>
        <p:txBody>
          <a:bodyPr wrap="square">
            <a:spAutoFit/>
          </a:bodyPr>
          <a:lstStyle/>
          <a:p>
            <a:pPr>
              <a:lnSpc>
                <a:spcPct val="120000"/>
              </a:lnSpc>
            </a:pPr>
            <a:r>
              <a:rPr lang="en-US" sz="1800" b="1">
                <a:solidFill>
                  <a:schemeClr val="bg1"/>
                </a:solidFill>
                <a:latin typeface="EYInterstate Light"/>
                <a:cs typeface="Arial"/>
              </a:rPr>
              <a:t>NEXT STEPS</a:t>
            </a:r>
            <a:endParaRPr lang="en-US" sz="1800">
              <a:solidFill>
                <a:schemeClr val="bg1"/>
              </a:solidFill>
              <a:latin typeface="EYInterstate Light"/>
              <a:cs typeface="Arial"/>
            </a:endParaRPr>
          </a:p>
        </p:txBody>
      </p:sp>
      <p:sp>
        <p:nvSpPr>
          <p:cNvPr id="9" name="Text Placeholder 2">
            <a:extLst>
              <a:ext uri="{FF2B5EF4-FFF2-40B4-BE49-F238E27FC236}">
                <a16:creationId xmlns:a16="http://schemas.microsoft.com/office/drawing/2014/main" id="{765F6761-33F6-81DC-D60D-118D3841B45F}"/>
              </a:ext>
            </a:extLst>
          </p:cNvPr>
          <p:cNvSpPr txBox="1">
            <a:spLocks/>
          </p:cNvSpPr>
          <p:nvPr/>
        </p:nvSpPr>
        <p:spPr>
          <a:xfrm>
            <a:off x="18043350" y="11429231"/>
            <a:ext cx="4895636" cy="1934160"/>
          </a:xfrm>
          <a:prstGeom prst="rect">
            <a:avLst/>
          </a:prstGeom>
        </p:spPr>
        <p:txBody>
          <a:bodyPr vert="horz" lIns="0" tIns="0" rIns="0" bIns="0" numCol="1" spcCol="22860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713" indent="-239713">
              <a:lnSpc>
                <a:spcPct val="120000"/>
              </a:lnSpc>
              <a:buFont typeface="Arial" panose="020B0604020202020204" pitchFamily="34" charset="0"/>
              <a:buChar char="•"/>
            </a:pPr>
            <a:r>
              <a:rPr lang="en-US" sz="1800">
                <a:latin typeface="EYInterstate Light"/>
                <a:cs typeface="Arial"/>
              </a:rPr>
              <a:t>Regular website testing and optimization</a:t>
            </a:r>
          </a:p>
          <a:p>
            <a:pPr marL="239713" indent="-239713">
              <a:lnSpc>
                <a:spcPct val="120000"/>
              </a:lnSpc>
              <a:buFont typeface="Arial" panose="020B0604020202020204" pitchFamily="34" charset="0"/>
              <a:buChar char="•"/>
            </a:pPr>
            <a:r>
              <a:rPr lang="en-US" sz="1800">
                <a:latin typeface="EYInterstate Light"/>
                <a:cs typeface="Arial"/>
              </a:rPr>
              <a:t>Ongoing improvement of personalized</a:t>
            </a:r>
            <a:br>
              <a:rPr lang="en-US" sz="1800">
                <a:latin typeface="EYInterstate Light"/>
                <a:cs typeface="Arial"/>
              </a:rPr>
            </a:br>
            <a:r>
              <a:rPr lang="en-US" sz="1800">
                <a:latin typeface="EYInterstate Light"/>
                <a:cs typeface="Arial"/>
              </a:rPr>
              <a:t>educational content</a:t>
            </a:r>
          </a:p>
          <a:p>
            <a:pPr marL="239713" indent="-239713">
              <a:lnSpc>
                <a:spcPct val="120000"/>
              </a:lnSpc>
              <a:buFont typeface="Arial" panose="020B0604020202020204" pitchFamily="34" charset="0"/>
              <a:buChar char="•"/>
            </a:pPr>
            <a:r>
              <a:rPr lang="en-US" sz="1800">
                <a:latin typeface="EYInterstate Light"/>
                <a:cs typeface="Arial"/>
              </a:rPr>
              <a:t>Improvement of tasks and form fields</a:t>
            </a:r>
          </a:p>
          <a:p>
            <a:pPr marL="239713" indent="-239713">
              <a:lnSpc>
                <a:spcPct val="120000"/>
              </a:lnSpc>
              <a:buFont typeface="Arial" panose="020B0604020202020204" pitchFamily="34" charset="0"/>
              <a:buChar char="•"/>
            </a:pPr>
            <a:endParaRPr lang="en-US" sz="1800">
              <a:latin typeface="EYInterstate Light"/>
              <a:cs typeface="Arial"/>
            </a:endParaRPr>
          </a:p>
        </p:txBody>
      </p:sp>
      <p:cxnSp>
        <p:nvCxnSpPr>
          <p:cNvPr id="10" name="Straight Connector 9">
            <a:extLst>
              <a:ext uri="{FF2B5EF4-FFF2-40B4-BE49-F238E27FC236}">
                <a16:creationId xmlns:a16="http://schemas.microsoft.com/office/drawing/2014/main" id="{D7318F55-4737-FA0A-9164-8A22CBB46156}"/>
              </a:ext>
            </a:extLst>
          </p:cNvPr>
          <p:cNvCxnSpPr>
            <a:cxnSpLocks/>
          </p:cNvCxnSpPr>
          <p:nvPr/>
        </p:nvCxnSpPr>
        <p:spPr>
          <a:xfrm>
            <a:off x="12618317" y="9492514"/>
            <a:ext cx="1024584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Text Placeholder 2">
            <a:extLst>
              <a:ext uri="{FF2B5EF4-FFF2-40B4-BE49-F238E27FC236}">
                <a16:creationId xmlns:a16="http://schemas.microsoft.com/office/drawing/2014/main" id="{FF1B6999-DEF3-792C-9C95-051A03096B0B}"/>
              </a:ext>
            </a:extLst>
          </p:cNvPr>
          <p:cNvSpPr txBox="1">
            <a:spLocks/>
          </p:cNvSpPr>
          <p:nvPr/>
        </p:nvSpPr>
        <p:spPr>
          <a:xfrm>
            <a:off x="2071669" y="12543313"/>
            <a:ext cx="8652857" cy="574675"/>
          </a:xfrm>
          <a:prstGeom prst="rect">
            <a:avLst/>
          </a:prstGeom>
        </p:spPr>
        <p:txBody>
          <a:bodyPr vert="horz" lIns="0" tIns="0" rIns="0" bIns="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10000"/>
              </a:lnSpc>
            </a:pPr>
            <a:r>
              <a:rPr lang="en-US" sz="1400" dirty="0">
                <a:latin typeface="EYInterstate Light"/>
                <a:cs typeface="Arial"/>
              </a:rPr>
              <a:t>Using our </a:t>
            </a:r>
            <a:r>
              <a:rPr lang="en-US" sz="1400" u="sng" dirty="0">
                <a:latin typeface="EYInterstate Light"/>
                <a:cs typeface="Arial"/>
              </a:rPr>
              <a:t>Product: Next</a:t>
            </a:r>
            <a:r>
              <a:rPr lang="en-US" sz="1400" dirty="0">
                <a:latin typeface="EYInterstate Light"/>
                <a:cs typeface="Arial"/>
              </a:rPr>
              <a:t> approach, we helped a leading private equity company enhance its user experience, resulting in increased engagement, higher conversion rates, and improved advisor satisfaction.</a:t>
            </a:r>
            <a:endParaRPr lang="en-US" sz="1400" dirty="0"/>
          </a:p>
        </p:txBody>
      </p:sp>
      <p:sp>
        <p:nvSpPr>
          <p:cNvPr id="38" name="TextBox 37">
            <a:extLst>
              <a:ext uri="{FF2B5EF4-FFF2-40B4-BE49-F238E27FC236}">
                <a16:creationId xmlns:a16="http://schemas.microsoft.com/office/drawing/2014/main" id="{3D6417A7-AA56-4443-8429-4F2DFE1A77A3}"/>
              </a:ext>
            </a:extLst>
          </p:cNvPr>
          <p:cNvSpPr txBox="1"/>
          <p:nvPr/>
        </p:nvSpPr>
        <p:spPr>
          <a:xfrm rot="16200000">
            <a:off x="-4057718" y="6488181"/>
            <a:ext cx="11648598" cy="461665"/>
          </a:xfrm>
          <a:prstGeom prst="rect">
            <a:avLst/>
          </a:prstGeom>
          <a:noFill/>
        </p:spPr>
        <p:txBody>
          <a:bodyPr wrap="square">
            <a:spAutoFit/>
          </a:bodyPr>
          <a:lstStyle/>
          <a:p>
            <a:pPr algn="ctr"/>
            <a:r>
              <a:rPr lang="en-IN" sz="2400" dirty="0">
                <a:solidFill>
                  <a:schemeClr val="bg1"/>
                </a:solidFill>
                <a:latin typeface="EYInterstate Light"/>
                <a:cs typeface="Arial"/>
              </a:rPr>
              <a:t>Reimagining the customer experience for a leading private equity firm</a:t>
            </a:r>
          </a:p>
        </p:txBody>
      </p:sp>
    </p:spTree>
    <p:extLst>
      <p:ext uri="{BB962C8B-B14F-4D97-AF65-F5344CB8AC3E}">
        <p14:creationId xmlns:p14="http://schemas.microsoft.com/office/powerpoint/2010/main" val="31696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10" descr="Nurse helping old woman">
            <a:extLst>
              <a:ext uri="{FF2B5EF4-FFF2-40B4-BE49-F238E27FC236}">
                <a16:creationId xmlns:a16="http://schemas.microsoft.com/office/drawing/2014/main" id="{B216CD3C-EB76-0F4D-D30D-ED4F91F77BA3}"/>
              </a:ext>
            </a:extLst>
          </p:cNvPr>
          <p:cNvPicPr>
            <a:picLocks noChangeAspect="1"/>
          </p:cNvPicPr>
          <p:nvPr/>
        </p:nvPicPr>
        <p:blipFill rotWithShape="1">
          <a:blip r:embed="rId3" cstate="email">
            <a:alphaModFix amt="49000"/>
            <a:extLst>
              <a:ext uri="{28A0092B-C50C-407E-A947-70E740481C1C}">
                <a14:useLocalDpi xmlns:a14="http://schemas.microsoft.com/office/drawing/2010/main"/>
              </a:ext>
            </a:extLst>
          </a:blip>
          <a:srcRect/>
          <a:stretch/>
        </p:blipFill>
        <p:spPr>
          <a:xfrm>
            <a:off x="0" y="0"/>
            <a:ext cx="12188827" cy="13716000"/>
          </a:xfrm>
          <a:prstGeom prst="rect">
            <a:avLst/>
          </a:prstGeom>
        </p:spPr>
      </p:pic>
      <p:sp>
        <p:nvSpPr>
          <p:cNvPr id="26" name="Text Placeholder 25">
            <a:extLst>
              <a:ext uri="{FF2B5EF4-FFF2-40B4-BE49-F238E27FC236}">
                <a16:creationId xmlns:a16="http://schemas.microsoft.com/office/drawing/2014/main" id="{F57AC810-C3A4-B109-0B43-8F884C755F4E}"/>
              </a:ext>
            </a:extLst>
          </p:cNvPr>
          <p:cNvSpPr>
            <a:spLocks noGrp="1"/>
          </p:cNvSpPr>
          <p:nvPr>
            <p:ph type="body" sz="quarter" idx="17"/>
          </p:nvPr>
        </p:nvSpPr>
        <p:spPr>
          <a:xfrm>
            <a:off x="13226902" y="1813560"/>
            <a:ext cx="9937898" cy="10861040"/>
          </a:xfrm>
        </p:spPr>
        <p:txBody>
          <a:bodyPr vert="horz" lIns="0" tIns="0" rIns="0" bIns="0" rtlCol="0" anchor="t">
            <a:noAutofit/>
          </a:bodyPr>
          <a:lstStyle/>
          <a:p>
            <a:pPr>
              <a:lnSpc>
                <a:spcPct val="100000"/>
              </a:lnSpc>
            </a:pPr>
            <a:r>
              <a:rPr lang="en-US" dirty="0"/>
              <a:t>A leading life insurer sought to manage multiple agent apps across platforms. To do this required creation of a centralized gateway Super App for agents/partners, integrating various applications, resulting in enhanced agent productivity and customer service.</a:t>
            </a:r>
            <a:br>
              <a:rPr lang="en-US" dirty="0"/>
            </a:br>
            <a:endParaRPr lang="en-US" dirty="0"/>
          </a:p>
          <a:p>
            <a:pPr>
              <a:lnSpc>
                <a:spcPct val="100000"/>
              </a:lnSpc>
            </a:pPr>
            <a:r>
              <a:rPr lang="en-US" dirty="0"/>
              <a:t>Solution</a:t>
            </a:r>
          </a:p>
          <a:p>
            <a:pPr>
              <a:lnSpc>
                <a:spcPct val="100000"/>
              </a:lnSpc>
            </a:pPr>
            <a:r>
              <a:rPr lang="en-US" dirty="0"/>
              <a:t>EY utilized Flutter, a cross-platform framework, to create a comprehensive Super App for the client's agents and partners. We defined requirements, integrated 30+ applications, and ensured seamless functionality across iOS and Android. Deep integration with Flutter-based native mobile apps enhanced servicing capabilities. Reporting, dashboarding, and data mapping were included, along with streamlined SSO. A lightweight, secure microservices architecture and end-to-end CI/CD pipelines were implemented. Agile methodology guided iterative delivery, resulting in an efficient and unified Flutter-powered platform.</a:t>
            </a:r>
          </a:p>
          <a:p>
            <a:pPr>
              <a:lnSpc>
                <a:spcPct val="100000"/>
              </a:lnSpc>
            </a:pPr>
            <a:endParaRPr lang="en-US" dirty="0"/>
          </a:p>
          <a:p>
            <a:pPr lvl="0">
              <a:lnSpc>
                <a:spcPct val="100000"/>
              </a:lnSpc>
            </a:pPr>
            <a:r>
              <a:rPr lang="en-US" noProof="0" dirty="0"/>
              <a:t>Services we provided:</a:t>
            </a:r>
            <a:endParaRPr lang="en-US" dirty="0"/>
          </a:p>
          <a:p>
            <a:pPr lvl="0">
              <a:lnSpc>
                <a:spcPct val="100000"/>
              </a:lnSpc>
            </a:pPr>
            <a:r>
              <a:rPr lang="en-US" noProof="0" dirty="0"/>
              <a:t>Design Research</a:t>
            </a:r>
            <a:br>
              <a:rPr lang="en-US" noProof="0" dirty="0"/>
            </a:br>
            <a:r>
              <a:rPr lang="en-US" noProof="0" dirty="0"/>
              <a:t>Product Strategy &amp; Ownership</a:t>
            </a:r>
            <a:br>
              <a:rPr lang="en-US" noProof="0" dirty="0"/>
            </a:br>
            <a:r>
              <a:rPr lang="en-US" noProof="0" dirty="0"/>
              <a:t>User testing &amp; validation </a:t>
            </a:r>
            <a:br>
              <a:rPr lang="en-US" noProof="0" dirty="0"/>
            </a:br>
            <a:r>
              <a:rPr lang="en-US" noProof="0" dirty="0"/>
              <a:t>Front-end development</a:t>
            </a:r>
          </a:p>
          <a:p>
            <a:pPr>
              <a:lnSpc>
                <a:spcPct val="310502"/>
              </a:lnSpc>
            </a:pPr>
            <a:endParaRPr lang="en-US" dirty="0"/>
          </a:p>
        </p:txBody>
      </p:sp>
      <p:sp>
        <p:nvSpPr>
          <p:cNvPr id="3" name="Text Placeholder 2">
            <a:extLst>
              <a:ext uri="{FF2B5EF4-FFF2-40B4-BE49-F238E27FC236}">
                <a16:creationId xmlns:a16="http://schemas.microsoft.com/office/drawing/2014/main" id="{2A3C718B-AACB-4960-A0B6-625E82ED7571}"/>
              </a:ext>
            </a:extLst>
          </p:cNvPr>
          <p:cNvSpPr>
            <a:spLocks noGrp="1"/>
          </p:cNvSpPr>
          <p:nvPr>
            <p:ph type="body" sz="quarter" idx="10"/>
          </p:nvPr>
        </p:nvSpPr>
        <p:spPr>
          <a:xfrm>
            <a:off x="6359325" y="320040"/>
            <a:ext cx="11668525" cy="574675"/>
          </a:xfrm>
        </p:spPr>
        <p:txBody>
          <a:bodyPr vert="horz" lIns="0" tIns="0" rIns="0" bIns="0" rtlCol="0" anchor="t">
            <a:noAutofit/>
          </a:bodyPr>
          <a:lstStyle/>
          <a:p>
            <a:r>
              <a:rPr lang="en-US" dirty="0"/>
              <a:t>LIFE INSURANCE COMPANY</a:t>
            </a:r>
          </a:p>
          <a:p>
            <a:endParaRPr lang="en-US" dirty="0"/>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1"/>
          </p:nvPr>
        </p:nvSpPr>
        <p:spPr>
          <a:xfrm>
            <a:off x="2352561" y="1813560"/>
            <a:ext cx="7693140" cy="4079240"/>
          </a:xfrm>
        </p:spPr>
        <p:txBody>
          <a:bodyPr anchor="t"/>
          <a:lstStyle/>
          <a:p>
            <a:r>
              <a:rPr lang="en-US"/>
              <a:t>Redesigning customer loyalty through</a:t>
            </a:r>
            <a:br>
              <a:rPr lang="en-US"/>
            </a:br>
            <a:r>
              <a:rPr lang="en-US"/>
              <a:t>data-driven insights</a:t>
            </a:r>
          </a:p>
        </p:txBody>
      </p:sp>
      <p:sp>
        <p:nvSpPr>
          <p:cNvPr id="10" name="Text 1">
            <a:extLst>
              <a:ext uri="{FF2B5EF4-FFF2-40B4-BE49-F238E27FC236}">
                <a16:creationId xmlns:a16="http://schemas.microsoft.com/office/drawing/2014/main" id="{AC165BCB-6A94-B0E2-E9ED-B65A6AE84231}"/>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chemeClr val="bg1">
                    <a:alpha val="50000"/>
                  </a:scheme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chemeClr val="bg1">
                  <a:alpha val="50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00637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EA03C8-6246-3F7F-9CB9-F09A588F62BC}"/>
              </a:ext>
            </a:extLst>
          </p:cNvPr>
          <p:cNvSpPr/>
          <p:nvPr/>
        </p:nvSpPr>
        <p:spPr>
          <a:xfrm>
            <a:off x="0" y="0"/>
            <a:ext cx="12193587" cy="13715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screenshot of a social media page&#10;&#10;Description automatically generated">
            <a:extLst>
              <a:ext uri="{FF2B5EF4-FFF2-40B4-BE49-F238E27FC236}">
                <a16:creationId xmlns:a16="http://schemas.microsoft.com/office/drawing/2014/main" id="{1FD3092A-DA47-94C5-3509-183715F97B4C}"/>
              </a:ext>
            </a:extLst>
          </p:cNvPr>
          <p:cNvPicPr>
            <a:picLocks noGrp="1" noChangeAspect="1"/>
          </p:cNvPicPr>
          <p:nvPr>
            <p:ph type="pic" sz="quarter" idx="12"/>
          </p:nvPr>
        </p:nvPicPr>
        <p:blipFill rotWithShape="1">
          <a:blip r:embed="rId3" cstate="email">
            <a:extLst>
              <a:ext uri="{28A0092B-C50C-407E-A947-70E740481C1C}">
                <a14:useLocalDpi xmlns:a14="http://schemas.microsoft.com/office/drawing/2010/main"/>
              </a:ext>
            </a:extLst>
          </a:blip>
          <a:srcRect t="2555" b="2555"/>
          <a:stretch/>
        </p:blipFill>
        <p:spPr>
          <a:xfrm>
            <a:off x="693489" y="1214754"/>
            <a:ext cx="11113665" cy="12501245"/>
          </a:xfrm>
        </p:spPr>
      </p:pic>
      <p:sp>
        <p:nvSpPr>
          <p:cNvPr id="3" name="Rectangle 2">
            <a:extLst>
              <a:ext uri="{FF2B5EF4-FFF2-40B4-BE49-F238E27FC236}">
                <a16:creationId xmlns:a16="http://schemas.microsoft.com/office/drawing/2014/main" id="{E1FFA458-7D33-DCE2-BB4E-D25E4F15A6D1}"/>
              </a:ext>
            </a:extLst>
          </p:cNvPr>
          <p:cNvSpPr/>
          <p:nvPr/>
        </p:nvSpPr>
        <p:spPr>
          <a:xfrm>
            <a:off x="2061914" y="9192184"/>
            <a:ext cx="2435380" cy="7138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0DED619-A4C8-489C-E4F6-D80B0B8B11B5}"/>
              </a:ext>
            </a:extLst>
          </p:cNvPr>
          <p:cNvSpPr/>
          <p:nvPr/>
        </p:nvSpPr>
        <p:spPr>
          <a:xfrm>
            <a:off x="-1" y="0"/>
            <a:ext cx="12193587" cy="13715998"/>
          </a:xfrm>
          <a:prstGeom prst="rect">
            <a:avLst/>
          </a:prstGeom>
          <a:solidFill>
            <a:srgbClr val="000000">
              <a:alpha val="522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16">
            <a:extLst>
              <a:ext uri="{FF2B5EF4-FFF2-40B4-BE49-F238E27FC236}">
                <a16:creationId xmlns:a16="http://schemas.microsoft.com/office/drawing/2014/main" id="{3243E37E-AF7D-F2BF-FEB8-399CC2C191D8}"/>
              </a:ext>
            </a:extLst>
          </p:cNvPr>
          <p:cNvSpPr>
            <a:spLocks noGrp="1"/>
          </p:cNvSpPr>
          <p:nvPr>
            <p:ph type="body" sz="quarter" idx="17"/>
          </p:nvPr>
        </p:nvSpPr>
        <p:spPr/>
        <p:txBody>
          <a:bodyPr vert="horz" lIns="0" tIns="0" rIns="0" bIns="0" rtlCol="0" anchor="t">
            <a:noAutofit/>
          </a:bodyPr>
          <a:lstStyle/>
          <a:p>
            <a:pPr>
              <a:lnSpc>
                <a:spcPct val="100000"/>
              </a:lnSpc>
            </a:pPr>
            <a:r>
              <a:rPr lang="en-US" dirty="0"/>
              <a:t>A new non-profit that officially entered the world in April 2022, already backed by an industry-leading staff and network of corporate, foundation, labor, and financial supporters. The organization is meant to advocate for and support the use of shared equity in large investments. This approach ensures that all employees benefit from financial transactions, reducing the income disparity in the U.S.</a:t>
            </a:r>
          </a:p>
          <a:p>
            <a:pPr>
              <a:lnSpc>
                <a:spcPct val="100000"/>
              </a:lnSpc>
            </a:pPr>
            <a:endParaRPr lang="en-US" dirty="0"/>
          </a:p>
          <a:p>
            <a:pPr>
              <a:lnSpc>
                <a:spcPct val="100000"/>
              </a:lnSpc>
            </a:pPr>
            <a:r>
              <a:rPr lang="en-US" dirty="0"/>
              <a:t>EY’s Innovation &amp; Experience Design team, working alongside a naming partner, created a new name, visual identity, tone-of-voice, and interactive website to represent the organization at its launch and using the website to showcase and engage partnerships and help educate a wide-range of audiences on the benefits and strategies of shared ownership.</a:t>
            </a:r>
          </a:p>
          <a:p>
            <a:pPr>
              <a:lnSpc>
                <a:spcPct val="100000"/>
              </a:lnSpc>
            </a:pPr>
            <a:endParaRPr lang="en-US" dirty="0"/>
          </a:p>
          <a:p>
            <a:pPr lvl="0">
              <a:lnSpc>
                <a:spcPct val="100000"/>
              </a:lnSpc>
            </a:pPr>
            <a:r>
              <a:rPr lang="en-US" b="1" noProof="0" dirty="0"/>
              <a:t>Services we provided:</a:t>
            </a:r>
            <a:endParaRPr lang="en-US" b="1" dirty="0"/>
          </a:p>
          <a:p>
            <a:pPr lvl="0">
              <a:lnSpc>
                <a:spcPct val="100000"/>
              </a:lnSpc>
            </a:pPr>
            <a:r>
              <a:rPr lang="en-US" noProof="0" dirty="0"/>
              <a:t>Design Research</a:t>
            </a:r>
            <a:br>
              <a:rPr lang="en-US" noProof="0" dirty="0"/>
            </a:br>
            <a:r>
              <a:rPr lang="en-US" noProof="0" dirty="0"/>
              <a:t>Brand Strategy</a:t>
            </a:r>
            <a:br>
              <a:rPr lang="en-US" noProof="0" dirty="0"/>
            </a:br>
            <a:r>
              <a:rPr lang="en-US" noProof="0" dirty="0"/>
              <a:t>Visual Design</a:t>
            </a:r>
            <a:br>
              <a:rPr lang="en-US" noProof="0" dirty="0"/>
            </a:br>
            <a:r>
              <a:rPr lang="en-US" noProof="0" dirty="0"/>
              <a:t>Product Ownership</a:t>
            </a:r>
            <a:br>
              <a:rPr lang="en-US" noProof="0" dirty="0"/>
            </a:br>
            <a:r>
              <a:rPr lang="en-US" noProof="0" dirty="0"/>
              <a:t>User testing &amp; validation</a:t>
            </a:r>
            <a:br>
              <a:rPr lang="en-US" noProof="0" dirty="0"/>
            </a:br>
            <a:r>
              <a:rPr lang="en-US" noProof="0" dirty="0"/>
              <a:t>Experience Design </a:t>
            </a:r>
            <a:br>
              <a:rPr lang="en-US" noProof="0" dirty="0"/>
            </a:br>
            <a:r>
              <a:rPr lang="en-US" noProof="0" dirty="0"/>
              <a:t>Front-end development</a:t>
            </a:r>
          </a:p>
          <a:p>
            <a:pPr>
              <a:lnSpc>
                <a:spcPct val="100000"/>
              </a:lnSpc>
            </a:pPr>
            <a:endParaRPr lang="en-US" dirty="0"/>
          </a:p>
        </p:txBody>
      </p:sp>
      <p:sp>
        <p:nvSpPr>
          <p:cNvPr id="22" name="Text Placeholder 21">
            <a:extLst>
              <a:ext uri="{FF2B5EF4-FFF2-40B4-BE49-F238E27FC236}">
                <a16:creationId xmlns:a16="http://schemas.microsoft.com/office/drawing/2014/main" id="{7477FDDC-4A36-B336-2A58-FA4AABAFD0B9}"/>
              </a:ext>
            </a:extLst>
          </p:cNvPr>
          <p:cNvSpPr>
            <a:spLocks noGrp="1"/>
          </p:cNvSpPr>
          <p:nvPr>
            <p:ph type="body" sz="quarter" idx="11"/>
          </p:nvPr>
        </p:nvSpPr>
        <p:spPr/>
        <p:txBody>
          <a:bodyPr/>
          <a:lstStyle/>
          <a:p>
            <a:r>
              <a:rPr lang="en-US" sz="9600">
                <a:latin typeface="Source Serif 4 14pt Light"/>
                <a:cs typeface="Arial"/>
              </a:rPr>
              <a:t>Designing the identity of a new non-profit </a:t>
            </a:r>
          </a:p>
          <a:p>
            <a:endParaRPr lang="en-US"/>
          </a:p>
        </p:txBody>
      </p:sp>
      <p:sp>
        <p:nvSpPr>
          <p:cNvPr id="18" name="Text 1">
            <a:extLst>
              <a:ext uri="{FF2B5EF4-FFF2-40B4-BE49-F238E27FC236}">
                <a16:creationId xmlns:a16="http://schemas.microsoft.com/office/drawing/2014/main" id="{0076A9A4-60BA-F99F-0DAA-7AEC6A904359}"/>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chemeClr val="bg1">
                    <a:alpha val="50000"/>
                  </a:scheme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chemeClr val="bg1">
                  <a:alpha val="50000"/>
                </a:schemeClr>
              </a:solidFill>
              <a:effectLst/>
              <a:uLnTx/>
              <a:uFillTx/>
              <a:latin typeface="Arial" panose="020B0604020202020204"/>
              <a:ea typeface="+mn-ea"/>
              <a:cs typeface="+mn-cs"/>
            </a:endParaRPr>
          </a:p>
        </p:txBody>
      </p:sp>
      <p:sp>
        <p:nvSpPr>
          <p:cNvPr id="16" name="Text Placeholder 2">
            <a:extLst>
              <a:ext uri="{FF2B5EF4-FFF2-40B4-BE49-F238E27FC236}">
                <a16:creationId xmlns:a16="http://schemas.microsoft.com/office/drawing/2014/main" id="{42C7B90C-A25C-7308-6DCE-58E10B79E042}"/>
              </a:ext>
            </a:extLst>
          </p:cNvPr>
          <p:cNvSpPr>
            <a:spLocks noGrp="1"/>
          </p:cNvSpPr>
          <p:nvPr>
            <p:ph type="body" sz="quarter" idx="10"/>
          </p:nvPr>
        </p:nvSpPr>
        <p:spPr/>
        <p:txBody>
          <a:bodyPr vert="horz" lIns="0" tIns="0" rIns="0" bIns="0" rtlCol="0" anchor="t">
            <a:noAutofit/>
          </a:bodyPr>
          <a:lstStyle/>
          <a:p>
            <a:r>
              <a:rPr lang="en-US" dirty="0">
                <a:solidFill>
                  <a:schemeClr val="bg1">
                    <a:lumMod val="65000"/>
                  </a:schemeClr>
                </a:solidFill>
              </a:rPr>
              <a:t>NON-PROFIT FINANCIAL SUPPORT</a:t>
            </a:r>
          </a:p>
          <a:p>
            <a:endParaRPr lang="en-US" dirty="0">
              <a:solidFill>
                <a:schemeClr val="bg1">
                  <a:lumMod val="65000"/>
                </a:schemeClr>
              </a:solidFill>
            </a:endParaRPr>
          </a:p>
        </p:txBody>
      </p:sp>
      <p:pic>
        <p:nvPicPr>
          <p:cNvPr id="4" name="Graphic 3">
            <a:extLst>
              <a:ext uri="{FF2B5EF4-FFF2-40B4-BE49-F238E27FC236}">
                <a16:creationId xmlns:a16="http://schemas.microsoft.com/office/drawing/2014/main" id="{D386E0D7-E8DF-2F25-51F7-7B685235B90B}"/>
              </a:ext>
            </a:extLst>
          </p:cNvPr>
          <p:cNvPicPr/>
          <p:nvPr/>
        </p:nvPicPr>
        <p:blipFill>
          <a:blip r:embed="rId4">
            <a:extLst>
              <a:ext uri="{96DAC541-7B7A-43D3-8B79-37D633B846F1}">
                <asvg:svgBlip xmlns:asvg="http://schemas.microsoft.com/office/drawing/2016/SVG/main" r:embed="rId5"/>
              </a:ext>
            </a:extLst>
          </a:blip>
          <a:stretch>
            <a:fillRect/>
          </a:stretch>
        </p:blipFill>
        <p:spPr>
          <a:xfrm>
            <a:off x="414854" y="12595806"/>
            <a:ext cx="1937707" cy="751829"/>
          </a:xfrm>
          <a:prstGeom prst="rect">
            <a:avLst/>
          </a:prstGeom>
        </p:spPr>
      </p:pic>
    </p:spTree>
    <p:extLst>
      <p:ext uri="{BB962C8B-B14F-4D97-AF65-F5344CB8AC3E}">
        <p14:creationId xmlns:p14="http://schemas.microsoft.com/office/powerpoint/2010/main" val="1794661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72">
            <a:extLst>
              <a:ext uri="{FF2B5EF4-FFF2-40B4-BE49-F238E27FC236}">
                <a16:creationId xmlns:a16="http://schemas.microsoft.com/office/drawing/2014/main" id="{9EF6EB79-05AD-F94B-44F6-8709A4961896}"/>
              </a:ext>
            </a:extLst>
          </p:cNvPr>
          <p:cNvPicPr>
            <a:picLocks noChangeAspect="1"/>
          </p:cNvPicPr>
          <p:nvPr/>
        </p:nvPicPr>
        <p:blipFill>
          <a:blip r:embed="rId3"/>
          <a:stretch>
            <a:fillRect/>
          </a:stretch>
        </p:blipFill>
        <p:spPr>
          <a:xfrm>
            <a:off x="-1" y="-1"/>
            <a:ext cx="12193587" cy="13717785"/>
          </a:xfrm>
          <a:prstGeom prst="rect">
            <a:avLst/>
          </a:prstGeom>
        </p:spPr>
      </p:pic>
      <p:sp>
        <p:nvSpPr>
          <p:cNvPr id="62" name="Text Placeholder 61">
            <a:extLst>
              <a:ext uri="{FF2B5EF4-FFF2-40B4-BE49-F238E27FC236}">
                <a16:creationId xmlns:a16="http://schemas.microsoft.com/office/drawing/2014/main" id="{3C619EC7-3BAE-FC0C-F7C6-E1C7358A2290}"/>
              </a:ext>
            </a:extLst>
          </p:cNvPr>
          <p:cNvSpPr>
            <a:spLocks noGrp="1"/>
          </p:cNvSpPr>
          <p:nvPr>
            <p:ph type="body" sz="quarter" idx="17"/>
          </p:nvPr>
        </p:nvSpPr>
        <p:spPr>
          <a:xfrm>
            <a:off x="13227049" y="5890807"/>
            <a:ext cx="10182039" cy="3357154"/>
          </a:xfrm>
        </p:spPr>
        <p:txBody>
          <a:bodyPr/>
          <a:lstStyle/>
          <a:p>
            <a:pPr>
              <a:lnSpc>
                <a:spcPct val="170000"/>
              </a:lnSpc>
            </a:pPr>
            <a:r>
              <a:rPr lang="en-US" sz="2000" dirty="0"/>
              <a:t>As a way to address the administrative and financial burden of large loan syndication, three major banks created a consortium but needed a seamless way to manage it, EY’s Innovation &amp; Experience Design team helped create a product strategy and build a technical solution that allows for easy, traceable syndication and management of large loan packages. Our design teams created the new brand’s expression, visual identity package, tone-of-voice, and messaging architecture to support this incredible initiative.</a:t>
            </a:r>
          </a:p>
          <a:p>
            <a:pPr>
              <a:lnSpc>
                <a:spcPct val="170000"/>
              </a:lnSpc>
            </a:pPr>
            <a:endParaRPr lang="en-US" sz="2000" dirty="0"/>
          </a:p>
        </p:txBody>
      </p:sp>
      <p:sp>
        <p:nvSpPr>
          <p:cNvPr id="16" name="Text Placeholder 2">
            <a:extLst>
              <a:ext uri="{FF2B5EF4-FFF2-40B4-BE49-F238E27FC236}">
                <a16:creationId xmlns:a16="http://schemas.microsoft.com/office/drawing/2014/main" id="{42C7B90C-A25C-7308-6DCE-58E10B79E042}"/>
              </a:ext>
            </a:extLst>
          </p:cNvPr>
          <p:cNvSpPr>
            <a:spLocks noGrp="1"/>
          </p:cNvSpPr>
          <p:nvPr>
            <p:ph type="body" sz="quarter" idx="10"/>
          </p:nvPr>
        </p:nvSpPr>
        <p:spPr>
          <a:xfrm>
            <a:off x="6359325" y="320040"/>
            <a:ext cx="11668525" cy="574675"/>
          </a:xfrm>
        </p:spPr>
        <p:txBody>
          <a:bodyPr vert="horz" lIns="0" tIns="0" rIns="0" bIns="0" rtlCol="0" anchor="t">
            <a:noAutofit/>
          </a:bodyPr>
          <a:lstStyle/>
          <a:p>
            <a:r>
              <a:rPr lang="en-US"/>
              <a:t>TECHNICAL SOLUTION FOR LOAN PACKAGES</a:t>
            </a:r>
          </a:p>
          <a:p>
            <a:endParaRPr lang="en-US"/>
          </a:p>
        </p:txBody>
      </p:sp>
      <p:sp>
        <p:nvSpPr>
          <p:cNvPr id="7" name="Text Placeholder 6">
            <a:extLst>
              <a:ext uri="{FF2B5EF4-FFF2-40B4-BE49-F238E27FC236}">
                <a16:creationId xmlns:a16="http://schemas.microsoft.com/office/drawing/2014/main" id="{81470C35-D0EC-F594-7E4D-9AA056FB8828}"/>
              </a:ext>
            </a:extLst>
          </p:cNvPr>
          <p:cNvSpPr>
            <a:spLocks noGrp="1"/>
          </p:cNvSpPr>
          <p:nvPr>
            <p:ph type="body" sz="quarter" idx="11"/>
          </p:nvPr>
        </p:nvSpPr>
        <p:spPr>
          <a:xfrm>
            <a:off x="13227049" y="1812925"/>
            <a:ext cx="10268274" cy="3048000"/>
          </a:xfrm>
        </p:spPr>
        <p:txBody>
          <a:bodyPr/>
          <a:lstStyle/>
          <a:p>
            <a:r>
              <a:rPr lang="en-US" sz="7200"/>
              <a:t>Easy, traceable syndication and seamless management of large loan packages</a:t>
            </a:r>
          </a:p>
          <a:p>
            <a:endParaRPr lang="en-US" sz="7200"/>
          </a:p>
        </p:txBody>
      </p:sp>
      <p:grpSp>
        <p:nvGrpSpPr>
          <p:cNvPr id="26" name="Group 25">
            <a:extLst>
              <a:ext uri="{FF2B5EF4-FFF2-40B4-BE49-F238E27FC236}">
                <a16:creationId xmlns:a16="http://schemas.microsoft.com/office/drawing/2014/main" id="{320B328D-8714-9C76-925B-785987663961}"/>
              </a:ext>
            </a:extLst>
          </p:cNvPr>
          <p:cNvGrpSpPr/>
          <p:nvPr/>
        </p:nvGrpSpPr>
        <p:grpSpPr>
          <a:xfrm>
            <a:off x="1349544" y="3305175"/>
            <a:ext cx="10167620" cy="7105650"/>
            <a:chOff x="1349544" y="3305175"/>
            <a:chExt cx="10167620" cy="7105650"/>
          </a:xfrm>
        </p:grpSpPr>
        <p:sp>
          <p:nvSpPr>
            <p:cNvPr id="27" name="Shape 7">
              <a:extLst>
                <a:ext uri="{FF2B5EF4-FFF2-40B4-BE49-F238E27FC236}">
                  <a16:creationId xmlns:a16="http://schemas.microsoft.com/office/drawing/2014/main" id="{8200715D-23E3-6064-6FF2-B76A51DEA18E}"/>
                </a:ext>
              </a:extLst>
            </p:cNvPr>
            <p:cNvSpPr/>
            <p:nvPr/>
          </p:nvSpPr>
          <p:spPr>
            <a:xfrm>
              <a:off x="1359070" y="3314700"/>
              <a:ext cx="10148568" cy="7086600"/>
            </a:xfrm>
            <a:prstGeom prst="rect">
              <a:avLst/>
            </a:prstGeom>
            <a:noFill/>
            <a:ln/>
          </p:spPr>
          <p:txBody>
            <a:bodyPr/>
            <a:lstStyle/>
            <a:p>
              <a:endParaRPr lang="es-AR"/>
            </a:p>
          </p:txBody>
        </p:sp>
        <p:pic>
          <p:nvPicPr>
            <p:cNvPr id="28" name="Image 6" descr=" ">
              <a:extLst>
                <a:ext uri="{FF2B5EF4-FFF2-40B4-BE49-F238E27FC236}">
                  <a16:creationId xmlns:a16="http://schemas.microsoft.com/office/drawing/2014/main" id="{3BBB29A6-C938-0B5B-9F73-61FC140B1D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49544" y="3305175"/>
              <a:ext cx="10167620" cy="6797985"/>
            </a:xfrm>
            <a:prstGeom prst="rect">
              <a:avLst/>
            </a:prstGeom>
          </p:spPr>
        </p:pic>
        <p:pic>
          <p:nvPicPr>
            <p:cNvPr id="29" name="Image 7" descr=" ">
              <a:extLst>
                <a:ext uri="{FF2B5EF4-FFF2-40B4-BE49-F238E27FC236}">
                  <a16:creationId xmlns:a16="http://schemas.microsoft.com/office/drawing/2014/main" id="{16188322-EAA8-4B36-D3D1-C01508D644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49544" y="10084107"/>
              <a:ext cx="10166964" cy="326718"/>
            </a:xfrm>
            <a:prstGeom prst="rect">
              <a:avLst/>
            </a:prstGeom>
          </p:spPr>
        </p:pic>
        <p:pic>
          <p:nvPicPr>
            <p:cNvPr id="30" name="Image 8" descr=" ">
              <a:extLst>
                <a:ext uri="{FF2B5EF4-FFF2-40B4-BE49-F238E27FC236}">
                  <a16:creationId xmlns:a16="http://schemas.microsoft.com/office/drawing/2014/main" id="{CAC3933F-E98A-2B6A-2A1B-ABDC8B07181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918" y="10084107"/>
              <a:ext cx="1424873" cy="101095"/>
            </a:xfrm>
            <a:prstGeom prst="rect">
              <a:avLst/>
            </a:prstGeom>
          </p:spPr>
        </p:pic>
        <p:pic>
          <p:nvPicPr>
            <p:cNvPr id="31" name="Image 9" descr=" ">
              <a:extLst>
                <a:ext uri="{FF2B5EF4-FFF2-40B4-BE49-F238E27FC236}">
                  <a16:creationId xmlns:a16="http://schemas.microsoft.com/office/drawing/2014/main" id="{24E7CB14-08D6-D0ED-D75C-F8F3172ADD0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9805" y="10258453"/>
              <a:ext cx="10147099" cy="19050"/>
            </a:xfrm>
            <a:prstGeom prst="rect">
              <a:avLst/>
            </a:prstGeom>
          </p:spPr>
        </p:pic>
        <p:pic>
          <p:nvPicPr>
            <p:cNvPr id="32" name="Image 10" descr=" ">
              <a:extLst>
                <a:ext uri="{FF2B5EF4-FFF2-40B4-BE49-F238E27FC236}">
                  <a16:creationId xmlns:a16="http://schemas.microsoft.com/office/drawing/2014/main" id="{58E6947D-C7EE-6268-1C63-EFDE073D4C42}"/>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1625803" y="3708400"/>
              <a:ext cx="9589699" cy="5994078"/>
            </a:xfrm>
            <a:prstGeom prst="rect">
              <a:avLst/>
            </a:prstGeom>
          </p:spPr>
        </p:pic>
        <p:sp>
          <p:nvSpPr>
            <p:cNvPr id="33" name="Shape 8">
              <a:extLst>
                <a:ext uri="{FF2B5EF4-FFF2-40B4-BE49-F238E27FC236}">
                  <a16:creationId xmlns:a16="http://schemas.microsoft.com/office/drawing/2014/main" id="{8D2043C9-57C1-0876-2D90-33D6C9FCDAEA}"/>
                </a:ext>
              </a:extLst>
            </p:cNvPr>
            <p:cNvSpPr/>
            <p:nvPr/>
          </p:nvSpPr>
          <p:spPr>
            <a:xfrm>
              <a:off x="1625803" y="3708400"/>
              <a:ext cx="9589699" cy="5994078"/>
            </a:xfrm>
            <a:prstGeom prst="roundRect">
              <a:avLst>
                <a:gd name="adj" fmla="val 153"/>
              </a:avLst>
            </a:prstGeom>
            <a:noFill/>
            <a:ln w="25400">
              <a:solidFill>
                <a:srgbClr val="FFFFFF">
                  <a:alpha val="50000"/>
                </a:srgbClr>
              </a:solidFill>
              <a:prstDash val="solid"/>
            </a:ln>
          </p:spPr>
          <p:txBody>
            <a:bodyPr/>
            <a:lstStyle/>
            <a:p>
              <a:endParaRPr lang="es-AR"/>
            </a:p>
          </p:txBody>
        </p:sp>
        <p:pic>
          <p:nvPicPr>
            <p:cNvPr id="34" name="Image 11" descr=" ">
              <a:extLst>
                <a:ext uri="{FF2B5EF4-FFF2-40B4-BE49-F238E27FC236}">
                  <a16:creationId xmlns:a16="http://schemas.microsoft.com/office/drawing/2014/main" id="{D3F340B9-0083-7314-14E4-DA8E5E84589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87886" y="3489722"/>
              <a:ext cx="90910" cy="90903"/>
            </a:xfrm>
            <a:prstGeom prst="rect">
              <a:avLst/>
            </a:prstGeom>
          </p:spPr>
        </p:pic>
      </p:grpSp>
      <p:pic>
        <p:nvPicPr>
          <p:cNvPr id="2" name="Picture 1">
            <a:extLst>
              <a:ext uri="{FF2B5EF4-FFF2-40B4-BE49-F238E27FC236}">
                <a16:creationId xmlns:a16="http://schemas.microsoft.com/office/drawing/2014/main" id="{D1508492-43E3-5563-8FBD-1E6E7B5E9184}"/>
              </a:ext>
            </a:extLst>
          </p:cNvPr>
          <p:cNvPicPr>
            <a:picLocks noChangeAspect="1"/>
          </p:cNvPicPr>
          <p:nvPr/>
        </p:nvPicPr>
        <p:blipFill rotWithShape="1">
          <a:blip r:embed="rId15" cstate="email">
            <a:alphaModFix/>
            <a:extLst>
              <a:ext uri="{28A0092B-C50C-407E-A947-70E740481C1C}">
                <a14:useLocalDpi xmlns:a14="http://schemas.microsoft.com/office/drawing/2010/main"/>
              </a:ext>
            </a:extLst>
          </a:blip>
          <a:srcRect/>
          <a:stretch/>
        </p:blipFill>
        <p:spPr>
          <a:xfrm>
            <a:off x="1633400" y="3718941"/>
            <a:ext cx="9582102" cy="5068443"/>
          </a:xfrm>
          <a:prstGeom prst="rect">
            <a:avLst/>
          </a:prstGeom>
        </p:spPr>
      </p:pic>
      <p:sp>
        <p:nvSpPr>
          <p:cNvPr id="25" name="Text 2">
            <a:extLst>
              <a:ext uri="{FF2B5EF4-FFF2-40B4-BE49-F238E27FC236}">
                <a16:creationId xmlns:a16="http://schemas.microsoft.com/office/drawing/2014/main" id="{098AF793-6BE2-FBA1-6B9E-8245DFC7DF8C}"/>
              </a:ext>
            </a:extLst>
          </p:cNvPr>
          <p:cNvSpPr/>
          <p:nvPr/>
        </p:nvSpPr>
        <p:spPr>
          <a:xfrm>
            <a:off x="13313136" y="1752895"/>
            <a:ext cx="10182187" cy="4889500"/>
          </a:xfrm>
          <a:prstGeom prst="rect">
            <a:avLst/>
          </a:prstGeom>
          <a:noFill/>
          <a:ln/>
        </p:spPr>
        <p:txBody>
          <a:bodyPr wrap="square" lIns="0" tIns="0" rIns="0" bIns="0" rtlCol="0" anchor="t"/>
          <a:lstStyle/>
          <a:p>
            <a:pPr marL="0" indent="0" algn="l">
              <a:buNone/>
            </a:pPr>
            <a:endParaRPr lang="en-US" sz="7500"/>
          </a:p>
        </p:txBody>
      </p:sp>
      <p:sp>
        <p:nvSpPr>
          <p:cNvPr id="8" name="Text Placeholder 3">
            <a:extLst>
              <a:ext uri="{FF2B5EF4-FFF2-40B4-BE49-F238E27FC236}">
                <a16:creationId xmlns:a16="http://schemas.microsoft.com/office/drawing/2014/main" id="{C017A7A0-A4CF-3CEA-F9B4-61394B24DAE3}"/>
              </a:ext>
            </a:extLst>
          </p:cNvPr>
          <p:cNvSpPr txBox="1">
            <a:spLocks/>
          </p:cNvSpPr>
          <p:nvPr/>
        </p:nvSpPr>
        <p:spPr>
          <a:xfrm>
            <a:off x="1861459" y="1752895"/>
            <a:ext cx="8527682" cy="9580820"/>
          </a:xfrm>
          <a:prstGeom prst="rect">
            <a:avLst/>
          </a:prstGeom>
        </p:spPr>
        <p:txBody>
          <a:bodyPr vert="horz" lIns="0" tIns="0" rIns="0" bIns="0" rtlCol="0" anchor="ctr">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endParaRPr lang="en-US" sz="9600"/>
          </a:p>
        </p:txBody>
      </p:sp>
      <p:sp>
        <p:nvSpPr>
          <p:cNvPr id="6" name="Text Placeholder 6">
            <a:extLst>
              <a:ext uri="{FF2B5EF4-FFF2-40B4-BE49-F238E27FC236}">
                <a16:creationId xmlns:a16="http://schemas.microsoft.com/office/drawing/2014/main" id="{8CF4C5EF-4E8B-C704-D831-BEB5196E1E65}"/>
              </a:ext>
            </a:extLst>
          </p:cNvPr>
          <p:cNvSpPr txBox="1">
            <a:spLocks/>
          </p:cNvSpPr>
          <p:nvPr/>
        </p:nvSpPr>
        <p:spPr>
          <a:xfrm>
            <a:off x="13226902" y="9930213"/>
            <a:ext cx="10182186" cy="1859945"/>
          </a:xfrm>
          <a:prstGeom prst="rect">
            <a:avLst/>
          </a:prstGeom>
        </p:spPr>
        <p:txBody>
          <a:bodyPr vert="horz" lIns="0" tIns="0" rIns="0" bIns="0" numCol="2" rtlCol="0">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70000"/>
              </a:lnSpc>
            </a:pPr>
            <a:r>
              <a:rPr lang="en-US" sz="2000" noProof="0"/>
              <a:t>Design Research</a:t>
            </a:r>
            <a:br>
              <a:rPr lang="en-US" sz="2000" noProof="0"/>
            </a:br>
            <a:r>
              <a:rPr lang="en-US" sz="2000" noProof="0"/>
              <a:t>Brand Strategy</a:t>
            </a:r>
            <a:br>
              <a:rPr lang="en-US" sz="2000" noProof="0"/>
            </a:br>
            <a:r>
              <a:rPr lang="en-US" sz="2000" noProof="0"/>
              <a:t>Visual Design</a:t>
            </a:r>
            <a:br>
              <a:rPr lang="en-US" sz="2000" noProof="0"/>
            </a:br>
            <a:r>
              <a:rPr lang="en-US" sz="2000" noProof="0"/>
              <a:t>Product Ownership</a:t>
            </a:r>
            <a:br>
              <a:rPr lang="en-US" sz="2000" noProof="0"/>
            </a:br>
            <a:r>
              <a:rPr lang="en-US" sz="2000" noProof="0"/>
              <a:t>User testing &amp; validation</a:t>
            </a:r>
            <a:br>
              <a:rPr lang="en-US" sz="2000" noProof="0"/>
            </a:br>
            <a:r>
              <a:rPr lang="en-US" sz="2000" noProof="0"/>
              <a:t>Experience Design </a:t>
            </a:r>
            <a:br>
              <a:rPr lang="en-US" sz="2000" noProof="0"/>
            </a:br>
            <a:r>
              <a:rPr lang="en-US" sz="2000" noProof="0"/>
              <a:t>Front-end development</a:t>
            </a:r>
            <a:br>
              <a:rPr lang="en-US" sz="2000" noProof="0"/>
            </a:br>
            <a:r>
              <a:rPr lang="en-US" sz="2000" noProof="0"/>
              <a:t>Technical Architecture</a:t>
            </a:r>
            <a:br>
              <a:rPr lang="en-US" sz="2000" noProof="0"/>
            </a:br>
            <a:r>
              <a:rPr lang="en-US" sz="2000" noProof="0"/>
              <a:t>Backend Integrations</a:t>
            </a:r>
            <a:br>
              <a:rPr lang="en-US" sz="2000" noProof="0"/>
            </a:br>
            <a:r>
              <a:rPr lang="en-US" sz="2000" noProof="0"/>
              <a:t>Cyber Strategy</a:t>
            </a:r>
          </a:p>
        </p:txBody>
      </p:sp>
      <p:cxnSp>
        <p:nvCxnSpPr>
          <p:cNvPr id="43" name="Straight Connector 42">
            <a:extLst>
              <a:ext uri="{FF2B5EF4-FFF2-40B4-BE49-F238E27FC236}">
                <a16:creationId xmlns:a16="http://schemas.microsoft.com/office/drawing/2014/main" id="{2F45C76D-C6B8-09C3-807D-29720FA55F6B}"/>
              </a:ext>
            </a:extLst>
          </p:cNvPr>
          <p:cNvCxnSpPr/>
          <p:nvPr/>
        </p:nvCxnSpPr>
        <p:spPr>
          <a:xfrm>
            <a:off x="13226902" y="5355270"/>
            <a:ext cx="1018218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05F51274-EBA1-2E2E-7FF2-6A792F4A0EFC}"/>
              </a:ext>
            </a:extLst>
          </p:cNvPr>
          <p:cNvPicPr>
            <a:picLocks noChangeAspect="1"/>
          </p:cNvPicPr>
          <p:nvPr/>
        </p:nvPicPr>
        <p:blipFill rotWithShape="1">
          <a:blip r:embed="rId16" cstate="email">
            <a:alphaModFix/>
            <a:extLst>
              <a:ext uri="{28A0092B-C50C-407E-A947-70E740481C1C}">
                <a14:useLocalDpi xmlns:a14="http://schemas.microsoft.com/office/drawing/2010/main"/>
              </a:ext>
            </a:extLst>
          </a:blip>
          <a:srcRect/>
          <a:stretch/>
        </p:blipFill>
        <p:spPr>
          <a:xfrm>
            <a:off x="1633400" y="8705088"/>
            <a:ext cx="9582102" cy="987551"/>
          </a:xfrm>
          <a:prstGeom prst="rect">
            <a:avLst/>
          </a:prstGeom>
        </p:spPr>
      </p:pic>
      <p:sp>
        <p:nvSpPr>
          <p:cNvPr id="45" name="Rectangle 44">
            <a:extLst>
              <a:ext uri="{FF2B5EF4-FFF2-40B4-BE49-F238E27FC236}">
                <a16:creationId xmlns:a16="http://schemas.microsoft.com/office/drawing/2014/main" id="{116E5E24-FA04-6B50-76DA-D97F2AE5829C}"/>
              </a:ext>
            </a:extLst>
          </p:cNvPr>
          <p:cNvSpPr/>
          <p:nvPr/>
        </p:nvSpPr>
        <p:spPr>
          <a:xfrm>
            <a:off x="2281758" y="4544568"/>
            <a:ext cx="1947672" cy="393192"/>
          </a:xfrm>
          <a:prstGeom prst="rect">
            <a:avLst/>
          </a:prstGeom>
          <a:solidFill>
            <a:srgbClr val="202639"/>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atin typeface="Helvetica Light" panose="020B0403020202020204" pitchFamily="34" charset="0"/>
                <a:cs typeface="Arial" panose="020B0604020202020204" pitchFamily="34" charset="0"/>
              </a:rPr>
              <a:t>Manufacturer 00</a:t>
            </a:r>
          </a:p>
        </p:txBody>
      </p:sp>
      <p:sp>
        <p:nvSpPr>
          <p:cNvPr id="46" name="Rectangle 45">
            <a:extLst>
              <a:ext uri="{FF2B5EF4-FFF2-40B4-BE49-F238E27FC236}">
                <a16:creationId xmlns:a16="http://schemas.microsoft.com/office/drawing/2014/main" id="{852E4213-0DA6-3093-6913-09592DAD9A67}"/>
              </a:ext>
            </a:extLst>
          </p:cNvPr>
          <p:cNvSpPr/>
          <p:nvPr/>
        </p:nvSpPr>
        <p:spPr>
          <a:xfrm>
            <a:off x="2269058" y="5092247"/>
            <a:ext cx="677342" cy="176989"/>
          </a:xfrm>
          <a:prstGeom prst="rect">
            <a:avLst/>
          </a:prstGeom>
          <a:solidFill>
            <a:srgbClr val="20263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endParaRPr lang="en-US" sz="800">
              <a:latin typeface="Helvetica Light" panose="020B0403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0C67BBD0-95DF-9258-6FFC-633D8DE94AF7}"/>
              </a:ext>
            </a:extLst>
          </p:cNvPr>
          <p:cNvSpPr/>
          <p:nvPr/>
        </p:nvSpPr>
        <p:spPr>
          <a:xfrm>
            <a:off x="2281758" y="5178281"/>
            <a:ext cx="677342" cy="1769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800">
                <a:latin typeface="Helvetica Light" panose="020B0403020202020204" pitchFamily="34" charset="0"/>
                <a:cs typeface="Arial" panose="020B0604020202020204" pitchFamily="34" charset="0"/>
              </a:rPr>
              <a:t>Name</a:t>
            </a:r>
          </a:p>
        </p:txBody>
      </p:sp>
      <p:sp>
        <p:nvSpPr>
          <p:cNvPr id="49" name="TextBox 48">
            <a:extLst>
              <a:ext uri="{FF2B5EF4-FFF2-40B4-BE49-F238E27FC236}">
                <a16:creationId xmlns:a16="http://schemas.microsoft.com/office/drawing/2014/main" id="{9CE893C3-66B7-74FE-4F9A-390DC2324A34}"/>
              </a:ext>
            </a:extLst>
          </p:cNvPr>
          <p:cNvSpPr txBox="1"/>
          <p:nvPr/>
        </p:nvSpPr>
        <p:spPr>
          <a:xfrm>
            <a:off x="13226902" y="9424195"/>
            <a:ext cx="10232813" cy="556565"/>
          </a:xfrm>
          <a:prstGeom prst="rect">
            <a:avLst/>
          </a:prstGeom>
          <a:noFill/>
        </p:spPr>
        <p:txBody>
          <a:bodyPr wrap="square" lIns="0" tIns="0" rIns="0" bIns="0">
            <a:noAutofit/>
          </a:bodyPr>
          <a:lstStyle/>
          <a:p>
            <a:pPr>
              <a:lnSpc>
                <a:spcPct val="120000"/>
              </a:lnSpc>
            </a:pPr>
            <a:r>
              <a:rPr lang="en-US" sz="2400" noProof="0">
                <a:solidFill>
                  <a:schemeClr val="bg1"/>
                </a:solidFill>
                <a:latin typeface="EYInterstate Regular" panose="02000503020000020004" pitchFamily="2" charset="0"/>
              </a:rPr>
              <a:t>Services</a:t>
            </a:r>
            <a:endParaRPr lang="en-US" sz="2400">
              <a:solidFill>
                <a:schemeClr val="bg1"/>
              </a:solidFill>
              <a:latin typeface="EYInterstate Regular" panose="02000503020000020004" pitchFamily="2" charset="0"/>
            </a:endParaRPr>
          </a:p>
        </p:txBody>
      </p:sp>
      <p:sp>
        <p:nvSpPr>
          <p:cNvPr id="67" name="Text 1">
            <a:extLst>
              <a:ext uri="{FF2B5EF4-FFF2-40B4-BE49-F238E27FC236}">
                <a16:creationId xmlns:a16="http://schemas.microsoft.com/office/drawing/2014/main" id="{1440E77F-D920-B954-8A79-C523225C44C2}"/>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dirty="0">
                <a:ln>
                  <a:noFill/>
                </a:ln>
                <a:solidFill>
                  <a:schemeClr val="bg1">
                    <a:alpha val="50000"/>
                  </a:scheme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dirty="0">
              <a:ln>
                <a:noFill/>
              </a:ln>
              <a:solidFill>
                <a:schemeClr val="bg1">
                  <a:alpha val="50000"/>
                </a:schemeClr>
              </a:solidFill>
              <a:effectLst/>
              <a:uLnTx/>
              <a:uFillTx/>
              <a:latin typeface="Arial" panose="020B0604020202020204"/>
              <a:ea typeface="+mn-ea"/>
              <a:cs typeface="+mn-cs"/>
            </a:endParaRPr>
          </a:p>
        </p:txBody>
      </p:sp>
      <p:pic>
        <p:nvPicPr>
          <p:cNvPr id="3" name="Graphic 2">
            <a:extLst>
              <a:ext uri="{FF2B5EF4-FFF2-40B4-BE49-F238E27FC236}">
                <a16:creationId xmlns:a16="http://schemas.microsoft.com/office/drawing/2014/main" id="{E623F5B0-2FF8-9067-97F0-8A6199308285}"/>
              </a:ext>
            </a:extLst>
          </p:cNvPr>
          <p:cNvPicPr/>
          <p:nvPr/>
        </p:nvPicPr>
        <p:blipFill>
          <a:blip r:embed="rId17">
            <a:extLst>
              <a:ext uri="{96DAC541-7B7A-43D3-8B79-37D633B846F1}">
                <asvg:svgBlip xmlns:asvg="http://schemas.microsoft.com/office/drawing/2016/SVG/main" r:embed="rId18"/>
              </a:ext>
            </a:extLst>
          </a:blip>
          <a:stretch>
            <a:fillRect/>
          </a:stretch>
        </p:blipFill>
        <p:spPr>
          <a:xfrm>
            <a:off x="414854" y="12595806"/>
            <a:ext cx="1937707" cy="751829"/>
          </a:xfrm>
          <a:prstGeom prst="rect">
            <a:avLst/>
          </a:prstGeom>
        </p:spPr>
      </p:pic>
    </p:spTree>
    <p:extLst>
      <p:ext uri="{BB962C8B-B14F-4D97-AF65-F5344CB8AC3E}">
        <p14:creationId xmlns:p14="http://schemas.microsoft.com/office/powerpoint/2010/main" val="2422115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017A7A0-A4CF-3CEA-F9B4-61394B24DAE3}"/>
              </a:ext>
            </a:extLst>
          </p:cNvPr>
          <p:cNvSpPr txBox="1">
            <a:spLocks/>
          </p:cNvSpPr>
          <p:nvPr/>
        </p:nvSpPr>
        <p:spPr>
          <a:xfrm>
            <a:off x="1861458" y="2939670"/>
            <a:ext cx="9222177" cy="9580820"/>
          </a:xfrm>
          <a:prstGeom prst="rect">
            <a:avLst/>
          </a:prstGeom>
        </p:spPr>
        <p:txBody>
          <a:bodyPr vert="horz" lIns="0" tIns="0" rIns="0" bIns="0" rtlCol="0">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9600"/>
          </a:p>
        </p:txBody>
      </p:sp>
      <p:sp>
        <p:nvSpPr>
          <p:cNvPr id="20" name="Text Placeholder 19">
            <a:extLst>
              <a:ext uri="{FF2B5EF4-FFF2-40B4-BE49-F238E27FC236}">
                <a16:creationId xmlns:a16="http://schemas.microsoft.com/office/drawing/2014/main" id="{04744A78-4FE3-27B6-1CAE-B4A2F5915C07}"/>
              </a:ext>
            </a:extLst>
          </p:cNvPr>
          <p:cNvSpPr>
            <a:spLocks noGrp="1"/>
          </p:cNvSpPr>
          <p:nvPr>
            <p:ph type="body" sz="quarter" idx="17"/>
          </p:nvPr>
        </p:nvSpPr>
        <p:spPr>
          <a:xfrm>
            <a:off x="13349046" y="4555888"/>
            <a:ext cx="9937898" cy="6730999"/>
          </a:xfrm>
        </p:spPr>
        <p:txBody>
          <a:bodyPr/>
          <a:lstStyle/>
          <a:p>
            <a:pPr>
              <a:lnSpc>
                <a:spcPct val="100000"/>
              </a:lnSpc>
            </a:pPr>
            <a:r>
              <a:rPr lang="en-US" dirty="0"/>
              <a:t>The digital desk concept is designed with flexibility and self-guidance in mind for advisors. EY learned through primary research that advisors want different levels of personalized experiences. This can involve in-the-moment comparisons to CDs, products from other carriers, and other products. </a:t>
            </a:r>
          </a:p>
          <a:p>
            <a:pPr>
              <a:lnSpc>
                <a:spcPct val="100000"/>
              </a:lnSpc>
            </a:pPr>
            <a:r>
              <a:rPr lang="en-US" dirty="0"/>
              <a:t>Tools and collateral shared with clients must be approved for use and allow advisors to control what information is presented. The Digital Desk puts the power of self-service in the hands of agents, which in turn drives more affinity to the company in a competitive market. </a:t>
            </a:r>
          </a:p>
          <a:p>
            <a:pPr>
              <a:lnSpc>
                <a:spcPct val="100000"/>
              </a:lnSpc>
            </a:pPr>
            <a:r>
              <a:rPr lang="en-US" sz="2400" dirty="0">
                <a:cs typeface="Arial"/>
              </a:rPr>
              <a:t>When a financial services company split from its parent, its brand and digital presence were a blank slate. We partnered with the company before it even had a name or a logo, working to translate the brand into a distinct digital experience designed to reach new audiences.</a:t>
            </a:r>
          </a:p>
          <a:p>
            <a:pPr>
              <a:lnSpc>
                <a:spcPct val="100000"/>
              </a:lnSpc>
            </a:pPr>
            <a:endParaRPr lang="en-US" sz="2400" dirty="0">
              <a:cs typeface="Arial"/>
            </a:endParaRPr>
          </a:p>
          <a:p>
            <a:pPr>
              <a:lnSpc>
                <a:spcPct val="100000"/>
              </a:lnSpc>
            </a:pPr>
            <a:r>
              <a:rPr lang="en-US" sz="2400" dirty="0">
                <a:cs typeface="Arial"/>
              </a:rPr>
              <a:t>More than 60 projects and 7 years later, we’ve remained a trusted partner for digital strategy and design, earning a seat at the table among the company’s leadership. We’ve crafted digital experiences for both customers and advisors, including interactive tools and new products; built out a CMS to provide richer functionality; and generally worked alongside our client as a true partner, responding to needs and positioning them to lead.</a:t>
            </a:r>
            <a:endParaRPr lang="en-US" dirty="0"/>
          </a:p>
        </p:txBody>
      </p:sp>
      <p:sp>
        <p:nvSpPr>
          <p:cNvPr id="16" name="Text Placeholder 2">
            <a:extLst>
              <a:ext uri="{FF2B5EF4-FFF2-40B4-BE49-F238E27FC236}">
                <a16:creationId xmlns:a16="http://schemas.microsoft.com/office/drawing/2014/main" id="{42C7B90C-A25C-7308-6DCE-58E10B79E042}"/>
              </a:ext>
            </a:extLst>
          </p:cNvPr>
          <p:cNvSpPr>
            <a:spLocks noGrp="1"/>
          </p:cNvSpPr>
          <p:nvPr>
            <p:ph type="body" sz="quarter" idx="10"/>
          </p:nvPr>
        </p:nvSpPr>
        <p:spPr>
          <a:xfrm>
            <a:off x="4069207" y="320040"/>
            <a:ext cx="16248762" cy="574675"/>
          </a:xfrm>
        </p:spPr>
        <p:txBody>
          <a:bodyPr vert="horz" lIns="0" tIns="0" rIns="0" bIns="0" rtlCol="0" anchor="t">
            <a:noAutofit/>
          </a:bodyPr>
          <a:lstStyle/>
          <a:p>
            <a:r>
              <a:rPr lang="en-US"/>
              <a:t>DIGITAL DESK FOR LEADING FINANCIAL SERVICE COMPANY </a:t>
            </a:r>
          </a:p>
          <a:p>
            <a:endParaRPr lang="en-US"/>
          </a:p>
        </p:txBody>
      </p:sp>
      <p:sp>
        <p:nvSpPr>
          <p:cNvPr id="18" name="Text Placeholder 17">
            <a:extLst>
              <a:ext uri="{FF2B5EF4-FFF2-40B4-BE49-F238E27FC236}">
                <a16:creationId xmlns:a16="http://schemas.microsoft.com/office/drawing/2014/main" id="{23F20328-27F5-AC94-5138-15F46162BE72}"/>
              </a:ext>
            </a:extLst>
          </p:cNvPr>
          <p:cNvSpPr>
            <a:spLocks noGrp="1"/>
          </p:cNvSpPr>
          <p:nvPr>
            <p:ph type="body" sz="quarter" idx="11"/>
          </p:nvPr>
        </p:nvSpPr>
        <p:spPr>
          <a:xfrm>
            <a:off x="13226901" y="1249358"/>
            <a:ext cx="9937897" cy="3047198"/>
          </a:xfrm>
        </p:spPr>
        <p:txBody>
          <a:bodyPr/>
          <a:lstStyle/>
          <a:p>
            <a:r>
              <a:rPr lang="en-US" sz="7200" dirty="0"/>
              <a:t>Imagining a flexible and </a:t>
            </a:r>
          </a:p>
          <a:p>
            <a:r>
              <a:rPr lang="en-US" sz="7200" dirty="0"/>
              <a:t>self-guided experience for advisors</a:t>
            </a:r>
          </a:p>
          <a:p>
            <a:endParaRPr lang="en-US" sz="7200" dirty="0"/>
          </a:p>
        </p:txBody>
      </p:sp>
      <p:sp>
        <p:nvSpPr>
          <p:cNvPr id="21" name="Text 1">
            <a:extLst>
              <a:ext uri="{FF2B5EF4-FFF2-40B4-BE49-F238E27FC236}">
                <a16:creationId xmlns:a16="http://schemas.microsoft.com/office/drawing/2014/main" id="{AE10718A-F0F2-DFFB-A3F3-2D9332EECB98}"/>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chemeClr val="bg1">
                    <a:alpha val="50000"/>
                  </a:scheme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chemeClr val="bg1">
                  <a:alpha val="50000"/>
                </a:schemeClr>
              </a:solidFill>
              <a:effectLst/>
              <a:uLnTx/>
              <a:uFillTx/>
              <a:latin typeface="Arial" panose="020B0604020202020204"/>
              <a:ea typeface="+mn-ea"/>
              <a:cs typeface="+mn-cs"/>
            </a:endParaRPr>
          </a:p>
        </p:txBody>
      </p:sp>
      <p:cxnSp>
        <p:nvCxnSpPr>
          <p:cNvPr id="19" name="Straight Connector 18">
            <a:extLst>
              <a:ext uri="{FF2B5EF4-FFF2-40B4-BE49-F238E27FC236}">
                <a16:creationId xmlns:a16="http://schemas.microsoft.com/office/drawing/2014/main" id="{7A102A55-117D-BD65-3227-34B01366B170}"/>
              </a:ext>
            </a:extLst>
          </p:cNvPr>
          <p:cNvCxnSpPr/>
          <p:nvPr/>
        </p:nvCxnSpPr>
        <p:spPr>
          <a:xfrm>
            <a:off x="13226902" y="4420117"/>
            <a:ext cx="1018218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5AB7EFB5-1366-B2C0-4AAF-52B7DB2E728E}"/>
              </a:ext>
            </a:extLst>
          </p:cNvPr>
          <p:cNvGrpSpPr/>
          <p:nvPr/>
        </p:nvGrpSpPr>
        <p:grpSpPr>
          <a:xfrm>
            <a:off x="1349544" y="3305175"/>
            <a:ext cx="10167620" cy="7105650"/>
            <a:chOff x="1349544" y="3305175"/>
            <a:chExt cx="10167620" cy="7105650"/>
          </a:xfrm>
        </p:grpSpPr>
        <p:sp>
          <p:nvSpPr>
            <p:cNvPr id="23" name="Shape 7">
              <a:extLst>
                <a:ext uri="{FF2B5EF4-FFF2-40B4-BE49-F238E27FC236}">
                  <a16:creationId xmlns:a16="http://schemas.microsoft.com/office/drawing/2014/main" id="{899C3F0B-F0EF-6A38-B551-95CF7D030A16}"/>
                </a:ext>
              </a:extLst>
            </p:cNvPr>
            <p:cNvSpPr/>
            <p:nvPr/>
          </p:nvSpPr>
          <p:spPr>
            <a:xfrm>
              <a:off x="1359070" y="3314700"/>
              <a:ext cx="10148568" cy="7086600"/>
            </a:xfrm>
            <a:prstGeom prst="rect">
              <a:avLst/>
            </a:prstGeom>
            <a:noFill/>
            <a:ln/>
          </p:spPr>
          <p:txBody>
            <a:bodyPr/>
            <a:lstStyle/>
            <a:p>
              <a:endParaRPr lang="es-AR"/>
            </a:p>
          </p:txBody>
        </p:sp>
        <p:pic>
          <p:nvPicPr>
            <p:cNvPr id="24" name="Image 6" descr=" ">
              <a:extLst>
                <a:ext uri="{FF2B5EF4-FFF2-40B4-BE49-F238E27FC236}">
                  <a16:creationId xmlns:a16="http://schemas.microsoft.com/office/drawing/2014/main" id="{BC61B162-B318-A2A7-2B33-EFAEDD0700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9544" y="3305175"/>
              <a:ext cx="10167620" cy="6797985"/>
            </a:xfrm>
            <a:prstGeom prst="rect">
              <a:avLst/>
            </a:prstGeom>
          </p:spPr>
        </p:pic>
        <p:pic>
          <p:nvPicPr>
            <p:cNvPr id="25" name="Image 7" descr=" ">
              <a:extLst>
                <a:ext uri="{FF2B5EF4-FFF2-40B4-BE49-F238E27FC236}">
                  <a16:creationId xmlns:a16="http://schemas.microsoft.com/office/drawing/2014/main" id="{F4F2D7D3-A855-987E-9956-8479F79186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9544" y="10084107"/>
              <a:ext cx="10166964" cy="326718"/>
            </a:xfrm>
            <a:prstGeom prst="rect">
              <a:avLst/>
            </a:prstGeom>
          </p:spPr>
        </p:pic>
        <p:pic>
          <p:nvPicPr>
            <p:cNvPr id="26" name="Image 8" descr=" ">
              <a:extLst>
                <a:ext uri="{FF2B5EF4-FFF2-40B4-BE49-F238E27FC236}">
                  <a16:creationId xmlns:a16="http://schemas.microsoft.com/office/drawing/2014/main" id="{210EA646-7589-22C3-C4E6-AF5C0544EE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20918" y="10084107"/>
              <a:ext cx="1424873" cy="101095"/>
            </a:xfrm>
            <a:prstGeom prst="rect">
              <a:avLst/>
            </a:prstGeom>
          </p:spPr>
        </p:pic>
        <p:pic>
          <p:nvPicPr>
            <p:cNvPr id="27" name="Image 9" descr=" ">
              <a:extLst>
                <a:ext uri="{FF2B5EF4-FFF2-40B4-BE49-F238E27FC236}">
                  <a16:creationId xmlns:a16="http://schemas.microsoft.com/office/drawing/2014/main" id="{C31F4C8B-969C-DA63-D3BE-9A8E5B11860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9805" y="10258453"/>
              <a:ext cx="10147099" cy="19050"/>
            </a:xfrm>
            <a:prstGeom prst="rect">
              <a:avLst/>
            </a:prstGeom>
          </p:spPr>
        </p:pic>
        <p:pic>
          <p:nvPicPr>
            <p:cNvPr id="28" name="Image 10" descr=" ">
              <a:extLst>
                <a:ext uri="{FF2B5EF4-FFF2-40B4-BE49-F238E27FC236}">
                  <a16:creationId xmlns:a16="http://schemas.microsoft.com/office/drawing/2014/main" id="{2394F754-9CD6-F6E2-D88C-F9A98312EFAD}"/>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1625803" y="3708400"/>
              <a:ext cx="9589699" cy="5994078"/>
            </a:xfrm>
            <a:prstGeom prst="rect">
              <a:avLst/>
            </a:prstGeom>
          </p:spPr>
        </p:pic>
        <p:sp>
          <p:nvSpPr>
            <p:cNvPr id="29" name="Shape 8">
              <a:extLst>
                <a:ext uri="{FF2B5EF4-FFF2-40B4-BE49-F238E27FC236}">
                  <a16:creationId xmlns:a16="http://schemas.microsoft.com/office/drawing/2014/main" id="{71EE1BDB-5D33-A068-0ED4-C7F12499B36A}"/>
                </a:ext>
              </a:extLst>
            </p:cNvPr>
            <p:cNvSpPr/>
            <p:nvPr/>
          </p:nvSpPr>
          <p:spPr>
            <a:xfrm>
              <a:off x="1625803" y="3708400"/>
              <a:ext cx="9589699" cy="5994078"/>
            </a:xfrm>
            <a:prstGeom prst="roundRect">
              <a:avLst>
                <a:gd name="adj" fmla="val 153"/>
              </a:avLst>
            </a:prstGeom>
            <a:noFill/>
            <a:ln w="25400">
              <a:solidFill>
                <a:srgbClr val="FFFFFF">
                  <a:alpha val="50000"/>
                </a:srgbClr>
              </a:solidFill>
              <a:prstDash val="solid"/>
            </a:ln>
          </p:spPr>
          <p:txBody>
            <a:bodyPr/>
            <a:lstStyle/>
            <a:p>
              <a:endParaRPr lang="es-AR"/>
            </a:p>
          </p:txBody>
        </p:sp>
        <p:pic>
          <p:nvPicPr>
            <p:cNvPr id="30" name="Image 11" descr=" ">
              <a:extLst>
                <a:ext uri="{FF2B5EF4-FFF2-40B4-BE49-F238E27FC236}">
                  <a16:creationId xmlns:a16="http://schemas.microsoft.com/office/drawing/2014/main" id="{7CD0ABB8-AED2-474A-5065-ECDB798B101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87886" y="3489722"/>
              <a:ext cx="90910" cy="90903"/>
            </a:xfrm>
            <a:prstGeom prst="rect">
              <a:avLst/>
            </a:prstGeom>
          </p:spPr>
        </p:pic>
      </p:grpSp>
      <p:grpSp>
        <p:nvGrpSpPr>
          <p:cNvPr id="17" name="Group 16">
            <a:extLst>
              <a:ext uri="{FF2B5EF4-FFF2-40B4-BE49-F238E27FC236}">
                <a16:creationId xmlns:a16="http://schemas.microsoft.com/office/drawing/2014/main" id="{8FE11C56-028B-66B4-FCED-35726E5662AD}"/>
              </a:ext>
            </a:extLst>
          </p:cNvPr>
          <p:cNvGrpSpPr/>
          <p:nvPr/>
        </p:nvGrpSpPr>
        <p:grpSpPr>
          <a:xfrm>
            <a:off x="1643155" y="3708401"/>
            <a:ext cx="9589699" cy="5994078"/>
            <a:chOff x="-2" y="3619"/>
            <a:chExt cx="17460059" cy="10913477"/>
          </a:xfrm>
          <a:effectLst/>
        </p:grpSpPr>
        <p:grpSp>
          <p:nvGrpSpPr>
            <p:cNvPr id="4" name="Group 3">
              <a:extLst>
                <a:ext uri="{FF2B5EF4-FFF2-40B4-BE49-F238E27FC236}">
                  <a16:creationId xmlns:a16="http://schemas.microsoft.com/office/drawing/2014/main" id="{4B97324D-379D-D29D-34EE-8B89A77D17E1}"/>
                </a:ext>
              </a:extLst>
            </p:cNvPr>
            <p:cNvGrpSpPr/>
            <p:nvPr/>
          </p:nvGrpSpPr>
          <p:grpSpPr>
            <a:xfrm>
              <a:off x="-2" y="3619"/>
              <a:ext cx="17460059" cy="10913477"/>
              <a:chOff x="-2" y="3619"/>
              <a:chExt cx="17460059" cy="10913477"/>
            </a:xfrm>
          </p:grpSpPr>
          <p:pic>
            <p:nvPicPr>
              <p:cNvPr id="2" name="Image" descr="Image">
                <a:extLst>
                  <a:ext uri="{FF2B5EF4-FFF2-40B4-BE49-F238E27FC236}">
                    <a16:creationId xmlns:a16="http://schemas.microsoft.com/office/drawing/2014/main" id="{CCE0A96B-FD75-E4E5-BFF6-3AFC634ED99F}"/>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r="-184"/>
              <a:stretch/>
            </p:blipFill>
            <p:spPr>
              <a:xfrm>
                <a:off x="-2" y="3619"/>
                <a:ext cx="17460059" cy="10913477"/>
              </a:xfrm>
              <a:prstGeom prst="rect">
                <a:avLst/>
              </a:prstGeom>
              <a:ln w="12700">
                <a:miter lim="400000"/>
              </a:ln>
              <a:effectLst/>
            </p:spPr>
          </p:pic>
          <p:sp>
            <p:nvSpPr>
              <p:cNvPr id="3" name="Rectangle 2">
                <a:extLst>
                  <a:ext uri="{FF2B5EF4-FFF2-40B4-BE49-F238E27FC236}">
                    <a16:creationId xmlns:a16="http://schemas.microsoft.com/office/drawing/2014/main" id="{36C99DED-541C-2B7F-56A5-EADC840FFF1C}"/>
                  </a:ext>
                </a:extLst>
              </p:cNvPr>
              <p:cNvSpPr/>
              <p:nvPr/>
            </p:nvSpPr>
            <p:spPr>
              <a:xfrm>
                <a:off x="804322" y="268719"/>
                <a:ext cx="3742278" cy="9258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4FC8D253-4598-3937-93D0-A9349C3294D2}"/>
                </a:ext>
              </a:extLst>
            </p:cNvPr>
            <p:cNvSpPr/>
            <p:nvPr/>
          </p:nvSpPr>
          <p:spPr>
            <a:xfrm>
              <a:off x="1422400" y="2379133"/>
              <a:ext cx="973667" cy="347134"/>
            </a:xfrm>
            <a:prstGeom prst="rect">
              <a:avLst/>
            </a:prstGeom>
            <a:solidFill>
              <a:srgbClr val="05B0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37426E87-E510-F325-9E81-75C12EEFC59D}"/>
              </a:ext>
            </a:extLst>
          </p:cNvPr>
          <p:cNvSpPr txBox="1"/>
          <p:nvPr/>
        </p:nvSpPr>
        <p:spPr>
          <a:xfrm>
            <a:off x="1451703" y="1175197"/>
            <a:ext cx="9937897" cy="1200329"/>
          </a:xfrm>
          <a:prstGeom prst="rect">
            <a:avLst/>
          </a:prstGeom>
          <a:noFill/>
        </p:spPr>
        <p:txBody>
          <a:bodyPr wrap="square">
            <a:spAutoFit/>
          </a:bodyPr>
          <a:lstStyle/>
          <a:p>
            <a:r>
              <a:rPr lang="en-IN" sz="3600" dirty="0">
                <a:solidFill>
                  <a:schemeClr val="bg1"/>
                </a:solidFill>
                <a:latin typeface="EYInterstate Light"/>
                <a:cs typeface="Arial"/>
              </a:rPr>
              <a:t>Building a new brand’s omni-channel digital experience from the ground up</a:t>
            </a:r>
          </a:p>
        </p:txBody>
      </p:sp>
      <p:sp>
        <p:nvSpPr>
          <p:cNvPr id="11" name="Text Placeholder 2">
            <a:extLst>
              <a:ext uri="{FF2B5EF4-FFF2-40B4-BE49-F238E27FC236}">
                <a16:creationId xmlns:a16="http://schemas.microsoft.com/office/drawing/2014/main" id="{06630254-4D32-A0A6-A7F9-77A3E82F1F16}"/>
              </a:ext>
            </a:extLst>
          </p:cNvPr>
          <p:cNvSpPr txBox="1">
            <a:spLocks/>
          </p:cNvSpPr>
          <p:nvPr/>
        </p:nvSpPr>
        <p:spPr>
          <a:xfrm>
            <a:off x="1643155" y="2503687"/>
            <a:ext cx="8462810" cy="830742"/>
          </a:xfrm>
          <a:prstGeom prst="rect">
            <a:avLst/>
          </a:prstGeom>
        </p:spPr>
        <p:txBody>
          <a:bodyPr vert="horz" lIns="0" tIns="0" rIns="0" bIns="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400" dirty="0">
                <a:solidFill>
                  <a:schemeClr val="bg1"/>
                </a:solidFill>
                <a:latin typeface="EYInterstate Light"/>
                <a:cs typeface="Arial"/>
              </a:rPr>
              <a:t>A long-term digital partnership pays off as customers find value in role-based websites, interactive tools, and much, much more</a:t>
            </a:r>
            <a:endParaRPr lang="en-US" sz="2400" dirty="0">
              <a:solidFill>
                <a:schemeClr val="bg1"/>
              </a:solidFill>
            </a:endParaRPr>
          </a:p>
        </p:txBody>
      </p:sp>
      <p:sp>
        <p:nvSpPr>
          <p:cNvPr id="12" name="TextBox 11">
            <a:extLst>
              <a:ext uri="{FF2B5EF4-FFF2-40B4-BE49-F238E27FC236}">
                <a16:creationId xmlns:a16="http://schemas.microsoft.com/office/drawing/2014/main" id="{8252AD98-D7F9-0039-7514-692A869B27E2}"/>
              </a:ext>
            </a:extLst>
          </p:cNvPr>
          <p:cNvSpPr txBox="1"/>
          <p:nvPr/>
        </p:nvSpPr>
        <p:spPr>
          <a:xfrm>
            <a:off x="13349047" y="12466642"/>
            <a:ext cx="9937897" cy="7294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120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a:rPr>
              <a:t>Services we provided: </a:t>
            </a:r>
            <a:r>
              <a:rPr kumimoji="0" lang="en-US" sz="1800" b="0" i="0" u="none" strike="noStrike" kern="1200" cap="none" spc="0" normalizeH="0" baseline="0" noProof="0" dirty="0">
                <a:ln>
                  <a:noFill/>
                </a:ln>
                <a:solidFill>
                  <a:schemeClr val="bg1"/>
                </a:solidFill>
                <a:effectLst/>
                <a:uLnTx/>
                <a:uFillTx/>
                <a:latin typeface="EYInterstate Light" panose="02000506000000020004" pitchFamily="2" charset="0"/>
                <a:ea typeface="+mn-ea"/>
                <a:cs typeface="Arial"/>
              </a:rPr>
              <a:t>Digital Strategy; Product Strategy; Digital Capability Readiness; User testing &amp; validation; Experience Design &amp; Digital Design System; Adobe AEM development</a:t>
            </a:r>
          </a:p>
        </p:txBody>
      </p:sp>
      <p:pic>
        <p:nvPicPr>
          <p:cNvPr id="13" name="Picture Placeholder 12" descr="A screenshot of a phone&#10;&#10;Description automatically generated with medium confidence">
            <a:extLst>
              <a:ext uri="{FF2B5EF4-FFF2-40B4-BE49-F238E27FC236}">
                <a16:creationId xmlns:a16="http://schemas.microsoft.com/office/drawing/2014/main" id="{2179EC88-9D8A-E36F-8457-014E843A3861}"/>
              </a:ext>
            </a:extLst>
          </p:cNvPr>
          <p:cNvPicPr>
            <a:picLocks noGrp="1" noChangeAspect="1"/>
          </p:cNvPicPr>
          <p:nvPr>
            <p:ph type="pic" sz="quarter" idx="12"/>
          </p:nvPr>
        </p:nvPicPr>
        <p:blipFill>
          <a:blip r:embed="rId15" cstate="email">
            <a:extLst>
              <a:ext uri="{28A0092B-C50C-407E-A947-70E740481C1C}">
                <a14:useLocalDpi xmlns:a14="http://schemas.microsoft.com/office/drawing/2010/main"/>
              </a:ext>
            </a:extLst>
          </a:blip>
          <a:srcRect/>
          <a:stretch/>
        </p:blipFill>
        <p:spPr>
          <a:xfrm>
            <a:off x="10441104" y="9248740"/>
            <a:ext cx="2054810" cy="3947397"/>
          </a:xfrm>
        </p:spPr>
      </p:pic>
      <p:sp>
        <p:nvSpPr>
          <p:cNvPr id="14" name="Text Placeholder 29">
            <a:extLst>
              <a:ext uri="{FF2B5EF4-FFF2-40B4-BE49-F238E27FC236}">
                <a16:creationId xmlns:a16="http://schemas.microsoft.com/office/drawing/2014/main" id="{9C35685F-A6CB-702E-DC68-6F063F058B41}"/>
              </a:ext>
            </a:extLst>
          </p:cNvPr>
          <p:cNvSpPr txBox="1">
            <a:spLocks/>
          </p:cNvSpPr>
          <p:nvPr/>
        </p:nvSpPr>
        <p:spPr>
          <a:xfrm>
            <a:off x="1336630" y="10621185"/>
            <a:ext cx="8878228" cy="1508195"/>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b="1" i="1" dirty="0">
                <a:solidFill>
                  <a:schemeClr val="bg1"/>
                </a:solidFill>
              </a:rPr>
              <a:t>“After so many successful project, EY has truly earned a seat at the table. We've seen our partnership deliver incredible value.”</a:t>
            </a:r>
          </a:p>
        </p:txBody>
      </p:sp>
      <p:sp>
        <p:nvSpPr>
          <p:cNvPr id="15" name="Text Placeholder 28">
            <a:extLst>
              <a:ext uri="{FF2B5EF4-FFF2-40B4-BE49-F238E27FC236}">
                <a16:creationId xmlns:a16="http://schemas.microsoft.com/office/drawing/2014/main" id="{DCF2EA4C-CA44-56CF-7985-37E528DC9061}"/>
              </a:ext>
            </a:extLst>
          </p:cNvPr>
          <p:cNvSpPr txBox="1">
            <a:spLocks/>
          </p:cNvSpPr>
          <p:nvPr/>
        </p:nvSpPr>
        <p:spPr>
          <a:xfrm>
            <a:off x="6207595" y="12162790"/>
            <a:ext cx="3898370" cy="506770"/>
          </a:xfrm>
          <a:prstGeom prst="rect">
            <a:avLst/>
          </a:prstGeom>
        </p:spPr>
        <p:txBody>
          <a:bodyPr vert="horz" lIns="0" tIns="0" rIns="0" bIns="0" rtlCol="0">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Chief Experience Officer</a:t>
            </a:r>
          </a:p>
          <a:p>
            <a:endParaRPr lang="en-US" dirty="0"/>
          </a:p>
        </p:txBody>
      </p:sp>
    </p:spTree>
    <p:extLst>
      <p:ext uri="{BB962C8B-B14F-4D97-AF65-F5344CB8AC3E}">
        <p14:creationId xmlns:p14="http://schemas.microsoft.com/office/powerpoint/2010/main" val="1321709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B2A4A532-AD6B-48C5-0EEF-B22818DCEA86}"/>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p:pic>
      <p:sp>
        <p:nvSpPr>
          <p:cNvPr id="4" name="Text Placeholder 3">
            <a:extLst>
              <a:ext uri="{FF2B5EF4-FFF2-40B4-BE49-F238E27FC236}">
                <a16:creationId xmlns:a16="http://schemas.microsoft.com/office/drawing/2014/main" id="{0678B91C-9037-0820-D603-1BC255236D38}"/>
              </a:ext>
            </a:extLst>
          </p:cNvPr>
          <p:cNvSpPr>
            <a:spLocks noGrp="1"/>
          </p:cNvSpPr>
          <p:nvPr>
            <p:ph type="body" sz="quarter" idx="17"/>
          </p:nvPr>
        </p:nvSpPr>
        <p:spPr>
          <a:xfrm>
            <a:off x="13494040" y="3579196"/>
            <a:ext cx="9774521" cy="6401853"/>
          </a:xfrm>
        </p:spPr>
        <p:txBody>
          <a:bodyPr lIns="0" tIns="0" rIns="0" bIns="0" anchor="t">
            <a:noAutofit/>
          </a:bodyPr>
          <a:lstStyle/>
          <a:p>
            <a:pPr>
              <a:lnSpc>
                <a:spcPct val="100000"/>
              </a:lnSpc>
            </a:pPr>
            <a:r>
              <a:rPr lang="en-US" b="1" dirty="0">
                <a:latin typeface="EYInterstate Light"/>
                <a:ea typeface="EYInterstate Regular"/>
              </a:rPr>
              <a:t>Situation</a:t>
            </a:r>
            <a:endParaRPr lang="en-US" dirty="0"/>
          </a:p>
          <a:p>
            <a:pPr>
              <a:lnSpc>
                <a:spcPct val="100000"/>
              </a:lnSpc>
            </a:pPr>
            <a:r>
              <a:rPr lang="en-US" dirty="0">
                <a:cs typeface="Arial"/>
              </a:rPr>
              <a:t>A global financial services and credit card provider had created a developer portal to allow partners to interface with their APIs and services. But adoption was impeded by factors including limited usability, lack of key features (e.g., sandboxes), and a manual set-up process. The client wished to gain a greater understanding of the  user needs to drive their future product roadmap.</a:t>
            </a:r>
            <a:endParaRPr lang="en-US" dirty="0"/>
          </a:p>
          <a:p>
            <a:pPr>
              <a:lnSpc>
                <a:spcPct val="100000"/>
              </a:lnSpc>
            </a:pPr>
            <a:endParaRPr lang="en-US" dirty="0">
              <a:latin typeface="EYInterstate Light"/>
              <a:ea typeface="EYInterstate Regular"/>
            </a:endParaRPr>
          </a:p>
          <a:p>
            <a:pPr>
              <a:lnSpc>
                <a:spcPct val="100000"/>
              </a:lnSpc>
            </a:pPr>
            <a:r>
              <a:rPr lang="en-US" b="1" dirty="0">
                <a:latin typeface="EYInterstate Light"/>
                <a:ea typeface="EYInterstate Regular"/>
              </a:rPr>
              <a:t>Solution</a:t>
            </a:r>
            <a:br>
              <a:rPr lang="en-US" dirty="0">
                <a:latin typeface="EYInterstate Light"/>
              </a:rPr>
            </a:br>
            <a:r>
              <a:rPr lang="en-US" dirty="0"/>
              <a:t>EY took a user-centered approach, conducting primary research with both current &amp; prospective business and technical partners to understand their needs and experiences. Internal research was also done to document current state processes and challenges. The resulting findings were visualized in an ecosystem map, user archetypes, and journeys. User feedback was organized via a prioritization framework based on user engagement levels to, inform the portal product roadmap. </a:t>
            </a:r>
          </a:p>
          <a:p>
            <a:pPr>
              <a:lnSpc>
                <a:spcPct val="100000"/>
              </a:lnSpc>
            </a:pPr>
            <a:endParaRPr lang="en-US" dirty="0"/>
          </a:p>
          <a:p>
            <a:pPr>
              <a:lnSpc>
                <a:spcPct val="100000"/>
              </a:lnSpc>
            </a:pPr>
            <a:endParaRPr lang="en-US" dirty="0"/>
          </a:p>
        </p:txBody>
      </p:sp>
      <p:sp>
        <p:nvSpPr>
          <p:cNvPr id="5" name="Text Placeholder 4">
            <a:extLst>
              <a:ext uri="{FF2B5EF4-FFF2-40B4-BE49-F238E27FC236}">
                <a16:creationId xmlns:a16="http://schemas.microsoft.com/office/drawing/2014/main" id="{58918790-D5AB-FBD2-5525-1B0DA99FD7EE}"/>
              </a:ext>
            </a:extLst>
          </p:cNvPr>
          <p:cNvSpPr>
            <a:spLocks noGrp="1"/>
          </p:cNvSpPr>
          <p:nvPr>
            <p:ph type="body" sz="quarter" idx="18"/>
          </p:nvPr>
        </p:nvSpPr>
        <p:spPr>
          <a:xfrm>
            <a:off x="13620499" y="992117"/>
            <a:ext cx="9521602" cy="1524000"/>
          </a:xfrm>
        </p:spPr>
        <p:txBody>
          <a:bodyPr lIns="0" tIns="0" rIns="0" bIns="0" anchor="t">
            <a:noAutofit/>
          </a:bodyPr>
          <a:lstStyle/>
          <a:p>
            <a:pPr>
              <a:lnSpc>
                <a:spcPct val="100000"/>
              </a:lnSpc>
            </a:pPr>
            <a:r>
              <a:rPr lang="en-US" dirty="0">
                <a:effectLst/>
                <a:latin typeface="Source Serif 4 14pt Light"/>
              </a:rPr>
              <a:t>Developing a strategy for an enhanced developer portal</a:t>
            </a:r>
            <a:endParaRPr lang="en-US" dirty="0"/>
          </a:p>
        </p:txBody>
      </p:sp>
      <p:sp>
        <p:nvSpPr>
          <p:cNvPr id="24" name="Text 1">
            <a:extLst>
              <a:ext uri="{FF2B5EF4-FFF2-40B4-BE49-F238E27FC236}">
                <a16:creationId xmlns:a16="http://schemas.microsoft.com/office/drawing/2014/main" id="{AD402A0C-EC6E-44B0-9048-ECED4BB2FE3E}"/>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chemeClr val="bg1">
                    <a:alpha val="50000"/>
                  </a:scheme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chemeClr val="bg1">
                  <a:alpha val="50000"/>
                </a:schemeClr>
              </a:solidFill>
              <a:effectLst/>
              <a:uLnTx/>
              <a:uFillTx/>
              <a:latin typeface="Arial" panose="020B0604020202020204"/>
              <a:ea typeface="+mn-ea"/>
              <a:cs typeface="+mn-cs"/>
            </a:endParaRPr>
          </a:p>
        </p:txBody>
      </p:sp>
      <p:pic>
        <p:nvPicPr>
          <p:cNvPr id="2" name="Graphic 1">
            <a:extLst>
              <a:ext uri="{FF2B5EF4-FFF2-40B4-BE49-F238E27FC236}">
                <a16:creationId xmlns:a16="http://schemas.microsoft.com/office/drawing/2014/main" id="{1EE06E01-0EE7-DBE8-5539-CBB57E7C570C}"/>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
        <p:nvSpPr>
          <p:cNvPr id="3" name="Text Placeholder 2">
            <a:extLst>
              <a:ext uri="{FF2B5EF4-FFF2-40B4-BE49-F238E27FC236}">
                <a16:creationId xmlns:a16="http://schemas.microsoft.com/office/drawing/2014/main" id="{1F124342-4607-10EB-AA09-FC7610703F85}"/>
              </a:ext>
            </a:extLst>
          </p:cNvPr>
          <p:cNvSpPr txBox="1">
            <a:spLocks/>
          </p:cNvSpPr>
          <p:nvPr/>
        </p:nvSpPr>
        <p:spPr>
          <a:xfrm>
            <a:off x="13494040" y="12155405"/>
            <a:ext cx="7578954" cy="568478"/>
          </a:xfrm>
          <a:prstGeom prst="rect">
            <a:avLst/>
          </a:prstGeom>
        </p:spPr>
        <p:txBody>
          <a:bodyPr vert="horz" lIns="0" tIns="0" rIns="0" bIns="0" rtlCol="0">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—Product Director</a:t>
            </a:r>
          </a:p>
        </p:txBody>
      </p:sp>
      <p:sp>
        <p:nvSpPr>
          <p:cNvPr id="6" name="Text Placeholder 3">
            <a:extLst>
              <a:ext uri="{FF2B5EF4-FFF2-40B4-BE49-F238E27FC236}">
                <a16:creationId xmlns:a16="http://schemas.microsoft.com/office/drawing/2014/main" id="{9F12ECEA-4855-CEBA-C707-AC24C44B46AC}"/>
              </a:ext>
            </a:extLst>
          </p:cNvPr>
          <p:cNvSpPr txBox="1">
            <a:spLocks/>
          </p:cNvSpPr>
          <p:nvPr/>
        </p:nvSpPr>
        <p:spPr>
          <a:xfrm>
            <a:off x="13494040" y="10293859"/>
            <a:ext cx="8778240" cy="1548736"/>
          </a:xfrm>
          <a:prstGeom prst="rect">
            <a:avLst/>
          </a:prstGeom>
        </p:spPr>
        <p:txBody>
          <a:bodyPr vert="horz" lIns="0" tIns="0" rIns="0" bIns="0" rtlCol="0" anchor="t">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3200" i="1" dirty="0"/>
              <a:t>“Depending on who you are the moment you’re entering the portal, you should be provided different services.  There’s no context of that right now.”</a:t>
            </a:r>
          </a:p>
        </p:txBody>
      </p:sp>
      <p:sp>
        <p:nvSpPr>
          <p:cNvPr id="10" name="TextBox 9">
            <a:extLst>
              <a:ext uri="{FF2B5EF4-FFF2-40B4-BE49-F238E27FC236}">
                <a16:creationId xmlns:a16="http://schemas.microsoft.com/office/drawing/2014/main" id="{E115DE01-85F4-6DD0-8747-6F08E5FB6EAE}"/>
              </a:ext>
            </a:extLst>
          </p:cNvPr>
          <p:cNvSpPr txBox="1"/>
          <p:nvPr/>
        </p:nvSpPr>
        <p:spPr>
          <a:xfrm>
            <a:off x="2463271" y="368365"/>
            <a:ext cx="7499159" cy="707886"/>
          </a:xfrm>
          <a:prstGeom prst="rect">
            <a:avLst/>
          </a:prstGeom>
          <a:noFill/>
        </p:spPr>
        <p:txBody>
          <a:bodyPr wrap="square">
            <a:spAutoFit/>
          </a:bodyPr>
          <a:lstStyle/>
          <a:p>
            <a:r>
              <a:rPr lang="en-IN" sz="4000" dirty="0">
                <a:solidFill>
                  <a:schemeClr val="bg1"/>
                </a:solidFill>
                <a:latin typeface="Source Serif 4 14pt Light"/>
                <a:cs typeface="Arial" panose="020B0604020202020204" pitchFamily="34" charset="0"/>
              </a:rPr>
              <a:t>User ecosystem-driven experience</a:t>
            </a:r>
          </a:p>
        </p:txBody>
      </p:sp>
    </p:spTree>
    <p:extLst>
      <p:ext uri="{BB962C8B-B14F-4D97-AF65-F5344CB8AC3E}">
        <p14:creationId xmlns:p14="http://schemas.microsoft.com/office/powerpoint/2010/main" val="4021326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Screens screenshot of a computer&#10;&#10;Description automatically generated with low confidence">
            <a:extLst>
              <a:ext uri="{FF2B5EF4-FFF2-40B4-BE49-F238E27FC236}">
                <a16:creationId xmlns:a16="http://schemas.microsoft.com/office/drawing/2014/main" id="{02219CF5-2CF9-B883-CA6C-4BD9EC198C91}"/>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2A3C718B-AACB-4960-A0B6-625E82ED7571}"/>
              </a:ext>
            </a:extLst>
          </p:cNvPr>
          <p:cNvSpPr>
            <a:spLocks noGrp="1"/>
          </p:cNvSpPr>
          <p:nvPr>
            <p:ph type="body" sz="quarter" idx="17"/>
          </p:nvPr>
        </p:nvSpPr>
        <p:spPr>
          <a:xfrm>
            <a:off x="13425755" y="3872813"/>
            <a:ext cx="9411943" cy="4435530"/>
          </a:xfrm>
        </p:spPr>
        <p:txBody>
          <a:bodyPr vert="horz" lIns="0" tIns="0" rIns="0" bIns="0" rtlCol="0" anchor="t">
            <a:noAutofit/>
          </a:bodyPr>
          <a:lstStyle/>
          <a:p>
            <a:pPr>
              <a:lnSpc>
                <a:spcPct val="100000"/>
              </a:lnSpc>
            </a:pPr>
            <a:r>
              <a:rPr lang="en-US" sz="2200" b="1" dirty="0">
                <a:latin typeface="EYInterstate Light"/>
                <a:cs typeface="Arial"/>
              </a:rPr>
              <a:t>Situation</a:t>
            </a:r>
          </a:p>
          <a:p>
            <a:pPr>
              <a:lnSpc>
                <a:spcPct val="100000"/>
              </a:lnSpc>
            </a:pPr>
            <a:r>
              <a:rPr lang="en-US" sz="2200" dirty="0">
                <a:latin typeface="EYInterstate Light"/>
                <a:ea typeface="EYInterstate Regular"/>
                <a:cs typeface="Arial"/>
              </a:rPr>
              <a:t>While the fintech boom has put powerful new tools in the hands of investors</a:t>
            </a:r>
            <a:r>
              <a:rPr lang="en-US" sz="2200" b="0" i="0" u="none" strike="noStrike" dirty="0">
                <a:effectLst/>
                <a:latin typeface="EYInterstate Light"/>
                <a:ea typeface="EYInterstate Regular"/>
                <a:cs typeface="Arial"/>
              </a:rPr>
              <a:t>, </a:t>
            </a:r>
            <a:r>
              <a:rPr lang="en-US" sz="2200" dirty="0">
                <a:latin typeface="EYInterstate Light"/>
                <a:ea typeface="EYInterstate Regular"/>
                <a:cs typeface="Arial"/>
              </a:rPr>
              <a:t>it's also created a deeply fractured ecosystem for wealth advisors to navigate. </a:t>
            </a:r>
            <a:endParaRPr lang="en-US" sz="2200" dirty="0"/>
          </a:p>
          <a:p>
            <a:pPr>
              <a:lnSpc>
                <a:spcPct val="100000"/>
              </a:lnSpc>
            </a:pPr>
            <a:endParaRPr lang="en-US" sz="2200" dirty="0"/>
          </a:p>
          <a:p>
            <a:pPr>
              <a:lnSpc>
                <a:spcPct val="100000"/>
              </a:lnSpc>
            </a:pPr>
            <a:r>
              <a:rPr lang="en-US" sz="2200" dirty="0">
                <a:latin typeface="EYInterstate Light"/>
                <a:ea typeface="EYInterstate Regular"/>
                <a:cs typeface="Arial"/>
              </a:rPr>
              <a:t>To better equip its own advisors, a global financial firm turned to us to re-imagine its internal platform as a cohesive digital ecosystem that brings speed and ease to their daily workflow</a:t>
            </a:r>
            <a:r>
              <a:rPr lang="en-US" sz="2200" b="0" i="0" u="none" strike="noStrike" dirty="0">
                <a:effectLst/>
                <a:latin typeface="EYInterstate Light"/>
                <a:ea typeface="EYInterstate Regular"/>
                <a:cs typeface="Arial"/>
              </a:rPr>
              <a:t>.</a:t>
            </a:r>
            <a:endParaRPr lang="en-US" sz="2200" dirty="0">
              <a:latin typeface="EYInterstate Light"/>
            </a:endParaRPr>
          </a:p>
          <a:p>
            <a:pPr>
              <a:lnSpc>
                <a:spcPct val="100000"/>
              </a:lnSpc>
            </a:pPr>
            <a:endParaRPr lang="en-US" sz="2200" dirty="0">
              <a:latin typeface="Open Sans Light" panose="020B0606030504020204" pitchFamily="34" charset="0"/>
            </a:endParaRPr>
          </a:p>
          <a:p>
            <a:pPr>
              <a:lnSpc>
                <a:spcPct val="100000"/>
              </a:lnSpc>
            </a:pPr>
            <a:r>
              <a:rPr lang="en-US" sz="2200" b="1" dirty="0">
                <a:latin typeface="EYInterstate Light"/>
                <a:cs typeface="Arial"/>
              </a:rPr>
              <a:t>Solution</a:t>
            </a:r>
          </a:p>
          <a:p>
            <a:pPr>
              <a:lnSpc>
                <a:spcPct val="100000"/>
              </a:lnSpc>
            </a:pPr>
            <a:r>
              <a:rPr lang="en-US" sz="2200" dirty="0">
                <a:latin typeface="EYInterstate Light"/>
                <a:ea typeface="EYInterstate Regular"/>
                <a:cs typeface="Arial"/>
              </a:rPr>
              <a:t>We created a platform that hid technical complexity from users to create an effortless and focused experience</a:t>
            </a:r>
            <a:r>
              <a:rPr lang="en-US" sz="2200" b="0" i="0" u="none" strike="noStrike" dirty="0">
                <a:effectLst/>
                <a:latin typeface="EYInterstate Light"/>
                <a:ea typeface="EYInterstate Regular"/>
                <a:cs typeface="Arial"/>
              </a:rPr>
              <a:t>. </a:t>
            </a:r>
            <a:r>
              <a:rPr lang="en-US" sz="2200" dirty="0">
                <a:latin typeface="EYInterstate Light"/>
                <a:ea typeface="EYInterstate Regular"/>
                <a:cs typeface="Arial"/>
              </a:rPr>
              <a:t>Now</a:t>
            </a:r>
            <a:r>
              <a:rPr lang="en-US" sz="2200" b="0" i="0" u="none" strike="noStrike" dirty="0">
                <a:effectLst/>
                <a:latin typeface="EYInterstate Light"/>
                <a:ea typeface="EYInterstate Regular"/>
                <a:cs typeface="Arial"/>
              </a:rPr>
              <a:t>, </a:t>
            </a:r>
            <a:r>
              <a:rPr lang="en-US" sz="2200" dirty="0">
                <a:latin typeface="EYInterstate Light"/>
                <a:ea typeface="EYInterstate Regular"/>
                <a:cs typeface="Arial"/>
              </a:rPr>
              <a:t>advisors can be productive and purposeful, accessing everything they need in a single place.</a:t>
            </a:r>
            <a:endParaRPr lang="en-US" sz="2200" dirty="0">
              <a:latin typeface="EYInterstate Light"/>
            </a:endParaRPr>
          </a:p>
          <a:p>
            <a:pPr>
              <a:lnSpc>
                <a:spcPts val="4079"/>
              </a:lnSpc>
            </a:pPr>
            <a:endParaRPr lang="en-US" sz="2200" b="0" i="0" u="none" strike="noStrike" dirty="0">
              <a:effectLst/>
              <a:latin typeface="EYInterstate Regular"/>
              <a:ea typeface="EYInterstate Regular"/>
            </a:endParaRPr>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8"/>
          </p:nvPr>
        </p:nvSpPr>
        <p:spPr>
          <a:xfrm>
            <a:off x="13403265" y="1779301"/>
            <a:ext cx="9653588" cy="1524000"/>
          </a:xfrm>
        </p:spPr>
        <p:txBody>
          <a:bodyPr vert="horz" lIns="0" tIns="0" rIns="0" bIns="0" rtlCol="0" anchor="t">
            <a:noAutofit/>
          </a:bodyPr>
          <a:lstStyle/>
          <a:p>
            <a:pPr>
              <a:lnSpc>
                <a:spcPct val="100000"/>
              </a:lnSpc>
            </a:pPr>
            <a:r>
              <a:rPr lang="en-US" dirty="0">
                <a:latin typeface="Source Serif 4 14pt Light"/>
                <a:cs typeface="Arial"/>
              </a:rPr>
              <a:t>Bringing it all together in an elevated advisor experience</a:t>
            </a:r>
            <a:endParaRPr lang="en-US" dirty="0"/>
          </a:p>
        </p:txBody>
      </p:sp>
      <p:sp>
        <p:nvSpPr>
          <p:cNvPr id="11" name="Text 1">
            <a:extLst>
              <a:ext uri="{FF2B5EF4-FFF2-40B4-BE49-F238E27FC236}">
                <a16:creationId xmlns:a16="http://schemas.microsoft.com/office/drawing/2014/main" id="{13BAB935-CC11-99BF-2D6C-1EA4AC32A7A5}"/>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chemeClr val="bg1">
                    <a:alpha val="50000"/>
                  </a:scheme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chemeClr val="bg1">
                  <a:alpha val="50000"/>
                </a:schemeClr>
              </a:solidFill>
              <a:effectLst/>
              <a:uLnTx/>
              <a:uFillTx/>
              <a:latin typeface="Arial" panose="020B0604020202020204"/>
              <a:ea typeface="+mn-ea"/>
              <a:cs typeface="+mn-cs"/>
            </a:endParaRPr>
          </a:p>
        </p:txBody>
      </p:sp>
      <p:pic>
        <p:nvPicPr>
          <p:cNvPr id="7" name="Graphic 6">
            <a:extLst>
              <a:ext uri="{FF2B5EF4-FFF2-40B4-BE49-F238E27FC236}">
                <a16:creationId xmlns:a16="http://schemas.microsoft.com/office/drawing/2014/main" id="{E2572433-6B99-546F-CEBD-CEB2E1F76CB6}"/>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
        <p:nvSpPr>
          <p:cNvPr id="2" name="Text Placeholder 2">
            <a:extLst>
              <a:ext uri="{FF2B5EF4-FFF2-40B4-BE49-F238E27FC236}">
                <a16:creationId xmlns:a16="http://schemas.microsoft.com/office/drawing/2014/main" id="{EB10A7E0-B370-FCC6-005C-E0823D7403D6}"/>
              </a:ext>
            </a:extLst>
          </p:cNvPr>
          <p:cNvSpPr txBox="1">
            <a:spLocks/>
          </p:cNvSpPr>
          <p:nvPr/>
        </p:nvSpPr>
        <p:spPr>
          <a:xfrm>
            <a:off x="13627276" y="11675555"/>
            <a:ext cx="10302515" cy="795305"/>
          </a:xfrm>
          <a:prstGeom prst="rect">
            <a:avLst/>
          </a:prstGeom>
        </p:spPr>
        <p:txBody>
          <a:bodyPr vert="horz" lIns="0" tIns="0" rIns="0" bIns="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EYInterstate Light"/>
                <a:cs typeface="Arial"/>
              </a:rPr>
              <a:t>- Chief Innovation Officer</a:t>
            </a:r>
            <a:endParaRPr lang="en-US" dirty="0"/>
          </a:p>
        </p:txBody>
      </p:sp>
      <p:sp>
        <p:nvSpPr>
          <p:cNvPr id="5" name="Text Placeholder 3">
            <a:extLst>
              <a:ext uri="{FF2B5EF4-FFF2-40B4-BE49-F238E27FC236}">
                <a16:creationId xmlns:a16="http://schemas.microsoft.com/office/drawing/2014/main" id="{B23BE344-447C-8ECB-5576-FB1B99673DA0}"/>
              </a:ext>
            </a:extLst>
          </p:cNvPr>
          <p:cNvSpPr txBox="1">
            <a:spLocks/>
          </p:cNvSpPr>
          <p:nvPr/>
        </p:nvSpPr>
        <p:spPr>
          <a:xfrm>
            <a:off x="13425755" y="8877855"/>
            <a:ext cx="10333087" cy="2323170"/>
          </a:xfrm>
          <a:prstGeom prst="rect">
            <a:avLst/>
          </a:prstGeom>
        </p:spPr>
        <p:txBody>
          <a:bodyPr vert="horz" lIns="0" tIns="0" rIns="0" bIns="0" rtlCol="0" anchor="t">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3200" i="1" dirty="0">
                <a:latin typeface="EYInterstate Light" panose="02000506000000020004" pitchFamily="2" charset="0"/>
                <a:cs typeface="Arial"/>
              </a:rPr>
              <a:t>“Today's financial advisors have learned to be resourceful through hacks and workarounds. But piecemeal solutions hold them back. We wondered; how could we create a unified platform that helps them thrive?”</a:t>
            </a:r>
            <a:endParaRPr lang="en-US" sz="6600" i="1" dirty="0">
              <a:latin typeface="EYInterstate Light" panose="02000506000000020004" pitchFamily="2" charset="0"/>
            </a:endParaRPr>
          </a:p>
        </p:txBody>
      </p:sp>
      <p:sp>
        <p:nvSpPr>
          <p:cNvPr id="12" name="TextBox 11">
            <a:extLst>
              <a:ext uri="{FF2B5EF4-FFF2-40B4-BE49-F238E27FC236}">
                <a16:creationId xmlns:a16="http://schemas.microsoft.com/office/drawing/2014/main" id="{76FCF778-F375-7464-3E54-818267C16F63}"/>
              </a:ext>
            </a:extLst>
          </p:cNvPr>
          <p:cNvSpPr txBox="1"/>
          <p:nvPr/>
        </p:nvSpPr>
        <p:spPr>
          <a:xfrm rot="16200000">
            <a:off x="-3370910" y="6539603"/>
            <a:ext cx="10156892" cy="523220"/>
          </a:xfrm>
          <a:prstGeom prst="rect">
            <a:avLst/>
          </a:prstGeom>
          <a:noFill/>
        </p:spPr>
        <p:txBody>
          <a:bodyPr wrap="square">
            <a:spAutoFit/>
          </a:bodyPr>
          <a:lstStyle/>
          <a:p>
            <a:r>
              <a:rPr lang="en-IN" sz="2800" dirty="0">
                <a:solidFill>
                  <a:schemeClr val="bg1"/>
                </a:solidFill>
                <a:latin typeface="EYInterstate Light" panose="02000506000000020004" pitchFamily="2" charset="0"/>
              </a:rPr>
              <a:t>Unifying the experience for the modern, global wealth advisor</a:t>
            </a:r>
          </a:p>
        </p:txBody>
      </p:sp>
    </p:spTree>
    <p:extLst>
      <p:ext uri="{BB962C8B-B14F-4D97-AF65-F5344CB8AC3E}">
        <p14:creationId xmlns:p14="http://schemas.microsoft.com/office/powerpoint/2010/main" val="1877883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2" descr="Screens screenshot of a phone&#10;&#10;Description automatically generated with medium confidence">
            <a:extLst>
              <a:ext uri="{FF2B5EF4-FFF2-40B4-BE49-F238E27FC236}">
                <a16:creationId xmlns:a16="http://schemas.microsoft.com/office/drawing/2014/main" id="{E965F685-FC7D-8FB8-AE01-36B9688647B5}"/>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0" y="0"/>
            <a:ext cx="12193588" cy="13716000"/>
          </a:xfrm>
          <a:prstGeom prst="rect">
            <a:avLst/>
          </a:prstGeom>
          <a:gradFill>
            <a:gsLst>
              <a:gs pos="100000">
                <a:schemeClr val="bg1"/>
              </a:gs>
              <a:gs pos="0">
                <a:schemeClr val="tx1"/>
              </a:gs>
            </a:gsLst>
            <a:lin ang="5400000" scaled="1"/>
          </a:gradFill>
        </p:spPr>
      </p:pic>
      <p:sp>
        <p:nvSpPr>
          <p:cNvPr id="13" name="Text 1">
            <a:extLst>
              <a:ext uri="{FF2B5EF4-FFF2-40B4-BE49-F238E27FC236}">
                <a16:creationId xmlns:a16="http://schemas.microsoft.com/office/drawing/2014/main" id="{DA5C2AC2-A306-F06C-E06D-FA72F96AD3ED}"/>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rgbClr val="FFFFFF">
                    <a:alpha val="50000"/>
                  </a:srgb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Text Placeholder 2">
            <a:extLst>
              <a:ext uri="{FF2B5EF4-FFF2-40B4-BE49-F238E27FC236}">
                <a16:creationId xmlns:a16="http://schemas.microsoft.com/office/drawing/2014/main" id="{4AFB316D-8920-9ADE-FD9C-C7352F89757B}"/>
              </a:ext>
            </a:extLst>
          </p:cNvPr>
          <p:cNvSpPr>
            <a:spLocks noGrp="1"/>
          </p:cNvSpPr>
          <p:nvPr>
            <p:ph type="body" sz="quarter" idx="17"/>
          </p:nvPr>
        </p:nvSpPr>
        <p:spPr>
          <a:xfrm>
            <a:off x="13468845" y="2989586"/>
            <a:ext cx="9513985" cy="8072424"/>
          </a:xfrm>
        </p:spPr>
        <p:txBody>
          <a:bodyPr/>
          <a:lstStyle/>
          <a:p>
            <a:pPr>
              <a:lnSpc>
                <a:spcPct val="100000"/>
              </a:lnSpc>
            </a:pPr>
            <a:r>
              <a:rPr lang="en-US" b="1" dirty="0">
                <a:latin typeface="EYInterstate Light" panose="02000506000000020004" pitchFamily="2" charset="0"/>
              </a:rPr>
              <a:t>Situation</a:t>
            </a:r>
            <a:endParaRPr lang="en-US" b="1" dirty="0"/>
          </a:p>
          <a:p>
            <a:pPr>
              <a:lnSpc>
                <a:spcPct val="100000"/>
              </a:lnSpc>
            </a:pPr>
            <a:r>
              <a:rPr lang="en-US" dirty="0"/>
              <a:t>A national auto insurer launched an entirely new business and platform targeted at Millennials.  The entire experience was mobile first – from snapping a photo of your license, answering three questions and getting your monthly price – to an app that allowed you to get insights to your driving behavior, receive information in simple, jargon-free language or file a claim.  The mobile application was integrated with a third-party GPS service that over time would influence future pricing adjustments and deeper behavioral insights. EY partnered to help bring the concept to life, from hackathon through user research, design and finally, application development.</a:t>
            </a:r>
          </a:p>
          <a:p>
            <a:pPr>
              <a:lnSpc>
                <a:spcPct val="100000"/>
              </a:lnSpc>
            </a:pPr>
            <a:endParaRPr lang="en-US" dirty="0"/>
          </a:p>
          <a:p>
            <a:pPr>
              <a:lnSpc>
                <a:spcPct val="100000"/>
              </a:lnSpc>
            </a:pPr>
            <a:r>
              <a:rPr lang="en-US" b="1" dirty="0"/>
              <a:t>Solution</a:t>
            </a:r>
            <a:br>
              <a:rPr lang="en-US" dirty="0"/>
            </a:br>
            <a:r>
              <a:rPr lang="en-US" dirty="0"/>
              <a:t>Building on the EY Nexus Platform, a cloud-based solution for insurance to accelerate the time to market, we innovated, designed, tested, and engineered an entirely digital business to a new segment of insurance buyers.</a:t>
            </a:r>
          </a:p>
          <a:p>
            <a:pPr>
              <a:lnSpc>
                <a:spcPct val="100000"/>
              </a:lnSpc>
            </a:pPr>
            <a:endParaRPr lang="en-US" dirty="0"/>
          </a:p>
          <a:p>
            <a:pPr>
              <a:lnSpc>
                <a:spcPct val="100000"/>
              </a:lnSpc>
            </a:pPr>
            <a:r>
              <a:rPr lang="en-US" b="1" dirty="0"/>
              <a:t>Results</a:t>
            </a:r>
          </a:p>
          <a:p>
            <a:pPr>
              <a:lnSpc>
                <a:spcPct val="100000"/>
              </a:lnSpc>
            </a:pPr>
            <a:r>
              <a:rPr lang="en-US" dirty="0"/>
              <a:t>After just 8 months of design and development, an entirely new auto insurance business was launched in the State of Texas.</a:t>
            </a:r>
          </a:p>
        </p:txBody>
      </p:sp>
      <p:sp>
        <p:nvSpPr>
          <p:cNvPr id="17" name="Text Placeholder 3">
            <a:extLst>
              <a:ext uri="{FF2B5EF4-FFF2-40B4-BE49-F238E27FC236}">
                <a16:creationId xmlns:a16="http://schemas.microsoft.com/office/drawing/2014/main" id="{6C5C9612-3444-25BA-2700-9A678716D1C8}"/>
              </a:ext>
            </a:extLst>
          </p:cNvPr>
          <p:cNvSpPr>
            <a:spLocks noGrp="1"/>
          </p:cNvSpPr>
          <p:nvPr>
            <p:ph type="body" sz="quarter" idx="18"/>
          </p:nvPr>
        </p:nvSpPr>
        <p:spPr>
          <a:xfrm>
            <a:off x="13446355" y="1285300"/>
            <a:ext cx="9653588" cy="1524000"/>
          </a:xfrm>
        </p:spPr>
        <p:txBody>
          <a:bodyPr/>
          <a:lstStyle/>
          <a:p>
            <a:r>
              <a:rPr lang="en-US">
                <a:latin typeface="Source Serif 4 14pt Light"/>
                <a:cs typeface="Arial"/>
              </a:rPr>
              <a:t>Launching a digital-first business at the speed of today.</a:t>
            </a:r>
            <a:endParaRPr lang="en-US"/>
          </a:p>
        </p:txBody>
      </p:sp>
      <p:pic>
        <p:nvPicPr>
          <p:cNvPr id="2" name="Graphic 1">
            <a:extLst>
              <a:ext uri="{FF2B5EF4-FFF2-40B4-BE49-F238E27FC236}">
                <a16:creationId xmlns:a16="http://schemas.microsoft.com/office/drawing/2014/main" id="{EE7D7517-704D-CDCD-14BB-94C2FC46E023}"/>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
        <p:nvSpPr>
          <p:cNvPr id="6" name="TextBox 5">
            <a:extLst>
              <a:ext uri="{FF2B5EF4-FFF2-40B4-BE49-F238E27FC236}">
                <a16:creationId xmlns:a16="http://schemas.microsoft.com/office/drawing/2014/main" id="{6028AEE4-5E42-3654-67D2-14879D21BC64}"/>
              </a:ext>
            </a:extLst>
          </p:cNvPr>
          <p:cNvSpPr txBox="1"/>
          <p:nvPr/>
        </p:nvSpPr>
        <p:spPr>
          <a:xfrm>
            <a:off x="6416642" y="368365"/>
            <a:ext cx="5047473" cy="2862322"/>
          </a:xfrm>
          <a:prstGeom prst="rect">
            <a:avLst/>
          </a:prstGeom>
          <a:noFill/>
        </p:spPr>
        <p:txBody>
          <a:bodyPr wrap="square">
            <a:spAutoFit/>
          </a:bodyPr>
          <a:lstStyle/>
          <a:p>
            <a:r>
              <a:rPr lang="en-IN" sz="3600" dirty="0">
                <a:solidFill>
                  <a:schemeClr val="bg1"/>
                </a:solidFill>
              </a:rPr>
              <a:t>Accelerating a new digital-first business model for a new generation of drivers.</a:t>
            </a:r>
          </a:p>
        </p:txBody>
      </p:sp>
      <p:sp>
        <p:nvSpPr>
          <p:cNvPr id="7" name="Text Placeholder 12">
            <a:extLst>
              <a:ext uri="{FF2B5EF4-FFF2-40B4-BE49-F238E27FC236}">
                <a16:creationId xmlns:a16="http://schemas.microsoft.com/office/drawing/2014/main" id="{E22FB630-6F2D-D991-ABFE-B475C48B78A8}"/>
              </a:ext>
            </a:extLst>
          </p:cNvPr>
          <p:cNvSpPr txBox="1">
            <a:spLocks/>
          </p:cNvSpPr>
          <p:nvPr/>
        </p:nvSpPr>
        <p:spPr>
          <a:xfrm>
            <a:off x="2106887" y="10436018"/>
            <a:ext cx="4309755" cy="2309443"/>
          </a:xfrm>
          <a:prstGeom prst="rect">
            <a:avLst/>
          </a:prstGeom>
        </p:spPr>
        <p:txBody>
          <a:bodyPr vert="horz" lIns="0" tIns="0" rIns="0" bIns="0" rtlCol="0">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800" dirty="0"/>
              <a:t>Millennials won't accept car insurance that's complex. They want to snap a photo of their license, answer 3 questions, and get a quote. </a:t>
            </a:r>
          </a:p>
          <a:p>
            <a:endParaRPr lang="en-US" sz="2800" dirty="0"/>
          </a:p>
        </p:txBody>
      </p:sp>
    </p:spTree>
    <p:extLst>
      <p:ext uri="{BB962C8B-B14F-4D97-AF65-F5344CB8AC3E}">
        <p14:creationId xmlns:p14="http://schemas.microsoft.com/office/powerpoint/2010/main" val="1947352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extLst>
              <a:ext uri="{BEBA8EAE-BF5A-486C-A8C5-ECC9F3942E4B}">
                <a14:imgProps xmlns:a14="http://schemas.microsoft.com/office/drawing/2010/main">
                  <a14:imgLayer r:embed="rId4">
                    <a14:imgEffect>
                      <a14:brightnessContrast bright="-64000"/>
                    </a14:imgEffect>
                  </a14:imgLayer>
                </a14:imgProps>
              </a:ex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416711-87CE-A8EE-442F-076A2988C580}"/>
              </a:ext>
            </a:extLst>
          </p:cNvPr>
          <p:cNvSpPr>
            <a:spLocks noGrp="1"/>
          </p:cNvSpPr>
          <p:nvPr>
            <p:ph type="body" sz="quarter" idx="11"/>
          </p:nvPr>
        </p:nvSpPr>
        <p:spPr/>
        <p:txBody>
          <a:bodyPr/>
          <a:lstStyle/>
          <a:p>
            <a:r>
              <a:rPr lang="en-US" sz="9600" dirty="0"/>
              <a:t>Reinventing the account opening and onboarding process.</a:t>
            </a:r>
          </a:p>
        </p:txBody>
      </p:sp>
      <p:sp>
        <p:nvSpPr>
          <p:cNvPr id="3" name="Text Placeholder 2">
            <a:extLst>
              <a:ext uri="{FF2B5EF4-FFF2-40B4-BE49-F238E27FC236}">
                <a16:creationId xmlns:a16="http://schemas.microsoft.com/office/drawing/2014/main" id="{A6246795-17E4-AAEC-AC83-4297D2462CB1}"/>
              </a:ext>
            </a:extLst>
          </p:cNvPr>
          <p:cNvSpPr>
            <a:spLocks noGrp="1"/>
          </p:cNvSpPr>
          <p:nvPr>
            <p:ph type="body" sz="quarter" idx="16"/>
          </p:nvPr>
        </p:nvSpPr>
        <p:spPr/>
        <p:txBody>
          <a:bodyPr/>
          <a:lstStyle/>
          <a:p>
            <a:r>
              <a:rPr lang="en-US" sz="2400" kern="0" dirty="0">
                <a:latin typeface="EYInterstate Light"/>
              </a:rPr>
              <a:t>Turning a varied online account opening and onboarding processes into a highly usable, </a:t>
            </a:r>
            <a:br>
              <a:rPr lang="en-US" sz="2400" kern="0" dirty="0">
                <a:latin typeface="EYInterstate Light"/>
              </a:rPr>
            </a:br>
            <a:r>
              <a:rPr lang="en-US" sz="2400" kern="0" dirty="0">
                <a:latin typeface="EYInterstate Light"/>
              </a:rPr>
              <a:t>and re-usable framework across banking products.</a:t>
            </a:r>
          </a:p>
          <a:p>
            <a:endParaRPr lang="en-US" dirty="0"/>
          </a:p>
        </p:txBody>
      </p:sp>
      <p:sp>
        <p:nvSpPr>
          <p:cNvPr id="10" name="Text 1">
            <a:extLst>
              <a:ext uri="{FF2B5EF4-FFF2-40B4-BE49-F238E27FC236}">
                <a16:creationId xmlns:a16="http://schemas.microsoft.com/office/drawing/2014/main" id="{3B06A5FC-9E36-E40E-151A-0B3FA1EED0E3}"/>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Tree>
    <p:extLst>
      <p:ext uri="{BB962C8B-B14F-4D97-AF65-F5344CB8AC3E}">
        <p14:creationId xmlns:p14="http://schemas.microsoft.com/office/powerpoint/2010/main" val="2036013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917AC62E-1094-8370-9556-46E932AEF42B}"/>
              </a:ext>
            </a:extLst>
          </p:cNvPr>
          <p:cNvPicPr>
            <a:picLocks noChangeAspect="1"/>
          </p:cNvPicPr>
          <p:nvPr/>
        </p:nvPicPr>
        <p:blipFill>
          <a:blip r:embed="rId3">
            <a:alphaModFix amt="83000"/>
          </a:blip>
          <a:stretch>
            <a:fillRect/>
          </a:stretch>
        </p:blipFill>
        <p:spPr>
          <a:xfrm>
            <a:off x="9931" y="-1"/>
            <a:ext cx="12183656" cy="13706613"/>
          </a:xfrm>
          <a:prstGeom prst="rect">
            <a:avLst/>
          </a:prstGeom>
        </p:spPr>
      </p:pic>
      <p:sp>
        <p:nvSpPr>
          <p:cNvPr id="15" name="Text Placeholder 14">
            <a:extLst>
              <a:ext uri="{FF2B5EF4-FFF2-40B4-BE49-F238E27FC236}">
                <a16:creationId xmlns:a16="http://schemas.microsoft.com/office/drawing/2014/main" id="{A5A6AF4C-9967-C201-1F3B-70FC8220CA45}"/>
              </a:ext>
            </a:extLst>
          </p:cNvPr>
          <p:cNvSpPr>
            <a:spLocks noGrp="1"/>
          </p:cNvSpPr>
          <p:nvPr>
            <p:ph type="body" sz="quarter" idx="17"/>
          </p:nvPr>
        </p:nvSpPr>
        <p:spPr/>
        <p:txBody>
          <a:bodyPr/>
          <a:lstStyle/>
          <a:p>
            <a:pPr>
              <a:lnSpc>
                <a:spcPct val="100000"/>
              </a:lnSpc>
            </a:pPr>
            <a:r>
              <a:rPr lang="en-US" dirty="0"/>
              <a:t>This company is a leading workers’ compensation coverage provider to Oregon employers. The company was consistently leading in the quality of its product offerings and exceptional person-to-person customer service, but the lack of parity in its digital customer experience was threatening to erode overall customer satisfaction and market share.</a:t>
            </a:r>
            <a:br>
              <a:rPr lang="en-US" dirty="0"/>
            </a:br>
            <a:endParaRPr lang="en-US" dirty="0"/>
          </a:p>
          <a:p>
            <a:pPr>
              <a:lnSpc>
                <a:spcPct val="100000"/>
              </a:lnSpc>
            </a:pPr>
            <a:r>
              <a:rPr lang="en-US" dirty="0">
                <a:latin typeface="EYInterstate Regular" panose="02000503020000020004" pitchFamily="2" charset="0"/>
              </a:rPr>
              <a:t>Solution</a:t>
            </a:r>
          </a:p>
          <a:p>
            <a:pPr>
              <a:lnSpc>
                <a:spcPct val="100000"/>
              </a:lnSpc>
            </a:pPr>
            <a:r>
              <a:rPr lang="en-US" dirty="0"/>
              <a:t>In partnership with the client, EYDS to create a digital customer experience roadmap that would articulate a clear path to meeting the needs of their customers and external partners. The client also needed to more clearly understand who their audiences are and how those audiences were currently experiencing the company’s high-touch channel and automated digital offerings.</a:t>
            </a:r>
          </a:p>
          <a:p>
            <a:pPr>
              <a:lnSpc>
                <a:spcPct val="100000"/>
              </a:lnSpc>
            </a:pPr>
            <a:endParaRPr lang="en-US" dirty="0"/>
          </a:p>
        </p:txBody>
      </p:sp>
      <p:sp>
        <p:nvSpPr>
          <p:cNvPr id="23" name="Text Placeholder 22">
            <a:extLst>
              <a:ext uri="{FF2B5EF4-FFF2-40B4-BE49-F238E27FC236}">
                <a16:creationId xmlns:a16="http://schemas.microsoft.com/office/drawing/2014/main" id="{60DC3DA3-4358-918A-ED01-0AC67D38AADA}"/>
              </a:ext>
            </a:extLst>
          </p:cNvPr>
          <p:cNvSpPr>
            <a:spLocks noGrp="1"/>
          </p:cNvSpPr>
          <p:nvPr>
            <p:ph type="body" sz="quarter" idx="10"/>
          </p:nvPr>
        </p:nvSpPr>
        <p:spPr/>
        <p:txBody>
          <a:bodyPr/>
          <a:lstStyle/>
          <a:p>
            <a:r>
              <a:rPr lang="en-US"/>
              <a:t>WORKERS’ COMPENSATION COVERAGE PROVIDER</a:t>
            </a:r>
          </a:p>
          <a:p>
            <a:endParaRPr lang="en-US"/>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1"/>
          </p:nvPr>
        </p:nvSpPr>
        <p:spPr/>
        <p:txBody>
          <a:bodyPr/>
          <a:lstStyle/>
          <a:p>
            <a:r>
              <a:rPr lang="en-US" sz="7200"/>
              <a:t>Developing a clear customer experience roadmap</a:t>
            </a:r>
          </a:p>
        </p:txBody>
      </p:sp>
      <p:sp>
        <p:nvSpPr>
          <p:cNvPr id="2" name="Text 1">
            <a:extLst>
              <a:ext uri="{FF2B5EF4-FFF2-40B4-BE49-F238E27FC236}">
                <a16:creationId xmlns:a16="http://schemas.microsoft.com/office/drawing/2014/main" id="{3F7EE71C-7E5C-705C-CF84-8B74E7390276}"/>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grpSp>
        <p:nvGrpSpPr>
          <p:cNvPr id="27" name="Group 26">
            <a:extLst>
              <a:ext uri="{FF2B5EF4-FFF2-40B4-BE49-F238E27FC236}">
                <a16:creationId xmlns:a16="http://schemas.microsoft.com/office/drawing/2014/main" id="{1B79F9F3-8DC7-FA77-2F92-F8FFA07DBAA9}"/>
              </a:ext>
            </a:extLst>
          </p:cNvPr>
          <p:cNvGrpSpPr/>
          <p:nvPr/>
        </p:nvGrpSpPr>
        <p:grpSpPr>
          <a:xfrm>
            <a:off x="2353717" y="1414116"/>
            <a:ext cx="8170832" cy="10878378"/>
            <a:chOff x="2353762" y="1423953"/>
            <a:chExt cx="8170832" cy="10878378"/>
          </a:xfrm>
        </p:grpSpPr>
        <p:pic>
          <p:nvPicPr>
            <p:cNvPr id="10" name="Image 5" descr=" ">
              <a:extLst>
                <a:ext uri="{FF2B5EF4-FFF2-40B4-BE49-F238E27FC236}">
                  <a16:creationId xmlns:a16="http://schemas.microsoft.com/office/drawing/2014/main" id="{826E2671-1F34-0014-74CE-769F5DD2C35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353762" y="7088178"/>
              <a:ext cx="8170830" cy="5214153"/>
            </a:xfrm>
            <a:prstGeom prst="rect">
              <a:avLst/>
            </a:prstGeom>
          </p:spPr>
        </p:pic>
        <p:pic>
          <p:nvPicPr>
            <p:cNvPr id="13" name="Image 6" descr=" ">
              <a:extLst>
                <a:ext uri="{FF2B5EF4-FFF2-40B4-BE49-F238E27FC236}">
                  <a16:creationId xmlns:a16="http://schemas.microsoft.com/office/drawing/2014/main" id="{B75BD8BF-198C-47A8-7999-15A7B32C1759}"/>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464418" y="9624665"/>
              <a:ext cx="87297" cy="275230"/>
            </a:xfrm>
            <a:prstGeom prst="rect">
              <a:avLst/>
            </a:prstGeom>
          </p:spPr>
        </p:pic>
        <p:pic>
          <p:nvPicPr>
            <p:cNvPr id="21" name="Image 7" descr=" ">
              <a:extLst>
                <a:ext uri="{FF2B5EF4-FFF2-40B4-BE49-F238E27FC236}">
                  <a16:creationId xmlns:a16="http://schemas.microsoft.com/office/drawing/2014/main" id="{11A41596-1E25-4DBC-375D-9D9CDE45F053}"/>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644916" y="7345955"/>
              <a:ext cx="7588448" cy="4698606"/>
            </a:xfrm>
            <a:prstGeom prst="rect">
              <a:avLst/>
            </a:prstGeom>
          </p:spPr>
        </p:pic>
        <p:pic>
          <p:nvPicPr>
            <p:cNvPr id="22" name="Image 8" descr=" ">
              <a:extLst>
                <a:ext uri="{FF2B5EF4-FFF2-40B4-BE49-F238E27FC236}">
                  <a16:creationId xmlns:a16="http://schemas.microsoft.com/office/drawing/2014/main" id="{124736ED-D2CC-A813-7416-05D474A47922}"/>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353762" y="1423953"/>
              <a:ext cx="8170832" cy="5201478"/>
            </a:xfrm>
            <a:prstGeom prst="rect">
              <a:avLst/>
            </a:prstGeom>
          </p:spPr>
        </p:pic>
        <p:pic>
          <p:nvPicPr>
            <p:cNvPr id="24" name="Image 9" descr=" ">
              <a:extLst>
                <a:ext uri="{FF2B5EF4-FFF2-40B4-BE49-F238E27FC236}">
                  <a16:creationId xmlns:a16="http://schemas.microsoft.com/office/drawing/2014/main" id="{A0F7A1E3-5FC4-6854-70EA-45232F82973E}"/>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2464413" y="3954255"/>
              <a:ext cx="87298" cy="274600"/>
            </a:xfrm>
            <a:prstGeom prst="rect">
              <a:avLst/>
            </a:prstGeom>
          </p:spPr>
        </p:pic>
        <p:pic>
          <p:nvPicPr>
            <p:cNvPr id="25" name="Image 10" descr=" ">
              <a:extLst>
                <a:ext uri="{FF2B5EF4-FFF2-40B4-BE49-F238E27FC236}">
                  <a16:creationId xmlns:a16="http://schemas.microsoft.com/office/drawing/2014/main" id="{1D2D77E1-1EB7-C298-C152-67171C3949F7}"/>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2644912" y="1681100"/>
              <a:ext cx="7588448" cy="4687190"/>
            </a:xfrm>
            <a:prstGeom prst="rect">
              <a:avLst/>
            </a:prstGeom>
          </p:spPr>
        </p:pic>
        <p:pic>
          <p:nvPicPr>
            <p:cNvPr id="26" name="Image 11" descr=" ">
              <a:extLst>
                <a:ext uri="{FF2B5EF4-FFF2-40B4-BE49-F238E27FC236}">
                  <a16:creationId xmlns:a16="http://schemas.microsoft.com/office/drawing/2014/main" id="{3FB7F237-EECF-4E29-7ACE-447CB25175E8}"/>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3492937" y="2463800"/>
              <a:ext cx="622378" cy="279400"/>
            </a:xfrm>
            <a:prstGeom prst="rect">
              <a:avLst/>
            </a:prstGeom>
          </p:spPr>
        </p:pic>
      </p:grpSp>
      <p:pic>
        <p:nvPicPr>
          <p:cNvPr id="28" name="Image 10" descr=" ">
            <a:extLst>
              <a:ext uri="{FF2B5EF4-FFF2-40B4-BE49-F238E27FC236}">
                <a16:creationId xmlns:a16="http://schemas.microsoft.com/office/drawing/2014/main" id="{27D6E26F-82C1-19E6-65BB-7B7AEDD8195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53642" y="1689832"/>
            <a:ext cx="7570983" cy="4669727"/>
          </a:xfrm>
          <a:prstGeom prst="rect">
            <a:avLst/>
          </a:prstGeom>
        </p:spPr>
      </p:pic>
      <p:pic>
        <p:nvPicPr>
          <p:cNvPr id="16" name="Picture 15" descr="A picture containing graphical user interface&#10;&#10;Description automatically generated">
            <a:extLst>
              <a:ext uri="{FF2B5EF4-FFF2-40B4-BE49-F238E27FC236}">
                <a16:creationId xmlns:a16="http://schemas.microsoft.com/office/drawing/2014/main" id="{B2BBDECC-4659-C7BE-D2DF-1356689A0F7B}"/>
              </a:ext>
            </a:extLst>
          </p:cNvPr>
          <p:cNvPicPr>
            <a:picLocks noChangeAspect="1"/>
          </p:cNvPicPr>
          <p:nvPr/>
        </p:nvPicPr>
        <p:blipFill rotWithShape="1">
          <a:blip r:embed="rId13" cstate="email">
            <a:alphaModFix/>
            <a:extLst>
              <a:ext uri="{28A0092B-C50C-407E-A947-70E740481C1C}">
                <a14:useLocalDpi xmlns:a14="http://schemas.microsoft.com/office/drawing/2010/main"/>
              </a:ext>
            </a:extLst>
          </a:blip>
          <a:srcRect/>
          <a:stretch/>
        </p:blipFill>
        <p:spPr>
          <a:xfrm>
            <a:off x="2662362" y="1813560"/>
            <a:ext cx="7562263" cy="3993489"/>
          </a:xfrm>
          <a:prstGeom prst="rect">
            <a:avLst/>
          </a:prstGeom>
          <a:effectLst/>
        </p:spPr>
      </p:pic>
      <p:pic>
        <p:nvPicPr>
          <p:cNvPr id="29" name="Image 10" descr=" ">
            <a:extLst>
              <a:ext uri="{FF2B5EF4-FFF2-40B4-BE49-F238E27FC236}">
                <a16:creationId xmlns:a16="http://schemas.microsoft.com/office/drawing/2014/main" id="{14C53591-215A-2EF0-DC0C-DFD9E4310E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53642" y="7368737"/>
            <a:ext cx="7570983" cy="4669727"/>
          </a:xfrm>
          <a:prstGeom prst="rect">
            <a:avLst/>
          </a:prstGeom>
        </p:spPr>
      </p:pic>
      <p:pic>
        <p:nvPicPr>
          <p:cNvPr id="19" name="Picture 18" descr="Table&#10;&#10;Description automatically generated">
            <a:extLst>
              <a:ext uri="{FF2B5EF4-FFF2-40B4-BE49-F238E27FC236}">
                <a16:creationId xmlns:a16="http://schemas.microsoft.com/office/drawing/2014/main" id="{037BF195-EFA0-F077-59C5-80999746F9E0}"/>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2662362" y="7581336"/>
            <a:ext cx="7562264" cy="4086657"/>
          </a:xfrm>
          <a:prstGeom prst="rect">
            <a:avLst/>
          </a:prstGeom>
          <a:effectLst/>
        </p:spPr>
      </p:pic>
      <p:cxnSp>
        <p:nvCxnSpPr>
          <p:cNvPr id="30" name="Straight Connector 29">
            <a:extLst>
              <a:ext uri="{FF2B5EF4-FFF2-40B4-BE49-F238E27FC236}">
                <a16:creationId xmlns:a16="http://schemas.microsoft.com/office/drawing/2014/main" id="{AD1FA6DD-FEDE-0F1D-C55C-A36B321D62D7}"/>
              </a:ext>
            </a:extLst>
          </p:cNvPr>
          <p:cNvCxnSpPr>
            <a:cxnSpLocks/>
          </p:cNvCxnSpPr>
          <p:nvPr/>
        </p:nvCxnSpPr>
        <p:spPr>
          <a:xfrm>
            <a:off x="13177025" y="5157216"/>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8881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43273417-5FD8-4EE5-4A17-959DCE45D0E6}"/>
              </a:ext>
            </a:extLst>
          </p:cNvPr>
          <p:cNvSpPr/>
          <p:nvPr/>
        </p:nvSpPr>
        <p:spPr>
          <a:xfrm>
            <a:off x="2610" y="0"/>
            <a:ext cx="12193587" cy="13716000"/>
          </a:xfrm>
          <a:prstGeom prst="rect">
            <a:avLst/>
          </a:prstGeom>
          <a:gradFill flip="none" rotWithShape="1">
            <a:gsLst>
              <a:gs pos="99000">
                <a:srgbClr val="438217">
                  <a:alpha val="68551"/>
                  <a:lumMod val="96000"/>
                </a:srgbClr>
              </a:gs>
              <a:gs pos="0">
                <a:srgbClr val="FFF7E7">
                  <a:alpha val="79133"/>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D49CC1CA-40E2-A91D-1B60-8F12900145D1}"/>
              </a:ext>
            </a:extLst>
          </p:cNvPr>
          <p:cNvGrpSpPr/>
          <p:nvPr/>
        </p:nvGrpSpPr>
        <p:grpSpPr>
          <a:xfrm>
            <a:off x="1349544" y="3305175"/>
            <a:ext cx="10167620" cy="7105650"/>
            <a:chOff x="1349544" y="3305175"/>
            <a:chExt cx="10167620" cy="7105650"/>
          </a:xfrm>
        </p:grpSpPr>
        <p:sp>
          <p:nvSpPr>
            <p:cNvPr id="7" name="Shape 7">
              <a:extLst>
                <a:ext uri="{FF2B5EF4-FFF2-40B4-BE49-F238E27FC236}">
                  <a16:creationId xmlns:a16="http://schemas.microsoft.com/office/drawing/2014/main" id="{A8623A21-EB3A-9C49-7E79-17B495E102F7}"/>
                </a:ext>
              </a:extLst>
            </p:cNvPr>
            <p:cNvSpPr/>
            <p:nvPr/>
          </p:nvSpPr>
          <p:spPr>
            <a:xfrm>
              <a:off x="1359070" y="3314700"/>
              <a:ext cx="10148568" cy="7086600"/>
            </a:xfrm>
            <a:prstGeom prst="rect">
              <a:avLst/>
            </a:prstGeom>
            <a:noFill/>
            <a:ln/>
          </p:spPr>
          <p:txBody>
            <a:bodyPr/>
            <a:lstStyle/>
            <a:p>
              <a:endParaRPr lang="es-AR"/>
            </a:p>
          </p:txBody>
        </p:sp>
        <p:pic>
          <p:nvPicPr>
            <p:cNvPr id="8" name="Image 6" descr=" ">
              <a:extLst>
                <a:ext uri="{FF2B5EF4-FFF2-40B4-BE49-F238E27FC236}">
                  <a16:creationId xmlns:a16="http://schemas.microsoft.com/office/drawing/2014/main" id="{A162C6FB-B87B-1BF9-DBF0-51E383F6DD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9544" y="3305175"/>
              <a:ext cx="10167620" cy="6797985"/>
            </a:xfrm>
            <a:prstGeom prst="rect">
              <a:avLst/>
            </a:prstGeom>
          </p:spPr>
        </p:pic>
        <p:pic>
          <p:nvPicPr>
            <p:cNvPr id="9" name="Image 7" descr=" ">
              <a:extLst>
                <a:ext uri="{FF2B5EF4-FFF2-40B4-BE49-F238E27FC236}">
                  <a16:creationId xmlns:a16="http://schemas.microsoft.com/office/drawing/2014/main" id="{F6538304-9DE5-AB30-78E7-1081CB1944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9544" y="10084107"/>
              <a:ext cx="10166964" cy="326718"/>
            </a:xfrm>
            <a:prstGeom prst="rect">
              <a:avLst/>
            </a:prstGeom>
          </p:spPr>
        </p:pic>
        <p:pic>
          <p:nvPicPr>
            <p:cNvPr id="10" name="Image 8" descr=" ">
              <a:extLst>
                <a:ext uri="{FF2B5EF4-FFF2-40B4-BE49-F238E27FC236}">
                  <a16:creationId xmlns:a16="http://schemas.microsoft.com/office/drawing/2014/main" id="{96A57239-B161-0655-7F92-02188BB0F75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20918" y="10084107"/>
              <a:ext cx="1424873" cy="101095"/>
            </a:xfrm>
            <a:prstGeom prst="rect">
              <a:avLst/>
            </a:prstGeom>
          </p:spPr>
        </p:pic>
        <p:pic>
          <p:nvPicPr>
            <p:cNvPr id="12" name="Image 9" descr=" ">
              <a:extLst>
                <a:ext uri="{FF2B5EF4-FFF2-40B4-BE49-F238E27FC236}">
                  <a16:creationId xmlns:a16="http://schemas.microsoft.com/office/drawing/2014/main" id="{4CFE8436-9B24-FE09-38B7-60308B665D8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9805" y="10258453"/>
              <a:ext cx="10147099" cy="19050"/>
            </a:xfrm>
            <a:prstGeom prst="rect">
              <a:avLst/>
            </a:prstGeom>
          </p:spPr>
        </p:pic>
        <p:pic>
          <p:nvPicPr>
            <p:cNvPr id="13" name="Image 10" descr=" ">
              <a:extLst>
                <a:ext uri="{FF2B5EF4-FFF2-40B4-BE49-F238E27FC236}">
                  <a16:creationId xmlns:a16="http://schemas.microsoft.com/office/drawing/2014/main" id="{9699730F-AD3A-4F1D-C985-BDC8A696E423}"/>
                </a:ext>
              </a:extLst>
            </p:cNvPr>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1625803" y="3708400"/>
              <a:ext cx="9589699" cy="5994078"/>
            </a:xfrm>
            <a:prstGeom prst="rect">
              <a:avLst/>
            </a:prstGeom>
          </p:spPr>
        </p:pic>
        <p:sp>
          <p:nvSpPr>
            <p:cNvPr id="16" name="Shape 8">
              <a:extLst>
                <a:ext uri="{FF2B5EF4-FFF2-40B4-BE49-F238E27FC236}">
                  <a16:creationId xmlns:a16="http://schemas.microsoft.com/office/drawing/2014/main" id="{1BDE34B0-5342-9BAC-28D0-F2630B23FBF7}"/>
                </a:ext>
              </a:extLst>
            </p:cNvPr>
            <p:cNvSpPr/>
            <p:nvPr/>
          </p:nvSpPr>
          <p:spPr>
            <a:xfrm>
              <a:off x="1625803" y="3708400"/>
              <a:ext cx="9589699" cy="5994078"/>
            </a:xfrm>
            <a:prstGeom prst="roundRect">
              <a:avLst>
                <a:gd name="adj" fmla="val 153"/>
              </a:avLst>
            </a:prstGeom>
            <a:noFill/>
            <a:ln w="25400">
              <a:solidFill>
                <a:srgbClr val="FFFFFF">
                  <a:alpha val="50000"/>
                </a:srgbClr>
              </a:solidFill>
              <a:prstDash val="solid"/>
            </a:ln>
          </p:spPr>
          <p:txBody>
            <a:bodyPr/>
            <a:lstStyle/>
            <a:p>
              <a:endParaRPr lang="es-AR"/>
            </a:p>
          </p:txBody>
        </p:sp>
        <p:pic>
          <p:nvPicPr>
            <p:cNvPr id="18" name="Image 11" descr=" ">
              <a:extLst>
                <a:ext uri="{FF2B5EF4-FFF2-40B4-BE49-F238E27FC236}">
                  <a16:creationId xmlns:a16="http://schemas.microsoft.com/office/drawing/2014/main" id="{D5908754-13D4-43C3-C2C2-06CB12AF2E3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87886" y="3489722"/>
              <a:ext cx="90910" cy="90903"/>
            </a:xfrm>
            <a:prstGeom prst="rect">
              <a:avLst/>
            </a:prstGeom>
          </p:spPr>
        </p:pic>
      </p:grpSp>
      <p:pic>
        <p:nvPicPr>
          <p:cNvPr id="61" name="Landing.jpg" descr="Landing.jpg">
            <a:extLst>
              <a:ext uri="{FF2B5EF4-FFF2-40B4-BE49-F238E27FC236}">
                <a16:creationId xmlns:a16="http://schemas.microsoft.com/office/drawing/2014/main" id="{49D3AAA9-0047-9DEA-A1C8-F906E27AF9DE}"/>
              </a:ext>
            </a:extLst>
          </p:cNvPr>
          <p:cNvPicPr>
            <a:picLocks/>
          </p:cNvPicPr>
          <p:nvPr/>
        </p:nvPicPr>
        <p:blipFill rotWithShape="1">
          <a:blip r:embed="rId14" cstate="email">
            <a:extLst>
              <a:ext uri="{28A0092B-C50C-407E-A947-70E740481C1C}">
                <a14:useLocalDpi xmlns:a14="http://schemas.microsoft.com/office/drawing/2010/main"/>
              </a:ext>
            </a:extLst>
          </a:blip>
          <a:srcRect/>
          <a:stretch/>
        </p:blipFill>
        <p:spPr>
          <a:xfrm>
            <a:off x="1625803" y="3708401"/>
            <a:ext cx="9589699" cy="5994078"/>
          </a:xfrm>
          <a:prstGeom prst="rect">
            <a:avLst/>
          </a:prstGeom>
          <a:ln w="12700" cap="flat">
            <a:noFill/>
            <a:miter lim="400000"/>
          </a:ln>
          <a:effectLst/>
        </p:spPr>
      </p:pic>
      <p:sp>
        <p:nvSpPr>
          <p:cNvPr id="11" name="Text Placeholder 10">
            <a:extLst>
              <a:ext uri="{FF2B5EF4-FFF2-40B4-BE49-F238E27FC236}">
                <a16:creationId xmlns:a16="http://schemas.microsoft.com/office/drawing/2014/main" id="{AEC72B8D-0396-7EC6-F715-92C246B27C4B}"/>
              </a:ext>
            </a:extLst>
          </p:cNvPr>
          <p:cNvSpPr>
            <a:spLocks noGrp="1"/>
          </p:cNvSpPr>
          <p:nvPr>
            <p:ph type="body" sz="quarter" idx="17"/>
          </p:nvPr>
        </p:nvSpPr>
        <p:spPr/>
        <p:txBody>
          <a:bodyPr/>
          <a:lstStyle/>
          <a:p>
            <a:pPr>
              <a:lnSpc>
                <a:spcPct val="100000"/>
              </a:lnSpc>
            </a:pPr>
            <a:r>
              <a:rPr lang="en-US" dirty="0"/>
              <a:t>Once this leading workers’ compensation company had a comprehensive roadmap, they were ready to start creating an improved digital customer experience.</a:t>
            </a:r>
            <a:br>
              <a:rPr lang="en-US" dirty="0"/>
            </a:br>
            <a:endParaRPr lang="en-US" dirty="0"/>
          </a:p>
          <a:p>
            <a:pPr>
              <a:lnSpc>
                <a:spcPct val="100000"/>
              </a:lnSpc>
            </a:pPr>
            <a:r>
              <a:rPr lang="en-US" dirty="0"/>
              <a:t>Solution</a:t>
            </a:r>
          </a:p>
          <a:p>
            <a:pPr>
              <a:lnSpc>
                <a:spcPct val="100000"/>
              </a:lnSpc>
            </a:pPr>
            <a:r>
              <a:rPr lang="en-US" dirty="0"/>
              <a:t>In order to accomplish this, they again turned to EYDS to help them establish an initial design and copy direction. EYDS teamed up with the company to deliver a design library in </a:t>
            </a:r>
            <a:r>
              <a:rPr lang="en-US" dirty="0" err="1"/>
              <a:t>Ingeniux</a:t>
            </a:r>
            <a:r>
              <a:rPr lang="en-US" dirty="0"/>
              <a:t>, based on established  brand guidelines, and a comprehensive set of content strategy guidelines. The UI Library would then be managed and built out over time by the client’s own small design and development teams.</a:t>
            </a:r>
          </a:p>
          <a:p>
            <a:pPr>
              <a:lnSpc>
                <a:spcPct val="100000"/>
              </a:lnSpc>
            </a:pPr>
            <a:endParaRPr lang="en-US" dirty="0"/>
          </a:p>
        </p:txBody>
      </p:sp>
      <p:sp>
        <p:nvSpPr>
          <p:cNvPr id="17" name="Text Placeholder 16">
            <a:extLst>
              <a:ext uri="{FF2B5EF4-FFF2-40B4-BE49-F238E27FC236}">
                <a16:creationId xmlns:a16="http://schemas.microsoft.com/office/drawing/2014/main" id="{5C17D933-350E-1569-4D84-CC2A77DDA377}"/>
              </a:ext>
            </a:extLst>
          </p:cNvPr>
          <p:cNvSpPr>
            <a:spLocks noGrp="1"/>
          </p:cNvSpPr>
          <p:nvPr>
            <p:ph type="body" sz="quarter" idx="10"/>
          </p:nvPr>
        </p:nvSpPr>
        <p:spPr/>
        <p:txBody>
          <a:bodyPr/>
          <a:lstStyle/>
          <a:p>
            <a:r>
              <a:rPr lang="en-US" sz="3200" kern="100" spc="320">
                <a:solidFill>
                  <a:schemeClr val="bg1"/>
                </a:solidFill>
                <a:latin typeface="EYInterstate Regular" panose="02000503020000020004" pitchFamily="2" charset="0"/>
              </a:rPr>
              <a:t>WORKERS’ COMPENSATION COMPANY</a:t>
            </a:r>
          </a:p>
          <a:p>
            <a:endParaRPr lang="en-US"/>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1"/>
          </p:nvPr>
        </p:nvSpPr>
        <p:spPr/>
        <p:txBody>
          <a:bodyPr/>
          <a:lstStyle/>
          <a:p>
            <a:r>
              <a:rPr lang="en-US" sz="7200"/>
              <a:t>Designing an improved digital customer experience</a:t>
            </a:r>
          </a:p>
        </p:txBody>
      </p:sp>
      <p:sp>
        <p:nvSpPr>
          <p:cNvPr id="2" name="Text 1">
            <a:extLst>
              <a:ext uri="{FF2B5EF4-FFF2-40B4-BE49-F238E27FC236}">
                <a16:creationId xmlns:a16="http://schemas.microsoft.com/office/drawing/2014/main" id="{56EDC52E-D311-5C08-2637-6ECDE4CF2099}"/>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76" name="Rounded Rectangle 75">
            <a:extLst>
              <a:ext uri="{FF2B5EF4-FFF2-40B4-BE49-F238E27FC236}">
                <a16:creationId xmlns:a16="http://schemas.microsoft.com/office/drawing/2014/main" id="{AFCFA9A7-EEE6-A76E-4D8D-8AA2A76CFCEB}"/>
              </a:ext>
            </a:extLst>
          </p:cNvPr>
          <p:cNvSpPr/>
          <p:nvPr/>
        </p:nvSpPr>
        <p:spPr>
          <a:xfrm>
            <a:off x="1925053" y="4316818"/>
            <a:ext cx="1028792" cy="332328"/>
          </a:xfrm>
          <a:prstGeom prst="roundRect">
            <a:avLst>
              <a:gd name="adj" fmla="val 50000"/>
            </a:avLst>
          </a:prstGeom>
          <a:solidFill>
            <a:srgbClr val="F0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0FB0D80F-62CC-9C70-F388-B58D194C9354}"/>
              </a:ext>
            </a:extLst>
          </p:cNvPr>
          <p:cNvCxnSpPr>
            <a:cxnSpLocks/>
          </p:cNvCxnSpPr>
          <p:nvPr/>
        </p:nvCxnSpPr>
        <p:spPr>
          <a:xfrm>
            <a:off x="13177025" y="5157216"/>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98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low angle photo of city high rise buildings during daytime">
            <a:extLst>
              <a:ext uri="{FF2B5EF4-FFF2-40B4-BE49-F238E27FC236}">
                <a16:creationId xmlns:a16="http://schemas.microsoft.com/office/drawing/2014/main" id="{B32475A5-0ACB-7879-BC3E-6ED0A242DA48}"/>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 y="-1"/>
            <a:ext cx="12193587" cy="1371600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ED9F88A-4869-F16C-4B2A-832DB97C9B50}"/>
              </a:ext>
            </a:extLst>
          </p:cNvPr>
          <p:cNvSpPr/>
          <p:nvPr/>
        </p:nvSpPr>
        <p:spPr>
          <a:xfrm>
            <a:off x="-26306" y="0"/>
            <a:ext cx="12219892" cy="13716000"/>
          </a:xfrm>
          <a:prstGeom prst="rect">
            <a:avLst/>
          </a:prstGeom>
          <a:solidFill>
            <a:schemeClr val="tx1">
              <a:alpha val="461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a:xfrm>
            <a:off x="13226902" y="1813560"/>
            <a:ext cx="9937898" cy="8356352"/>
          </a:xfrm>
        </p:spPr>
        <p:txBody>
          <a:bodyPr/>
          <a:lstStyle/>
          <a:p>
            <a:pPr>
              <a:lnSpc>
                <a:spcPct val="100000"/>
              </a:lnSpc>
            </a:pPr>
            <a:r>
              <a:rPr lang="en-US" dirty="0"/>
              <a:t>A financial services company wanted to invest in digital to unlock new opportunities and create unique experiences for its customers.​</a:t>
            </a:r>
          </a:p>
          <a:p>
            <a:pPr>
              <a:lnSpc>
                <a:spcPct val="100000"/>
              </a:lnSpc>
            </a:pPr>
            <a:endParaRPr lang="en-US" dirty="0"/>
          </a:p>
          <a:p>
            <a:pPr>
              <a:lnSpc>
                <a:spcPct val="100000"/>
              </a:lnSpc>
            </a:pPr>
            <a:r>
              <a:rPr lang="en-US" dirty="0"/>
              <a:t>Solutions</a:t>
            </a:r>
          </a:p>
          <a:p>
            <a:pPr marL="342900" indent="-342900">
              <a:lnSpc>
                <a:spcPct val="100000"/>
              </a:lnSpc>
              <a:buFont typeface="Arial" panose="020B0604020202020204" pitchFamily="34" charset="0"/>
              <a:buChar char="•"/>
            </a:pPr>
            <a:r>
              <a:rPr lang="en-US" dirty="0"/>
              <a:t>Stood up an Enterprise Digital Office (EDO) to provide distinct digital services via collaboration with BUs and other enterprise functions​</a:t>
            </a:r>
          </a:p>
          <a:p>
            <a:pPr marL="342900" indent="-342900">
              <a:lnSpc>
                <a:spcPct val="100000"/>
              </a:lnSpc>
              <a:buFont typeface="Arial" panose="020B0604020202020204" pitchFamily="34" charset="0"/>
              <a:buChar char="•"/>
            </a:pPr>
            <a:r>
              <a:rPr lang="en-US" dirty="0"/>
              <a:t>Defined and prioritized targeted programs to create new digital experiences and capabilities specific to the business, providing assets and learning for the enterprise</a:t>
            </a:r>
          </a:p>
          <a:p>
            <a:pPr marL="342900" indent="-342900">
              <a:lnSpc>
                <a:spcPct val="100000"/>
              </a:lnSpc>
              <a:buFont typeface="Arial" panose="020B0604020202020204" pitchFamily="34" charset="0"/>
              <a:buChar char="•"/>
            </a:pPr>
            <a:r>
              <a:rPr lang="en-US" dirty="0"/>
              <a:t>​Utilized disruptive delivery model to ideate and commercialize digital initiatives in order to incubate new business models and accelerate the time to market</a:t>
            </a:r>
          </a:p>
          <a:p>
            <a:pPr marL="342900" indent="-342900">
              <a:lnSpc>
                <a:spcPct val="100000"/>
              </a:lnSpc>
              <a:buFont typeface="Arial" panose="020B0604020202020204" pitchFamily="34" charset="0"/>
              <a:buChar char="•"/>
            </a:pPr>
            <a:r>
              <a:rPr lang="en-US" dirty="0"/>
              <a:t>Formed partnership between EDO and BU functions to align on roles and responsibilities across emerging digital channels and capabilities</a:t>
            </a:r>
          </a:p>
          <a:p>
            <a:pPr marL="342900" indent="-342900">
              <a:lnSpc>
                <a:spcPct val="100000"/>
              </a:lnSpc>
              <a:buFont typeface="Arial" panose="020B0604020202020204" pitchFamily="34" charset="0"/>
              <a:buChar char="•"/>
            </a:pPr>
            <a:endParaRPr lang="en-US" dirty="0"/>
          </a:p>
          <a:p>
            <a:pPr>
              <a:lnSpc>
                <a:spcPct val="100000"/>
              </a:lnSpc>
            </a:pPr>
            <a:r>
              <a:rPr lang="en-US" dirty="0"/>
              <a:t>Results</a:t>
            </a:r>
          </a:p>
          <a:p>
            <a:pPr marL="342900" indent="-342900">
              <a:lnSpc>
                <a:spcPct val="100000"/>
              </a:lnSpc>
              <a:buFont typeface="Arial" panose="020B0604020202020204" pitchFamily="34" charset="0"/>
              <a:buChar char="•"/>
            </a:pPr>
            <a:r>
              <a:rPr lang="en-US" dirty="0"/>
              <a:t>Quantified opportunities across the digital journey and identified new experiences, removed costs, increased value, and accelerated growth.​</a:t>
            </a:r>
          </a:p>
          <a:p>
            <a:pPr marL="342900" indent="-342900">
              <a:lnSpc>
                <a:spcPct val="100000"/>
              </a:lnSpc>
              <a:buFont typeface="Arial" panose="020B0604020202020204" pitchFamily="34" charset="0"/>
              <a:buChar char="•"/>
            </a:pPr>
            <a:r>
              <a:rPr lang="en-US" dirty="0"/>
              <a:t>Developed an effective model that facilitates BU collaboration with leadership, IT, and vendors across digital capabilities and priorities.​</a:t>
            </a:r>
          </a:p>
          <a:p>
            <a:pPr marL="342900" indent="-342900">
              <a:lnSpc>
                <a:spcPct val="100000"/>
              </a:lnSpc>
              <a:buFont typeface="Arial" panose="020B0604020202020204" pitchFamily="34" charset="0"/>
              <a:buChar char="•"/>
            </a:pPr>
            <a:r>
              <a:rPr lang="en-US" dirty="0"/>
              <a:t>Contributed to 3.85% annual revenue growth increase from 2017 to 2018, and 7.36% increase from 2018 to 2019.​</a:t>
            </a:r>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p:txBody>
          <a:bodyPr/>
          <a:lstStyle/>
          <a:p>
            <a:r>
              <a:rPr lang="en-US"/>
              <a:t>Financial Services company</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p:txBody>
          <a:bodyPr/>
          <a:lstStyle/>
          <a:p>
            <a:r>
              <a:rPr lang="en-US"/>
              <a:t>Providing guidance for implementing digital technologies </a:t>
            </a:r>
          </a:p>
        </p:txBody>
      </p:sp>
      <p:sp>
        <p:nvSpPr>
          <p:cNvPr id="6" name="Text 1">
            <a:extLst>
              <a:ext uri="{FF2B5EF4-FFF2-40B4-BE49-F238E27FC236}">
                <a16:creationId xmlns:a16="http://schemas.microsoft.com/office/drawing/2014/main" id="{312209CC-3591-281D-DF62-38B2358E7C3B}"/>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121AEF77-AB98-6881-C533-AEC2DB74063C}"/>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579809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person holding iphone 6 near macbook pro">
            <a:extLst>
              <a:ext uri="{FF2B5EF4-FFF2-40B4-BE49-F238E27FC236}">
                <a16:creationId xmlns:a16="http://schemas.microsoft.com/office/drawing/2014/main" id="{3ACB4CFC-2185-B441-0D46-2F1E05C6BF1A}"/>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25400" y="-1"/>
            <a:ext cx="12192000" cy="1371600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ED9F88A-4869-F16C-4B2A-832DB97C9B50}"/>
              </a:ext>
            </a:extLst>
          </p:cNvPr>
          <p:cNvSpPr/>
          <p:nvPr/>
        </p:nvSpPr>
        <p:spPr>
          <a:xfrm>
            <a:off x="-27211" y="0"/>
            <a:ext cx="12219892" cy="13716000"/>
          </a:xfrm>
          <a:prstGeom prst="rect">
            <a:avLst/>
          </a:prstGeom>
          <a:solidFill>
            <a:schemeClr val="tx1">
              <a:alpha val="461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a:xfrm>
            <a:off x="13403765" y="1813560"/>
            <a:ext cx="9478537" cy="10861040"/>
          </a:xfrm>
        </p:spPr>
        <p:txBody>
          <a:bodyPr/>
          <a:lstStyle/>
          <a:p>
            <a:pPr>
              <a:lnSpc>
                <a:spcPct val="100000"/>
              </a:lnSpc>
            </a:pPr>
            <a:r>
              <a:rPr lang="en-US" kern="0"/>
              <a:t>The global insurance company reached out to EY to d</a:t>
            </a:r>
            <a:r>
              <a:rPr lang="en-US" sz="2400" kern="0" cap="none" spc="0"/>
              <a:t>evelop and apply a systematic approach with an accompanying set of metrics for guiding and measuring the success of the innovation process.  The approach and metrics need to apply to managing individual innovation initiatives as well as the full portfolio of innovations.</a:t>
            </a:r>
          </a:p>
          <a:p>
            <a:pPr>
              <a:lnSpc>
                <a:spcPct val="100000"/>
              </a:lnSpc>
            </a:pPr>
            <a:endParaRPr lang="en-US"/>
          </a:p>
          <a:p>
            <a:pPr>
              <a:lnSpc>
                <a:spcPct val="100000"/>
              </a:lnSpc>
            </a:pPr>
            <a:r>
              <a:rPr lang="en-US"/>
              <a:t>Solutions</a:t>
            </a:r>
          </a:p>
          <a:p>
            <a:pPr marL="342900" indent="-342900">
              <a:lnSpc>
                <a:spcPct val="100000"/>
              </a:lnSpc>
              <a:buFont typeface="Arial" panose="020B0604020202020204" pitchFamily="34" charset="0"/>
              <a:buChar char="•"/>
            </a:pPr>
            <a:r>
              <a:rPr lang="en-US" sz="2400" kern="0" cap="none" spc="0">
                <a:ea typeface="Source Serif 4 14pt Light" panose="02040403040405020204" pitchFamily="18" charset="0"/>
              </a:rPr>
              <a:t>Created a set of metrics and processes for monitoring and assessing innovation projects, </a:t>
            </a:r>
            <a:r>
              <a:rPr lang="en-US" sz="2400" kern="0" cap="none" spc="0">
                <a:ea typeface="Source Serif 4 14pt Light" panose="02040403040405020204" pitchFamily="18" charset="0"/>
                <a:cs typeface="EYInterstate Light" charset="0"/>
              </a:rPr>
              <a:t>as well as the complete portfolio of innovation initiatives</a:t>
            </a:r>
          </a:p>
          <a:p>
            <a:pPr marL="342900" indent="-342900">
              <a:lnSpc>
                <a:spcPct val="100000"/>
              </a:lnSpc>
              <a:buFont typeface="Arial" panose="020B0604020202020204" pitchFamily="34" charset="0"/>
              <a:buChar char="•"/>
            </a:pPr>
            <a:r>
              <a:rPr lang="en-US" sz="2400" kern="0" cap="none" spc="0">
                <a:ea typeface="Source Serif 4 14pt Light" panose="02040403040405020204" pitchFamily="18" charset="0"/>
              </a:rPr>
              <a:t>A universal scorecard </a:t>
            </a:r>
            <a:r>
              <a:rPr lang="en-US" sz="2400" kern="0" cap="none" spc="0">
                <a:ea typeface="Source Serif 4 14pt Light" panose="02040403040405020204" pitchFamily="18" charset="0"/>
                <a:cs typeface="EYInterstate Light" charset="0"/>
              </a:rPr>
              <a:t>for assessing nascent innovation ideas</a:t>
            </a:r>
          </a:p>
          <a:p>
            <a:pPr marL="342900" indent="-342900">
              <a:lnSpc>
                <a:spcPct val="100000"/>
              </a:lnSpc>
              <a:buFont typeface="Arial" panose="020B0604020202020204" pitchFamily="34" charset="0"/>
              <a:buChar char="•"/>
            </a:pPr>
            <a:r>
              <a:rPr lang="en-US" sz="2400" kern="0" cap="none" spc="0">
                <a:ea typeface="Source Serif 4 14pt Light" panose="02040403040405020204" pitchFamily="18" charset="0"/>
              </a:rPr>
              <a:t>Alignment among key executives and innovation groups </a:t>
            </a:r>
            <a:r>
              <a:rPr lang="en-US" sz="2400" kern="0" cap="none" spc="0">
                <a:ea typeface="Source Serif 4 14pt Light" panose="02040403040405020204" pitchFamily="18" charset="0"/>
                <a:cs typeface="EYInterstate Light" charset="0"/>
              </a:rPr>
              <a:t>to the design and application</a:t>
            </a:r>
          </a:p>
          <a:p>
            <a:pPr marL="342900" indent="-342900">
              <a:lnSpc>
                <a:spcPct val="100000"/>
              </a:lnSpc>
              <a:buFont typeface="Arial" panose="020B0604020202020204" pitchFamily="34" charset="0"/>
              <a:buChar char="•"/>
            </a:pPr>
            <a:r>
              <a:rPr lang="en-US" sz="2400" kern="0" cap="none" spc="0">
                <a:ea typeface="Source Serif 4 14pt Light" panose="02040403040405020204" pitchFamily="18" charset="0"/>
              </a:rPr>
              <a:t>Informed key leaders </a:t>
            </a:r>
            <a:r>
              <a:rPr lang="en-US" sz="2400" kern="0" cap="none" spc="0">
                <a:ea typeface="Source Serif 4 14pt Light" panose="02040403040405020204" pitchFamily="18" charset="0"/>
                <a:cs typeface="EYInterstate Light" charset="0"/>
              </a:rPr>
              <a:t>of innovation best practices at 15 leading innovative companies across multiple industries</a:t>
            </a:r>
          </a:p>
          <a:p>
            <a:pPr marL="342900" indent="-342900">
              <a:lnSpc>
                <a:spcPct val="100000"/>
              </a:lnSpc>
              <a:buFont typeface="Arial" panose="020B0604020202020204" pitchFamily="34" charset="0"/>
              <a:buChar char="•"/>
            </a:pPr>
            <a:endParaRPr lang="en-US"/>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p:txBody>
          <a:bodyPr/>
          <a:lstStyle/>
          <a:p>
            <a:r>
              <a:rPr lang="en-US"/>
              <a:t>Global insurance company</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p:txBody>
          <a:bodyPr/>
          <a:lstStyle/>
          <a:p>
            <a:r>
              <a:rPr lang="en-US">
                <a:effectLst/>
                <a:latin typeface="Source Serif 4 14pt Light" panose="02040403040405020204" pitchFamily="18" charset="0"/>
                <a:ea typeface="Source Serif 4 14pt Light" panose="02040403040405020204" pitchFamily="18" charset="0"/>
              </a:rPr>
              <a:t>Developing metrics models to guide innovation across the enterprise</a:t>
            </a:r>
          </a:p>
        </p:txBody>
      </p:sp>
      <p:sp>
        <p:nvSpPr>
          <p:cNvPr id="6" name="Text 1">
            <a:extLst>
              <a:ext uri="{FF2B5EF4-FFF2-40B4-BE49-F238E27FC236}">
                <a16:creationId xmlns:a16="http://schemas.microsoft.com/office/drawing/2014/main" id="{13F34559-CDD5-9D54-1DF0-7D4204800999}"/>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490B9E90-3528-CE7A-4D51-F1EC3EF50364}"/>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49238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7633D9C-2C8F-D955-A6CB-7D4667A4777B}"/>
              </a:ext>
            </a:extLst>
          </p:cNvPr>
          <p:cNvSpPr/>
          <p:nvPr/>
        </p:nvSpPr>
        <p:spPr>
          <a:xfrm>
            <a:off x="0" y="0"/>
            <a:ext cx="12193587" cy="13716000"/>
          </a:xfrm>
          <a:prstGeom prst="rect">
            <a:avLst/>
          </a:prstGeom>
          <a:gradFill>
            <a:gsLst>
              <a:gs pos="100000">
                <a:srgbClr val="04736D"/>
              </a:gs>
              <a:gs pos="0">
                <a:srgbClr val="5EC5BE"/>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hape 7">
            <a:extLst>
              <a:ext uri="{FF2B5EF4-FFF2-40B4-BE49-F238E27FC236}">
                <a16:creationId xmlns:a16="http://schemas.microsoft.com/office/drawing/2014/main" id="{5310DF2F-FC12-CDEB-BD29-A09983CFFB3C}"/>
              </a:ext>
            </a:extLst>
          </p:cNvPr>
          <p:cNvSpPr/>
          <p:nvPr/>
        </p:nvSpPr>
        <p:spPr>
          <a:xfrm>
            <a:off x="3785073" y="1536700"/>
            <a:ext cx="5321965" cy="10655300"/>
          </a:xfrm>
          <a:prstGeom prst="rect">
            <a:avLst/>
          </a:prstGeom>
          <a:noFill/>
          <a:ln/>
        </p:spPr>
        <p:txBody>
          <a:bodyPr/>
          <a:lstStyle/>
          <a:p>
            <a:endParaRPr lang="es-AR"/>
          </a:p>
        </p:txBody>
      </p:sp>
      <p:pic>
        <p:nvPicPr>
          <p:cNvPr id="16" name="Image 6" descr=" ">
            <a:extLst>
              <a:ext uri="{FF2B5EF4-FFF2-40B4-BE49-F238E27FC236}">
                <a16:creationId xmlns:a16="http://schemas.microsoft.com/office/drawing/2014/main" id="{34156A46-27F7-B94A-D40D-D3A9713A88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23891" y="1527175"/>
            <a:ext cx="5264392" cy="10674350"/>
          </a:xfrm>
          <a:prstGeom prst="rect">
            <a:avLst/>
          </a:prstGeom>
        </p:spPr>
      </p:pic>
      <p:pic>
        <p:nvPicPr>
          <p:cNvPr id="17" name="Image 7" descr=" ">
            <a:extLst>
              <a:ext uri="{FF2B5EF4-FFF2-40B4-BE49-F238E27FC236}">
                <a16:creationId xmlns:a16="http://schemas.microsoft.com/office/drawing/2014/main" id="{31CF86C0-CEEE-5C68-2548-3B65A99A99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45399" y="1865437"/>
            <a:ext cx="188257" cy="188181"/>
          </a:xfrm>
          <a:prstGeom prst="rect">
            <a:avLst/>
          </a:prstGeom>
        </p:spPr>
      </p:pic>
      <p:pic>
        <p:nvPicPr>
          <p:cNvPr id="18" name="Image 8" descr=" ">
            <a:extLst>
              <a:ext uri="{FF2B5EF4-FFF2-40B4-BE49-F238E27FC236}">
                <a16:creationId xmlns:a16="http://schemas.microsoft.com/office/drawing/2014/main" id="{3DF780B3-251B-A806-E5FA-741361E948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9144" y="1889587"/>
            <a:ext cx="550829" cy="139871"/>
          </a:xfrm>
          <a:prstGeom prst="rect">
            <a:avLst/>
          </a:prstGeom>
        </p:spPr>
      </p:pic>
      <p:pic>
        <p:nvPicPr>
          <p:cNvPr id="19" name="Image 9" descr=" ">
            <a:extLst>
              <a:ext uri="{FF2B5EF4-FFF2-40B4-BE49-F238E27FC236}">
                <a16:creationId xmlns:a16="http://schemas.microsoft.com/office/drawing/2014/main" id="{B636A29B-F68F-0EC4-ABFA-275DF7387921}"/>
              </a:ext>
            </a:extLst>
          </p:cNvPr>
          <p:cNvPicPr>
            <a:picLocks noChangeAspect="1"/>
          </p:cNvPicPr>
          <p:nvPr/>
        </p:nvPicPr>
        <p:blipFill>
          <a:blip r:embed="rId9"/>
          <a:stretch>
            <a:fillRect/>
          </a:stretch>
        </p:blipFill>
        <p:spPr>
          <a:xfrm>
            <a:off x="4123482" y="1826639"/>
            <a:ext cx="0" cy="0"/>
          </a:xfrm>
          <a:prstGeom prst="rect">
            <a:avLst/>
          </a:prstGeom>
        </p:spPr>
      </p:pic>
      <p:pic>
        <p:nvPicPr>
          <p:cNvPr id="20" name="Image 10" descr=" ">
            <a:extLst>
              <a:ext uri="{FF2B5EF4-FFF2-40B4-BE49-F238E27FC236}">
                <a16:creationId xmlns:a16="http://schemas.microsoft.com/office/drawing/2014/main" id="{3483AB47-01DA-3199-AFAC-724281237F9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13956" y="1817114"/>
            <a:ext cx="4684262" cy="10070309"/>
          </a:xfrm>
          <a:prstGeom prst="rect">
            <a:avLst/>
          </a:prstGeom>
        </p:spPr>
      </p:pic>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p:txBody>
          <a:bodyPr/>
          <a:lstStyle/>
          <a:p>
            <a:pPr marL="0" marR="0" lvl="0" indent="0" algn="l" defTabSz="152400" rtl="0" eaLnBrk="1" fontAlgn="auto" latinLnBrk="0" hangingPunct="0">
              <a:lnSpc>
                <a:spcPct val="100000"/>
              </a:lnSpc>
              <a:spcAft>
                <a:spcPts val="0"/>
              </a:spcAft>
              <a:buClrTx/>
              <a:buSzTx/>
              <a:buFontTx/>
              <a:buNone/>
              <a:tabLst/>
              <a:defRPr/>
            </a:pPr>
            <a:r>
              <a:rPr lang="en-US" kern="0" dirty="0">
                <a:cs typeface="Arial"/>
                <a:sym typeface="Arial"/>
              </a:rPr>
              <a:t>A</a:t>
            </a:r>
            <a:r>
              <a:rPr kumimoji="0" lang="en-US" u="none" strike="noStrike" kern="0" cap="none" spc="0" normalizeH="0" baseline="0" noProof="0" dirty="0">
                <a:ln>
                  <a:noFill/>
                </a:ln>
                <a:effectLst/>
                <a:uLnTx/>
                <a:uFillTx/>
                <a:cs typeface="Arial"/>
                <a:sym typeface="Arial"/>
              </a:rPr>
              <a:t> leading investment management company embarked on a mission to create a World Class Client Experience by modernizing their tech in a $2B commitment. They needed a partner to help scale their team with a shared, user-centered design philosophy.</a:t>
            </a:r>
          </a:p>
          <a:p>
            <a:pPr marL="0" marR="0" lvl="0" indent="0" algn="l" defTabSz="152400" rtl="0" eaLnBrk="1" fontAlgn="auto" latinLnBrk="0" hangingPunct="0">
              <a:lnSpc>
                <a:spcPct val="100000"/>
              </a:lnSpc>
              <a:spcAft>
                <a:spcPts val="0"/>
              </a:spcAft>
              <a:buClrTx/>
              <a:buSzTx/>
              <a:buFontTx/>
              <a:buNone/>
              <a:tabLst/>
              <a:defRPr/>
            </a:pPr>
            <a:r>
              <a:rPr kumimoji="0" lang="en-US" u="none" strike="noStrike" kern="0" cap="none" spc="0" normalizeH="0" baseline="0" noProof="0" dirty="0">
                <a:ln>
                  <a:noFill/>
                </a:ln>
                <a:effectLst/>
                <a:uLnTx/>
                <a:uFillTx/>
                <a:cs typeface="Arial"/>
                <a:sym typeface="Arial"/>
              </a:rPr>
              <a:t>EY has been engaged in a capacity-based agreement to provide multidisciplinary teams embedded in Vanguard Labs to lead, support, advance, and create new experiences for their Retail Investment Group utilizing an agile, user-centered methodology</a:t>
            </a:r>
          </a:p>
          <a:p>
            <a:pPr marL="0" marR="0" lvl="0" indent="0" algn="l" defTabSz="152400" rtl="0" eaLnBrk="1" fontAlgn="auto" latinLnBrk="0" hangingPunct="0">
              <a:lnSpc>
                <a:spcPct val="100000"/>
              </a:lnSpc>
              <a:spcBef>
                <a:spcPts val="1200"/>
              </a:spcBef>
              <a:spcAft>
                <a:spcPts val="0"/>
              </a:spcAft>
              <a:buClrTx/>
              <a:buSzTx/>
              <a:buFontTx/>
              <a:buNone/>
              <a:tabLst/>
              <a:defRPr/>
            </a:pPr>
            <a:endParaRPr lang="en-US" dirty="0"/>
          </a:p>
          <a:p>
            <a:pPr>
              <a:lnSpc>
                <a:spcPct val="100000"/>
              </a:lnSpc>
            </a:pPr>
            <a:r>
              <a:rPr lang="en-US" dirty="0">
                <a:latin typeface="EYInterstate Regular" panose="02000503020000020004" pitchFamily="2" charset="0"/>
              </a:rPr>
              <a:t>Solutions</a:t>
            </a:r>
          </a:p>
          <a:p>
            <a:pPr>
              <a:lnSpc>
                <a:spcPct val="100000"/>
              </a:lnSpc>
            </a:pPr>
            <a:r>
              <a:rPr lang="en-US" kern="0" dirty="0">
                <a:cs typeface="Arial"/>
                <a:sym typeface="Arial"/>
              </a:rPr>
              <a:t>P</a:t>
            </a:r>
            <a:r>
              <a:rPr kumimoji="0" lang="en-US" u="none" strike="noStrike" kern="0" cap="none" spc="0" normalizeH="0" baseline="0" noProof="0" dirty="0" err="1">
                <a:ln>
                  <a:noFill/>
                </a:ln>
                <a:effectLst/>
                <a:uLnTx/>
                <a:uFillTx/>
                <a:cs typeface="Arial"/>
                <a:sym typeface="Arial"/>
              </a:rPr>
              <a:t>rovided</a:t>
            </a:r>
            <a:r>
              <a:rPr kumimoji="0" lang="en-US" u="none" strike="noStrike" kern="0" cap="none" spc="0" normalizeH="0" baseline="0" noProof="0" dirty="0">
                <a:ln>
                  <a:noFill/>
                </a:ln>
                <a:effectLst/>
                <a:uLnTx/>
                <a:uFillTx/>
                <a:cs typeface="Arial"/>
                <a:sym typeface="Arial"/>
              </a:rPr>
              <a:t> strategic leadership, UX strategists, UX designers, UX Researchers, Content Strategists, Front-end Developers and Product Owners across their CX practice.</a:t>
            </a:r>
            <a:br>
              <a:rPr kumimoji="0" lang="en-US" sz="2400" b="0" i="0" u="none" strike="noStrike" kern="0" cap="none" spc="0" normalizeH="0" baseline="0" noProof="0" dirty="0">
                <a:ln>
                  <a:noFill/>
                </a:ln>
                <a:solidFill>
                  <a:srgbClr val="000000"/>
                </a:solidFill>
                <a:effectLst/>
                <a:uLnTx/>
                <a:uFillTx/>
                <a:latin typeface="Arial"/>
                <a:cs typeface="Arial"/>
                <a:sym typeface="Arial"/>
              </a:rPr>
            </a:br>
            <a:endParaRPr lang="en-US" dirty="0"/>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p:txBody>
          <a:bodyPr/>
          <a:lstStyle/>
          <a:p>
            <a:r>
              <a:rPr lang="en-US" u="none" strike="noStrike">
                <a:effectLst/>
              </a:rPr>
              <a:t>investment management company</a:t>
            </a:r>
            <a:endParaRPr lang="en-US"/>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p:txBody>
          <a:bodyPr/>
          <a:lstStyle/>
          <a:p>
            <a:r>
              <a:rPr lang="en-US" sz="7200">
                <a:effectLst/>
                <a:latin typeface="Source Serif 4 14pt Light" panose="02040403040405020204" pitchFamily="18" charset="0"/>
                <a:ea typeface="Source Serif 4 14pt Light" panose="02040403040405020204" pitchFamily="18" charset="0"/>
              </a:rPr>
              <a:t>Creating new experience for retail investment group </a:t>
            </a:r>
          </a:p>
        </p:txBody>
      </p:sp>
      <p:sp>
        <p:nvSpPr>
          <p:cNvPr id="6" name="Text 1">
            <a:extLst>
              <a:ext uri="{FF2B5EF4-FFF2-40B4-BE49-F238E27FC236}">
                <a16:creationId xmlns:a16="http://schemas.microsoft.com/office/drawing/2014/main" id="{420D9AFD-8F38-E8FD-4D4D-37D4D849AB2A}"/>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cxnSp>
        <p:nvCxnSpPr>
          <p:cNvPr id="7" name="Straight Connector 6">
            <a:extLst>
              <a:ext uri="{FF2B5EF4-FFF2-40B4-BE49-F238E27FC236}">
                <a16:creationId xmlns:a16="http://schemas.microsoft.com/office/drawing/2014/main" id="{B72EB6F3-F392-11DF-9661-C4B93D1452CE}"/>
              </a:ext>
            </a:extLst>
          </p:cNvPr>
          <p:cNvCxnSpPr>
            <a:cxnSpLocks/>
          </p:cNvCxnSpPr>
          <p:nvPr/>
        </p:nvCxnSpPr>
        <p:spPr>
          <a:xfrm>
            <a:off x="13177025" y="5157216"/>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Picture 22" descr="A person sitting at a desk&#10;&#10;Description automatically generated">
            <a:extLst>
              <a:ext uri="{FF2B5EF4-FFF2-40B4-BE49-F238E27FC236}">
                <a16:creationId xmlns:a16="http://schemas.microsoft.com/office/drawing/2014/main" id="{8C7AAFBF-C6AE-AFF9-F7D9-F47AE178F2AC}"/>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4113956" y="1829195"/>
            <a:ext cx="4684262" cy="10070309"/>
          </a:xfrm>
          <a:prstGeom prst="roundRect">
            <a:avLst>
              <a:gd name="adj" fmla="val 10845"/>
            </a:avLst>
          </a:prstGeom>
        </p:spPr>
      </p:pic>
      <p:pic>
        <p:nvPicPr>
          <p:cNvPr id="27" name="Picture 26">
            <a:extLst>
              <a:ext uri="{FF2B5EF4-FFF2-40B4-BE49-F238E27FC236}">
                <a16:creationId xmlns:a16="http://schemas.microsoft.com/office/drawing/2014/main" id="{7979B7F6-3672-0952-76B7-413E6E49DC26}"/>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6159144" y="1880455"/>
            <a:ext cx="823296" cy="188182"/>
          </a:xfrm>
          <a:prstGeom prst="rect">
            <a:avLst/>
          </a:prstGeom>
        </p:spPr>
      </p:pic>
      <p:pic>
        <p:nvPicPr>
          <p:cNvPr id="2" name="Graphic 1">
            <a:extLst>
              <a:ext uri="{FF2B5EF4-FFF2-40B4-BE49-F238E27FC236}">
                <a16:creationId xmlns:a16="http://schemas.microsoft.com/office/drawing/2014/main" id="{D6CFA5D5-64BA-4DEF-A6E5-E1432E14A72D}"/>
              </a:ext>
            </a:extLst>
          </p:cNvPr>
          <p:cNvPicPr/>
          <p:nvPr/>
        </p:nvPicPr>
        <p:blipFill>
          <a:blip r:embed="rId14">
            <a:extLst>
              <a:ext uri="{96DAC541-7B7A-43D3-8B79-37D633B846F1}">
                <asvg:svgBlip xmlns:asvg="http://schemas.microsoft.com/office/drawing/2016/SVG/main" r:embed="rId1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174579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a:extLst>
              <a:ext uri="{FF2B5EF4-FFF2-40B4-BE49-F238E27FC236}">
                <a16:creationId xmlns:a16="http://schemas.microsoft.com/office/drawing/2014/main" id="{AC0131C5-093E-4DDA-BAD8-76FD47C871A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p:blipFill>
        <p:spPr bwMode="auto">
          <a:xfrm>
            <a:off x="0" y="1"/>
            <a:ext cx="12193586" cy="1371599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ED9F88A-4869-F16C-4B2A-832DB97C9B50}"/>
              </a:ext>
            </a:extLst>
          </p:cNvPr>
          <p:cNvSpPr/>
          <p:nvPr/>
        </p:nvSpPr>
        <p:spPr>
          <a:xfrm>
            <a:off x="89185" y="0"/>
            <a:ext cx="12219892" cy="13716000"/>
          </a:xfrm>
          <a:prstGeom prst="rect">
            <a:avLst/>
          </a:prstGeom>
          <a:solidFill>
            <a:schemeClr val="tx1">
              <a:alpha val="461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a:xfrm>
            <a:off x="13741825" y="1813560"/>
            <a:ext cx="9787247" cy="10861040"/>
          </a:xfrm>
        </p:spPr>
        <p:txBody>
          <a:bodyPr/>
          <a:lstStyle/>
          <a:p>
            <a:pPr>
              <a:lnSpc>
                <a:spcPct val="100000"/>
              </a:lnSpc>
            </a:pPr>
            <a:r>
              <a:rPr lang="en-US" dirty="0"/>
              <a:t>Partnered to strategize, create and launch  a new product offering which promoted peer-to-peer connection, flexible terms of use and low rates, the first of its kind. </a:t>
            </a:r>
          </a:p>
          <a:p>
            <a:pPr marL="342900" indent="-342900">
              <a:lnSpc>
                <a:spcPct val="100000"/>
              </a:lnSpc>
              <a:buFont typeface="Arial" panose="020B0604020202020204" pitchFamily="34" charset="0"/>
              <a:buChar char="•"/>
            </a:pPr>
            <a:r>
              <a:rPr lang="en-US" dirty="0"/>
              <a:t>Banks and credit card providers needed to re-engage with their clients as well as gain back their trust ​</a:t>
            </a:r>
          </a:p>
          <a:p>
            <a:pPr marL="342900" indent="-342900">
              <a:lnSpc>
                <a:spcPct val="100000"/>
              </a:lnSpc>
              <a:buFont typeface="Arial" panose="020B0604020202020204" pitchFamily="34" charset="0"/>
              <a:buChar char="•"/>
            </a:pPr>
            <a:r>
              <a:rPr lang="en-US" dirty="0"/>
              <a:t>High client service and contact center costs ​</a:t>
            </a:r>
          </a:p>
          <a:p>
            <a:pPr marL="342900" indent="-342900">
              <a:lnSpc>
                <a:spcPct val="100000"/>
              </a:lnSpc>
              <a:buFont typeface="Arial" panose="020B0604020202020204" pitchFamily="34" charset="0"/>
              <a:buChar char="•"/>
            </a:pPr>
            <a:r>
              <a:rPr lang="en-US" dirty="0"/>
              <a:t>Encourage and gamify the credit card experience while teaching low credit clients how to improve their credit history ​</a:t>
            </a:r>
          </a:p>
          <a:p>
            <a:pPr>
              <a:lnSpc>
                <a:spcPct val="100000"/>
              </a:lnSpc>
            </a:pPr>
            <a:endParaRPr lang="en-US" dirty="0"/>
          </a:p>
          <a:p>
            <a:pPr>
              <a:lnSpc>
                <a:spcPct val="100000"/>
              </a:lnSpc>
            </a:pPr>
            <a:r>
              <a:rPr lang="en-US" dirty="0"/>
              <a:t>Solution </a:t>
            </a:r>
          </a:p>
          <a:p>
            <a:pPr marL="342900" indent="-342900">
              <a:lnSpc>
                <a:spcPct val="100000"/>
              </a:lnSpc>
              <a:buFont typeface="Arial" panose="020B0604020202020204" pitchFamily="34" charset="0"/>
              <a:buChar char="•"/>
            </a:pPr>
            <a:r>
              <a:rPr lang="en-US" dirty="0"/>
              <a:t>Designed and built the end to end experience on a secure  social community platform​</a:t>
            </a:r>
          </a:p>
          <a:p>
            <a:pPr marL="342900" indent="-342900">
              <a:lnSpc>
                <a:spcPct val="100000"/>
              </a:lnSpc>
              <a:buFont typeface="Arial" panose="020B0604020202020204" pitchFamily="34" charset="0"/>
              <a:buChar char="•"/>
            </a:pPr>
            <a:r>
              <a:rPr lang="en-US" dirty="0"/>
              <a:t>Utilized transaction data and community activity to better to improve the experience and assist​</a:t>
            </a:r>
          </a:p>
          <a:p>
            <a:pPr marL="342900" indent="-342900">
              <a:lnSpc>
                <a:spcPct val="100000"/>
              </a:lnSpc>
              <a:buFont typeface="Arial" panose="020B0604020202020204" pitchFamily="34" charset="0"/>
              <a:buChar char="•"/>
            </a:pPr>
            <a:r>
              <a:rPr lang="en-US" dirty="0"/>
              <a:t>Provided clients the ability to collaborate, ask questions, vote and poll which ultimately decides the terms of the card​</a:t>
            </a:r>
          </a:p>
          <a:p>
            <a:pPr marL="342900" indent="-342900">
              <a:lnSpc>
                <a:spcPct val="100000"/>
              </a:lnSpc>
              <a:buFont typeface="Arial" panose="020B0604020202020204" pitchFamily="34" charset="0"/>
              <a:buChar char="•"/>
            </a:pPr>
            <a:r>
              <a:rPr lang="en-US" dirty="0"/>
              <a:t>Worked within the confines of overarching brand standards.</a:t>
            </a:r>
          </a:p>
          <a:p>
            <a:pPr marL="342900" indent="-342900">
              <a:lnSpc>
                <a:spcPct val="100000"/>
              </a:lnSpc>
              <a:buFont typeface="Arial" panose="020B0604020202020204" pitchFamily="34" charset="0"/>
              <a:buChar char="•"/>
            </a:pPr>
            <a:endParaRPr lang="en-US" dirty="0"/>
          </a:p>
          <a:p>
            <a:pPr>
              <a:lnSpc>
                <a:spcPct val="100000"/>
              </a:lnSpc>
            </a:pPr>
            <a:r>
              <a:rPr lang="en-US" dirty="0"/>
              <a:t>Results</a:t>
            </a:r>
          </a:p>
          <a:p>
            <a:pPr marL="342900" indent="-342900">
              <a:lnSpc>
                <a:spcPct val="100000"/>
              </a:lnSpc>
              <a:buFont typeface="Arial" panose="020B0604020202020204" pitchFamily="34" charset="0"/>
              <a:buChar char="•"/>
            </a:pPr>
            <a:r>
              <a:rPr lang="en-US" dirty="0"/>
              <a:t>Lowest client service call volume​</a:t>
            </a:r>
          </a:p>
          <a:p>
            <a:pPr marL="342900" indent="-342900">
              <a:lnSpc>
                <a:spcPct val="100000"/>
              </a:lnSpc>
              <a:buFont typeface="Arial" panose="020B0604020202020204" pitchFamily="34" charset="0"/>
              <a:buChar char="•"/>
            </a:pPr>
            <a:r>
              <a:rPr lang="en-US" dirty="0"/>
              <a:t>Forrester Customer Service of the year​</a:t>
            </a:r>
          </a:p>
          <a:p>
            <a:pPr marL="342900" indent="-342900">
              <a:lnSpc>
                <a:spcPct val="100000"/>
              </a:lnSpc>
              <a:buFont typeface="Arial" panose="020B0604020202020204" pitchFamily="34" charset="0"/>
              <a:buChar char="•"/>
            </a:pPr>
            <a:r>
              <a:rPr lang="en-US" dirty="0"/>
              <a:t>Led to over 2,500 separate media articles (physical, digital channels) being written on launch day​</a:t>
            </a:r>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a:xfrm>
            <a:off x="6359325" y="320040"/>
            <a:ext cx="11668525" cy="574675"/>
          </a:xfrm>
        </p:spPr>
        <p:txBody>
          <a:bodyPr/>
          <a:lstStyle/>
          <a:p>
            <a:r>
              <a:rPr lang="en-US"/>
              <a:t>Social credit card</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a:xfrm>
            <a:off x="2352561" y="1813560"/>
            <a:ext cx="7693140" cy="4079240"/>
          </a:xfrm>
        </p:spPr>
        <p:txBody>
          <a:bodyPr/>
          <a:lstStyle/>
          <a:p>
            <a:r>
              <a:rPr lang="en-US"/>
              <a:t>Strategizing to create and launch a new product offering</a:t>
            </a:r>
          </a:p>
        </p:txBody>
      </p:sp>
      <p:sp>
        <p:nvSpPr>
          <p:cNvPr id="27" name="Text 1">
            <a:extLst>
              <a:ext uri="{FF2B5EF4-FFF2-40B4-BE49-F238E27FC236}">
                <a16:creationId xmlns:a16="http://schemas.microsoft.com/office/drawing/2014/main" id="{E7B62908-6E4B-F886-E654-54109D344C04}"/>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CD339251-A141-3315-B6A9-3ED5E4855E92}"/>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266895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4" name="Picture 4">
            <a:extLst>
              <a:ext uri="{FF2B5EF4-FFF2-40B4-BE49-F238E27FC236}">
                <a16:creationId xmlns:a16="http://schemas.microsoft.com/office/drawing/2014/main" id="{FF648640-0649-937B-94A3-BFAB148BA56C}"/>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0" y="0"/>
            <a:ext cx="12193586" cy="13716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ED9F88A-4869-F16C-4B2A-832DB97C9B50}"/>
              </a:ext>
            </a:extLst>
          </p:cNvPr>
          <p:cNvSpPr/>
          <p:nvPr/>
        </p:nvSpPr>
        <p:spPr>
          <a:xfrm>
            <a:off x="-26306" y="0"/>
            <a:ext cx="12219892" cy="13716000"/>
          </a:xfrm>
          <a:prstGeom prst="rect">
            <a:avLst/>
          </a:prstGeom>
          <a:solidFill>
            <a:schemeClr val="tx1">
              <a:alpha val="461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a:xfrm>
            <a:off x="13802951" y="1813560"/>
            <a:ext cx="9560528" cy="10861040"/>
          </a:xfrm>
        </p:spPr>
        <p:txBody>
          <a:bodyPr/>
          <a:lstStyle/>
          <a:p>
            <a:pPr>
              <a:lnSpc>
                <a:spcPct val="100000"/>
              </a:lnSpc>
            </a:pPr>
            <a:r>
              <a:rPr lang="en-US" dirty="0"/>
              <a:t>Partnered with the client to derive a strategy and design a personalized experience using the existing digital domain and data captured for cardholders and non-cardholders.  </a:t>
            </a:r>
          </a:p>
          <a:p>
            <a:pPr marL="342900" indent="-342900">
              <a:lnSpc>
                <a:spcPct val="100000"/>
              </a:lnSpc>
              <a:buFont typeface="Arial" panose="020B0604020202020204" pitchFamily="34" charset="0"/>
              <a:buChar char="•"/>
            </a:pPr>
            <a:r>
              <a:rPr lang="en-US" dirty="0"/>
              <a:t>Derive a strategy to monetize a successful community while maintaining the integrity of the personalized experience​</a:t>
            </a:r>
          </a:p>
          <a:p>
            <a:pPr marL="342900" indent="-342900">
              <a:lnSpc>
                <a:spcPct val="100000"/>
              </a:lnSpc>
              <a:buFont typeface="Arial" panose="020B0604020202020204" pitchFamily="34" charset="0"/>
              <a:buChar char="•"/>
            </a:pPr>
            <a:r>
              <a:rPr lang="en-US" dirty="0"/>
              <a:t>Enable scalability for future deals and credit card partners</a:t>
            </a:r>
          </a:p>
          <a:p>
            <a:pPr>
              <a:lnSpc>
                <a:spcPct val="100000"/>
              </a:lnSpc>
            </a:pPr>
            <a:endParaRPr lang="en-US" dirty="0"/>
          </a:p>
          <a:p>
            <a:pPr>
              <a:lnSpc>
                <a:spcPct val="100000"/>
              </a:lnSpc>
            </a:pPr>
            <a:r>
              <a:rPr lang="en-US" dirty="0"/>
              <a:t>Solution </a:t>
            </a:r>
          </a:p>
          <a:p>
            <a:pPr marL="342900" indent="-342900">
              <a:lnSpc>
                <a:spcPct val="100000"/>
              </a:lnSpc>
              <a:buFont typeface="Arial" panose="020B0604020202020204" pitchFamily="34" charset="0"/>
              <a:buChar char="•"/>
            </a:pPr>
            <a:r>
              <a:rPr lang="en-US" dirty="0"/>
              <a:t>We envisioned travel deals experience and a phased approach for test and learn enablement​</a:t>
            </a:r>
          </a:p>
          <a:p>
            <a:pPr marL="342900" indent="-342900">
              <a:lnSpc>
                <a:spcPct val="100000"/>
              </a:lnSpc>
              <a:buFont typeface="Arial" panose="020B0604020202020204" pitchFamily="34" charset="0"/>
              <a:buChar char="•"/>
            </a:pPr>
            <a:r>
              <a:rPr lang="en-US" dirty="0"/>
              <a:t>Featured and recommended deals offering is personalized to the user​</a:t>
            </a:r>
          </a:p>
          <a:p>
            <a:pPr marL="342900" indent="-342900">
              <a:lnSpc>
                <a:spcPct val="100000"/>
              </a:lnSpc>
              <a:buFont typeface="Arial" panose="020B0604020202020204" pitchFamily="34" charset="0"/>
              <a:buChar char="•"/>
            </a:pPr>
            <a:r>
              <a:rPr lang="en-US" dirty="0"/>
              <a:t>Integrated a 3rd party API featuring hotels from a large database into the social community ​</a:t>
            </a:r>
          </a:p>
          <a:p>
            <a:pPr marL="342900" indent="-342900">
              <a:lnSpc>
                <a:spcPct val="100000"/>
              </a:lnSpc>
              <a:buFont typeface="Arial" panose="020B0604020202020204" pitchFamily="34" charset="0"/>
              <a:buChar char="•"/>
            </a:pPr>
            <a:r>
              <a:rPr lang="en-US" dirty="0"/>
              <a:t>Built custom administrative tools create and feature special deals for the respective  </a:t>
            </a:r>
          </a:p>
          <a:p>
            <a:pPr>
              <a:lnSpc>
                <a:spcPct val="100000"/>
              </a:lnSpc>
            </a:pPr>
            <a:endParaRPr lang="en-US" dirty="0"/>
          </a:p>
          <a:p>
            <a:pPr>
              <a:lnSpc>
                <a:spcPct val="100000"/>
              </a:lnSpc>
            </a:pPr>
            <a:r>
              <a:rPr lang="en-US" dirty="0"/>
              <a:t>Results</a:t>
            </a:r>
          </a:p>
          <a:p>
            <a:pPr marL="342900" indent="-342900">
              <a:lnSpc>
                <a:spcPct val="100000"/>
              </a:lnSpc>
              <a:buFont typeface="Arial" panose="020B0604020202020204" pitchFamily="34" charset="0"/>
              <a:buChar char="•"/>
            </a:pPr>
            <a:r>
              <a:rPr lang="en-US" dirty="0"/>
              <a:t>Created a monetary business model within a social community​</a:t>
            </a:r>
          </a:p>
          <a:p>
            <a:pPr marL="342900" indent="-342900">
              <a:lnSpc>
                <a:spcPct val="100000"/>
              </a:lnSpc>
              <a:buFont typeface="Arial" panose="020B0604020202020204" pitchFamily="34" charset="0"/>
              <a:buChar char="•"/>
            </a:pPr>
            <a:r>
              <a:rPr lang="en-US" dirty="0"/>
              <a:t>Increased spending and redemption on the credit card product​</a:t>
            </a:r>
          </a:p>
          <a:p>
            <a:pPr marL="342900" indent="-342900">
              <a:lnSpc>
                <a:spcPct val="100000"/>
              </a:lnSpc>
              <a:buFont typeface="Arial" panose="020B0604020202020204" pitchFamily="34" charset="0"/>
              <a:buChar char="•"/>
            </a:pPr>
            <a:r>
              <a:rPr lang="en-US" dirty="0"/>
              <a:t>Increased community registration through email marketing campaign</a:t>
            </a:r>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a:xfrm>
            <a:off x="6359325" y="320040"/>
            <a:ext cx="11668525" cy="574675"/>
          </a:xfrm>
        </p:spPr>
        <p:txBody>
          <a:bodyPr/>
          <a:lstStyle/>
          <a:p>
            <a:r>
              <a:rPr lang="en-US"/>
              <a:t>Major credit card</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a:xfrm>
            <a:off x="2352561" y="1813560"/>
            <a:ext cx="7693140" cy="4079240"/>
          </a:xfrm>
        </p:spPr>
        <p:txBody>
          <a:bodyPr/>
          <a:lstStyle/>
          <a:p>
            <a:r>
              <a:rPr lang="en-US"/>
              <a:t>Designing a personalized experienced within an existing domain</a:t>
            </a:r>
          </a:p>
        </p:txBody>
      </p:sp>
      <p:sp>
        <p:nvSpPr>
          <p:cNvPr id="27" name="Text 1">
            <a:extLst>
              <a:ext uri="{FF2B5EF4-FFF2-40B4-BE49-F238E27FC236}">
                <a16:creationId xmlns:a16="http://schemas.microsoft.com/office/drawing/2014/main" id="{E7B62908-6E4B-F886-E654-54109D344C04}"/>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34F34646-3028-8F62-EE68-FE0E06749C59}"/>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32680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blue rectangle with white text&#10;&#10;Description automatically generated">
            <a:extLst>
              <a:ext uri="{FF2B5EF4-FFF2-40B4-BE49-F238E27FC236}">
                <a16:creationId xmlns:a16="http://schemas.microsoft.com/office/drawing/2014/main" id="{6E82CC1D-D4AD-F701-F7E0-CE8420DA6DE3}"/>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p:pic>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a:xfrm>
            <a:off x="13226902" y="5103628"/>
            <a:ext cx="9937898" cy="7570972"/>
          </a:xfrm>
        </p:spPr>
        <p:txBody>
          <a:bodyPr/>
          <a:lstStyle/>
          <a:p>
            <a:pPr>
              <a:lnSpc>
                <a:spcPct val="100000"/>
              </a:lnSpc>
            </a:pPr>
            <a:r>
              <a:rPr lang="en-US" dirty="0"/>
              <a:t>User to be able to quickly and efficiently monitor client billing to ensure accurate and timely billing statements.</a:t>
            </a:r>
          </a:p>
          <a:p>
            <a:pPr>
              <a:lnSpc>
                <a:spcPct val="100000"/>
              </a:lnSpc>
            </a:pPr>
            <a:endParaRPr lang="en-US" dirty="0"/>
          </a:p>
          <a:p>
            <a:pPr>
              <a:lnSpc>
                <a:spcPct val="100000"/>
              </a:lnSpc>
            </a:pPr>
            <a:r>
              <a:rPr lang="en-US" dirty="0">
                <a:latin typeface="EYInterstate Regular" panose="02000503020000020004" pitchFamily="2" charset="0"/>
              </a:rPr>
              <a:t>Solution</a:t>
            </a:r>
            <a:r>
              <a:rPr lang="en-US" dirty="0"/>
              <a:t> </a:t>
            </a:r>
          </a:p>
          <a:p>
            <a:pPr>
              <a:lnSpc>
                <a:spcPct val="100000"/>
              </a:lnSpc>
            </a:pPr>
            <a:r>
              <a:rPr lang="en-US" dirty="0"/>
              <a:t>UX and UI need to seamlessly integrate with the enterprise design system so that user interactions are consistent across the entire platform</a:t>
            </a:r>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p:txBody>
          <a:bodyPr/>
          <a:lstStyle/>
          <a:p>
            <a:r>
              <a:rPr lang="en-US"/>
              <a:t>Multinational investment bank </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p:txBody>
          <a:bodyPr/>
          <a:lstStyle/>
          <a:p>
            <a:r>
              <a:rPr lang="en-US" sz="7200"/>
              <a:t>Designing for fee billing support</a:t>
            </a:r>
          </a:p>
        </p:txBody>
      </p:sp>
      <p:pic>
        <p:nvPicPr>
          <p:cNvPr id="18" name="Picture 17">
            <a:extLst>
              <a:ext uri="{FF2B5EF4-FFF2-40B4-BE49-F238E27FC236}">
                <a16:creationId xmlns:a16="http://schemas.microsoft.com/office/drawing/2014/main" id="{DC5ADCB5-08BE-35B9-0425-C518BE108326}"/>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2808272" y="7897936"/>
            <a:ext cx="7541157" cy="5281744"/>
          </a:xfrm>
          <a:prstGeom prst="rect">
            <a:avLst/>
          </a:prstGeom>
        </p:spPr>
      </p:pic>
      <p:sp>
        <p:nvSpPr>
          <p:cNvPr id="27" name="Text 1">
            <a:extLst>
              <a:ext uri="{FF2B5EF4-FFF2-40B4-BE49-F238E27FC236}">
                <a16:creationId xmlns:a16="http://schemas.microsoft.com/office/drawing/2014/main" id="{E7B62908-6E4B-F886-E654-54109D344C04}"/>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grpSp>
        <p:nvGrpSpPr>
          <p:cNvPr id="11" name="Group 10">
            <a:extLst>
              <a:ext uri="{FF2B5EF4-FFF2-40B4-BE49-F238E27FC236}">
                <a16:creationId xmlns:a16="http://schemas.microsoft.com/office/drawing/2014/main" id="{6D2E553B-FA94-55E5-8BBB-4B6291D3DEE7}"/>
              </a:ext>
            </a:extLst>
          </p:cNvPr>
          <p:cNvGrpSpPr/>
          <p:nvPr/>
        </p:nvGrpSpPr>
        <p:grpSpPr>
          <a:xfrm>
            <a:off x="2129778" y="1214755"/>
            <a:ext cx="8819313" cy="6163385"/>
            <a:chOff x="1349544" y="1179195"/>
            <a:chExt cx="10167620" cy="7105650"/>
          </a:xfrm>
        </p:grpSpPr>
        <p:grpSp>
          <p:nvGrpSpPr>
            <p:cNvPr id="2" name="Group 1">
              <a:extLst>
                <a:ext uri="{FF2B5EF4-FFF2-40B4-BE49-F238E27FC236}">
                  <a16:creationId xmlns:a16="http://schemas.microsoft.com/office/drawing/2014/main" id="{05CD41BE-7D25-E0EB-728E-A9B8CA4044B7}"/>
                </a:ext>
              </a:extLst>
            </p:cNvPr>
            <p:cNvGrpSpPr/>
            <p:nvPr/>
          </p:nvGrpSpPr>
          <p:grpSpPr>
            <a:xfrm>
              <a:off x="1349544" y="1179195"/>
              <a:ext cx="10167620" cy="7105650"/>
              <a:chOff x="1349544" y="3305175"/>
              <a:chExt cx="10167620" cy="7105650"/>
            </a:xfrm>
          </p:grpSpPr>
          <p:sp>
            <p:nvSpPr>
              <p:cNvPr id="6" name="Shape 7">
                <a:extLst>
                  <a:ext uri="{FF2B5EF4-FFF2-40B4-BE49-F238E27FC236}">
                    <a16:creationId xmlns:a16="http://schemas.microsoft.com/office/drawing/2014/main" id="{85CB8CD9-C361-EB08-C7A4-FD6B96853CA2}"/>
                  </a:ext>
                </a:extLst>
              </p:cNvPr>
              <p:cNvSpPr/>
              <p:nvPr/>
            </p:nvSpPr>
            <p:spPr>
              <a:xfrm>
                <a:off x="1359070" y="3314700"/>
                <a:ext cx="10148568" cy="7086600"/>
              </a:xfrm>
              <a:prstGeom prst="rect">
                <a:avLst/>
              </a:prstGeom>
              <a:noFill/>
              <a:ln/>
            </p:spPr>
            <p:txBody>
              <a:bodyPr/>
              <a:lstStyle/>
              <a:p>
                <a:endParaRPr lang="es-AR"/>
              </a:p>
            </p:txBody>
          </p:sp>
          <p:pic>
            <p:nvPicPr>
              <p:cNvPr id="7" name="Image 6" descr=" ">
                <a:extLst>
                  <a:ext uri="{FF2B5EF4-FFF2-40B4-BE49-F238E27FC236}">
                    <a16:creationId xmlns:a16="http://schemas.microsoft.com/office/drawing/2014/main" id="{942D227B-5ABB-6E27-5FD7-490676BB24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9544" y="3305175"/>
                <a:ext cx="10167620" cy="6797985"/>
              </a:xfrm>
              <a:prstGeom prst="rect">
                <a:avLst/>
              </a:prstGeom>
            </p:spPr>
          </p:pic>
          <p:pic>
            <p:nvPicPr>
              <p:cNvPr id="8" name="Image 7" descr=" ">
                <a:extLst>
                  <a:ext uri="{FF2B5EF4-FFF2-40B4-BE49-F238E27FC236}">
                    <a16:creationId xmlns:a16="http://schemas.microsoft.com/office/drawing/2014/main" id="{CBC4CBC1-00EA-A884-AC5D-429151F669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49544" y="10084107"/>
                <a:ext cx="10166964" cy="326718"/>
              </a:xfrm>
              <a:prstGeom prst="rect">
                <a:avLst/>
              </a:prstGeom>
            </p:spPr>
          </p:pic>
          <p:pic>
            <p:nvPicPr>
              <p:cNvPr id="9" name="Image 8" descr=" ">
                <a:extLst>
                  <a:ext uri="{FF2B5EF4-FFF2-40B4-BE49-F238E27FC236}">
                    <a16:creationId xmlns:a16="http://schemas.microsoft.com/office/drawing/2014/main" id="{DB9441B0-09BB-3081-E115-CDD2F1E9198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20918" y="10084107"/>
                <a:ext cx="1424873" cy="101095"/>
              </a:xfrm>
              <a:prstGeom prst="rect">
                <a:avLst/>
              </a:prstGeom>
            </p:spPr>
          </p:pic>
          <p:pic>
            <p:nvPicPr>
              <p:cNvPr id="17" name="Image 9" descr=" ">
                <a:extLst>
                  <a:ext uri="{FF2B5EF4-FFF2-40B4-BE49-F238E27FC236}">
                    <a16:creationId xmlns:a16="http://schemas.microsoft.com/office/drawing/2014/main" id="{72751D19-A19D-C348-B86F-A6706E21D74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59805" y="10258453"/>
                <a:ext cx="10147099" cy="19050"/>
              </a:xfrm>
              <a:prstGeom prst="rect">
                <a:avLst/>
              </a:prstGeom>
            </p:spPr>
          </p:pic>
          <p:pic>
            <p:nvPicPr>
              <p:cNvPr id="19" name="Image 10" descr=" ">
                <a:extLst>
                  <a:ext uri="{FF2B5EF4-FFF2-40B4-BE49-F238E27FC236}">
                    <a16:creationId xmlns:a16="http://schemas.microsoft.com/office/drawing/2014/main" id="{CD57646C-F185-F4F8-990B-42623C187353}"/>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1625803" y="3708400"/>
                <a:ext cx="9589699" cy="5994078"/>
              </a:xfrm>
              <a:prstGeom prst="rect">
                <a:avLst/>
              </a:prstGeom>
            </p:spPr>
          </p:pic>
          <p:sp>
            <p:nvSpPr>
              <p:cNvPr id="20" name="Shape 8">
                <a:extLst>
                  <a:ext uri="{FF2B5EF4-FFF2-40B4-BE49-F238E27FC236}">
                    <a16:creationId xmlns:a16="http://schemas.microsoft.com/office/drawing/2014/main" id="{198F803E-6291-FCD3-54CD-00B31D68DC89}"/>
                  </a:ext>
                </a:extLst>
              </p:cNvPr>
              <p:cNvSpPr/>
              <p:nvPr/>
            </p:nvSpPr>
            <p:spPr>
              <a:xfrm>
                <a:off x="1625803" y="3708400"/>
                <a:ext cx="9589699" cy="5994078"/>
              </a:xfrm>
              <a:prstGeom prst="roundRect">
                <a:avLst>
                  <a:gd name="adj" fmla="val 153"/>
                </a:avLst>
              </a:prstGeom>
              <a:noFill/>
              <a:ln w="25400">
                <a:solidFill>
                  <a:srgbClr val="FFFFFF">
                    <a:alpha val="50000"/>
                  </a:srgbClr>
                </a:solidFill>
                <a:prstDash val="solid"/>
              </a:ln>
            </p:spPr>
            <p:txBody>
              <a:bodyPr/>
              <a:lstStyle/>
              <a:p>
                <a:endParaRPr lang="es-AR"/>
              </a:p>
            </p:txBody>
          </p:sp>
          <p:pic>
            <p:nvPicPr>
              <p:cNvPr id="21" name="Image 11" descr=" ">
                <a:extLst>
                  <a:ext uri="{FF2B5EF4-FFF2-40B4-BE49-F238E27FC236}">
                    <a16:creationId xmlns:a16="http://schemas.microsoft.com/office/drawing/2014/main" id="{FAF2BBF1-A70A-5D83-262F-02337AD980E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87886" y="3489722"/>
                <a:ext cx="90910" cy="90903"/>
              </a:xfrm>
              <a:prstGeom prst="rect">
                <a:avLst/>
              </a:prstGeom>
            </p:spPr>
          </p:pic>
        </p:grpSp>
        <p:pic>
          <p:nvPicPr>
            <p:cNvPr id="22" name="Picture 21" descr="A screenshot of a computer&#10;&#10;Description automatically generated">
              <a:extLst>
                <a:ext uri="{FF2B5EF4-FFF2-40B4-BE49-F238E27FC236}">
                  <a16:creationId xmlns:a16="http://schemas.microsoft.com/office/drawing/2014/main" id="{FE6305CF-2DEA-A315-C237-6B2E7CB2F2C4}"/>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616276" y="1582421"/>
              <a:ext cx="9599226" cy="5994078"/>
            </a:xfrm>
            <a:prstGeom prst="rect">
              <a:avLst/>
            </a:prstGeom>
          </p:spPr>
        </p:pic>
      </p:grpSp>
      <p:cxnSp>
        <p:nvCxnSpPr>
          <p:cNvPr id="23" name="Straight Connector 22">
            <a:extLst>
              <a:ext uri="{FF2B5EF4-FFF2-40B4-BE49-F238E27FC236}">
                <a16:creationId xmlns:a16="http://schemas.microsoft.com/office/drawing/2014/main" id="{7FF59AFC-C456-6C26-C8F0-74CE1A970953}"/>
              </a:ext>
            </a:extLst>
          </p:cNvPr>
          <p:cNvCxnSpPr>
            <a:cxnSpLocks/>
          </p:cNvCxnSpPr>
          <p:nvPr/>
        </p:nvCxnSpPr>
        <p:spPr>
          <a:xfrm>
            <a:off x="13177025" y="4349142"/>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C880EE0C-DC89-FDC1-9F9E-976345650AC8}"/>
              </a:ext>
            </a:extLst>
          </p:cNvPr>
          <p:cNvPicPr/>
          <p:nvPr/>
        </p:nvPicPr>
        <p:blipFill>
          <a:blip r:embed="rId17">
            <a:extLst>
              <a:ext uri="{96DAC541-7B7A-43D3-8B79-37D633B846F1}">
                <asvg:svgBlip xmlns:asvg="http://schemas.microsoft.com/office/drawing/2016/SVG/main" r:embed="rId18"/>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3377418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blue rectangle with white text&#10;&#10;Description automatically generated">
            <a:extLst>
              <a:ext uri="{FF2B5EF4-FFF2-40B4-BE49-F238E27FC236}">
                <a16:creationId xmlns:a16="http://schemas.microsoft.com/office/drawing/2014/main" id="{6E82CC1D-D4AD-F701-F7E0-CE8420DA6DE3}"/>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p:pic>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a:xfrm>
            <a:off x="13226902" y="5082363"/>
            <a:ext cx="9937898" cy="7592237"/>
          </a:xfrm>
        </p:spPr>
        <p:txBody>
          <a:bodyPr/>
          <a:lstStyle/>
          <a:p>
            <a:pPr>
              <a:lnSpc>
                <a:spcPct val="100000"/>
              </a:lnSpc>
            </a:pPr>
            <a:r>
              <a:rPr lang="en-US" dirty="0"/>
              <a:t>The dashboard is the client’s Wealth Management knowledge repository. Authors and domain owners are subject matter experts for the “domains” they oversee and publish content to. However, they are not content strategists.</a:t>
            </a:r>
          </a:p>
          <a:p>
            <a:pPr>
              <a:lnSpc>
                <a:spcPct val="100000"/>
              </a:lnSpc>
            </a:pPr>
            <a:endParaRPr lang="en-US" dirty="0"/>
          </a:p>
          <a:p>
            <a:pPr>
              <a:lnSpc>
                <a:spcPct val="100000"/>
              </a:lnSpc>
            </a:pPr>
            <a:r>
              <a:rPr lang="en-US" dirty="0">
                <a:latin typeface="EYInterstate Regular" panose="02000503020000020004" pitchFamily="2" charset="0"/>
              </a:rPr>
              <a:t>Solution</a:t>
            </a:r>
            <a:r>
              <a:rPr lang="en-US" dirty="0"/>
              <a:t> </a:t>
            </a:r>
          </a:p>
          <a:p>
            <a:pPr>
              <a:lnSpc>
                <a:spcPct val="100000"/>
              </a:lnSpc>
            </a:pPr>
            <a:r>
              <a:rPr lang="en-US" dirty="0"/>
              <a:t>Domain owners and authors can monitor content performance and traffic, keep track of and take action on necessary tasks, and manage and address user feedback, enabling them to more seamlessly enhance the quality of their content.</a:t>
            </a:r>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p:txBody>
          <a:bodyPr/>
          <a:lstStyle/>
          <a:p>
            <a:r>
              <a:rPr lang="en-US"/>
              <a:t>Multinational investment bank </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p:txBody>
          <a:bodyPr/>
          <a:lstStyle/>
          <a:p>
            <a:r>
              <a:rPr lang="en-US" sz="7200"/>
              <a:t>Designing financial management dashboard</a:t>
            </a:r>
          </a:p>
        </p:txBody>
      </p:sp>
      <p:sp>
        <p:nvSpPr>
          <p:cNvPr id="27" name="Text 1">
            <a:extLst>
              <a:ext uri="{FF2B5EF4-FFF2-40B4-BE49-F238E27FC236}">
                <a16:creationId xmlns:a16="http://schemas.microsoft.com/office/drawing/2014/main" id="{E7B62908-6E4B-F886-E654-54109D344C04}"/>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cxnSp>
        <p:nvCxnSpPr>
          <p:cNvPr id="2" name="Straight Connector 1">
            <a:extLst>
              <a:ext uri="{FF2B5EF4-FFF2-40B4-BE49-F238E27FC236}">
                <a16:creationId xmlns:a16="http://schemas.microsoft.com/office/drawing/2014/main" id="{EBBB91BF-53C8-99F6-0986-4D0197D002D9}"/>
              </a:ext>
            </a:extLst>
          </p:cNvPr>
          <p:cNvCxnSpPr>
            <a:cxnSpLocks/>
          </p:cNvCxnSpPr>
          <p:nvPr/>
        </p:nvCxnSpPr>
        <p:spPr>
          <a:xfrm>
            <a:off x="13177025" y="4349142"/>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309BBF0-1021-DB9E-8B73-B63500C0E744}"/>
              </a:ext>
            </a:extLst>
          </p:cNvPr>
          <p:cNvGrpSpPr/>
          <p:nvPr/>
        </p:nvGrpSpPr>
        <p:grpSpPr>
          <a:xfrm>
            <a:off x="1349544" y="3305175"/>
            <a:ext cx="10167620" cy="7105650"/>
            <a:chOff x="1349544" y="3305175"/>
            <a:chExt cx="10167620" cy="7105650"/>
          </a:xfrm>
        </p:grpSpPr>
        <p:sp>
          <p:nvSpPr>
            <p:cNvPr id="7" name="Shape 7">
              <a:extLst>
                <a:ext uri="{FF2B5EF4-FFF2-40B4-BE49-F238E27FC236}">
                  <a16:creationId xmlns:a16="http://schemas.microsoft.com/office/drawing/2014/main" id="{1E0CA0AE-9E80-07D3-5FFC-2863A5888244}"/>
                </a:ext>
              </a:extLst>
            </p:cNvPr>
            <p:cNvSpPr/>
            <p:nvPr/>
          </p:nvSpPr>
          <p:spPr>
            <a:xfrm>
              <a:off x="1359070" y="3314700"/>
              <a:ext cx="10148568" cy="7086600"/>
            </a:xfrm>
            <a:prstGeom prst="rect">
              <a:avLst/>
            </a:prstGeom>
            <a:noFill/>
            <a:ln/>
          </p:spPr>
          <p:txBody>
            <a:bodyPr/>
            <a:lstStyle/>
            <a:p>
              <a:endParaRPr lang="es-AR"/>
            </a:p>
          </p:txBody>
        </p:sp>
        <p:pic>
          <p:nvPicPr>
            <p:cNvPr id="8" name="Image 6" descr=" ">
              <a:extLst>
                <a:ext uri="{FF2B5EF4-FFF2-40B4-BE49-F238E27FC236}">
                  <a16:creationId xmlns:a16="http://schemas.microsoft.com/office/drawing/2014/main" id="{84F4AE28-0D1D-9065-0979-59B113BB7B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49544" y="3305175"/>
              <a:ext cx="10167620" cy="6797985"/>
            </a:xfrm>
            <a:prstGeom prst="rect">
              <a:avLst/>
            </a:prstGeom>
          </p:spPr>
        </p:pic>
        <p:pic>
          <p:nvPicPr>
            <p:cNvPr id="9" name="Image 7" descr=" ">
              <a:extLst>
                <a:ext uri="{FF2B5EF4-FFF2-40B4-BE49-F238E27FC236}">
                  <a16:creationId xmlns:a16="http://schemas.microsoft.com/office/drawing/2014/main" id="{ECBB40B1-677D-AE8B-F56C-54BBCE38362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49544" y="10084107"/>
              <a:ext cx="10166964" cy="326718"/>
            </a:xfrm>
            <a:prstGeom prst="rect">
              <a:avLst/>
            </a:prstGeom>
          </p:spPr>
        </p:pic>
        <p:pic>
          <p:nvPicPr>
            <p:cNvPr id="17" name="Image 8" descr=" ">
              <a:extLst>
                <a:ext uri="{FF2B5EF4-FFF2-40B4-BE49-F238E27FC236}">
                  <a16:creationId xmlns:a16="http://schemas.microsoft.com/office/drawing/2014/main" id="{5692E8FD-58BA-2A17-C724-841C94F0C69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918" y="10084107"/>
              <a:ext cx="1424873" cy="101095"/>
            </a:xfrm>
            <a:prstGeom prst="rect">
              <a:avLst/>
            </a:prstGeom>
          </p:spPr>
        </p:pic>
        <p:pic>
          <p:nvPicPr>
            <p:cNvPr id="19" name="Image 9" descr=" ">
              <a:extLst>
                <a:ext uri="{FF2B5EF4-FFF2-40B4-BE49-F238E27FC236}">
                  <a16:creationId xmlns:a16="http://schemas.microsoft.com/office/drawing/2014/main" id="{D66E7AE4-D4BB-E0C0-E5B8-1331472192B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9805" y="10258453"/>
              <a:ext cx="10147099" cy="19050"/>
            </a:xfrm>
            <a:prstGeom prst="rect">
              <a:avLst/>
            </a:prstGeom>
          </p:spPr>
        </p:pic>
        <p:pic>
          <p:nvPicPr>
            <p:cNvPr id="20" name="Image 10" descr=" ">
              <a:extLst>
                <a:ext uri="{FF2B5EF4-FFF2-40B4-BE49-F238E27FC236}">
                  <a16:creationId xmlns:a16="http://schemas.microsoft.com/office/drawing/2014/main" id="{5157FF33-D1EF-F4C9-8A51-2C4FEA276429}"/>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1625803" y="3708400"/>
              <a:ext cx="9589699" cy="5994078"/>
            </a:xfrm>
            <a:prstGeom prst="rect">
              <a:avLst/>
            </a:prstGeom>
          </p:spPr>
        </p:pic>
        <p:sp>
          <p:nvSpPr>
            <p:cNvPr id="21" name="Shape 8">
              <a:extLst>
                <a:ext uri="{FF2B5EF4-FFF2-40B4-BE49-F238E27FC236}">
                  <a16:creationId xmlns:a16="http://schemas.microsoft.com/office/drawing/2014/main" id="{A73D8F1B-5E60-CF48-E371-DA376C89BF55}"/>
                </a:ext>
              </a:extLst>
            </p:cNvPr>
            <p:cNvSpPr/>
            <p:nvPr/>
          </p:nvSpPr>
          <p:spPr>
            <a:xfrm>
              <a:off x="1625803" y="3708400"/>
              <a:ext cx="9589699" cy="5994078"/>
            </a:xfrm>
            <a:prstGeom prst="roundRect">
              <a:avLst>
                <a:gd name="adj" fmla="val 153"/>
              </a:avLst>
            </a:prstGeom>
            <a:noFill/>
            <a:ln w="25400">
              <a:solidFill>
                <a:srgbClr val="FFFFFF">
                  <a:alpha val="50000"/>
                </a:srgbClr>
              </a:solidFill>
              <a:prstDash val="solid"/>
            </a:ln>
          </p:spPr>
          <p:txBody>
            <a:bodyPr/>
            <a:lstStyle/>
            <a:p>
              <a:endParaRPr lang="es-AR"/>
            </a:p>
          </p:txBody>
        </p:sp>
        <p:pic>
          <p:nvPicPr>
            <p:cNvPr id="22" name="Image 11" descr=" ">
              <a:extLst>
                <a:ext uri="{FF2B5EF4-FFF2-40B4-BE49-F238E27FC236}">
                  <a16:creationId xmlns:a16="http://schemas.microsoft.com/office/drawing/2014/main" id="{46F7CF1B-67F6-2AFC-75D5-1F95AD41C04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87886" y="3489722"/>
              <a:ext cx="90910" cy="90903"/>
            </a:xfrm>
            <a:prstGeom prst="rect">
              <a:avLst/>
            </a:prstGeom>
          </p:spPr>
        </p:pic>
      </p:grpSp>
      <p:pic>
        <p:nvPicPr>
          <p:cNvPr id="18" name="Picture 17">
            <a:extLst>
              <a:ext uri="{FF2B5EF4-FFF2-40B4-BE49-F238E27FC236}">
                <a16:creationId xmlns:a16="http://schemas.microsoft.com/office/drawing/2014/main" id="{DC5ADCB5-08BE-35B9-0425-C518BE108326}"/>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1625802" y="3765910"/>
            <a:ext cx="9589700" cy="5994078"/>
          </a:xfrm>
          <a:prstGeom prst="rect">
            <a:avLst/>
          </a:prstGeom>
        </p:spPr>
      </p:pic>
      <p:pic>
        <p:nvPicPr>
          <p:cNvPr id="10" name="Graphic 9">
            <a:extLst>
              <a:ext uri="{FF2B5EF4-FFF2-40B4-BE49-F238E27FC236}">
                <a16:creationId xmlns:a16="http://schemas.microsoft.com/office/drawing/2014/main" id="{ED3E4318-3776-8835-430E-9F6932F2CD14}"/>
              </a:ext>
            </a:extLst>
          </p:cNvPr>
          <p:cNvPicPr/>
          <p:nvPr/>
        </p:nvPicPr>
        <p:blipFill>
          <a:blip r:embed="rId16">
            <a:extLst>
              <a:ext uri="{96DAC541-7B7A-43D3-8B79-37D633B846F1}">
                <asvg:svgBlip xmlns:asvg="http://schemas.microsoft.com/office/drawing/2016/SVG/main" r:embed="rId17"/>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3621474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4" name="Picture 4">
            <a:extLst>
              <a:ext uri="{FF2B5EF4-FFF2-40B4-BE49-F238E27FC236}">
                <a16:creationId xmlns:a16="http://schemas.microsoft.com/office/drawing/2014/main" id="{3D2E4255-7358-5A53-A059-560D45D61B13}"/>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0" y="0"/>
            <a:ext cx="12193587" cy="13716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ED9F88A-4869-F16C-4B2A-832DB97C9B50}"/>
              </a:ext>
            </a:extLst>
          </p:cNvPr>
          <p:cNvSpPr/>
          <p:nvPr/>
        </p:nvSpPr>
        <p:spPr>
          <a:xfrm>
            <a:off x="0" y="0"/>
            <a:ext cx="12219892" cy="13716000"/>
          </a:xfrm>
          <a:prstGeom prst="rect">
            <a:avLst/>
          </a:prstGeom>
          <a:solidFill>
            <a:schemeClr val="tx1">
              <a:alpha val="571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534FFC6-7A95-DBB5-1940-8D8736BE0D7D}"/>
              </a:ext>
            </a:extLst>
          </p:cNvPr>
          <p:cNvSpPr>
            <a:spLocks noGrp="1"/>
          </p:cNvSpPr>
          <p:nvPr>
            <p:ph type="body" sz="quarter" idx="17"/>
          </p:nvPr>
        </p:nvSpPr>
        <p:spPr/>
        <p:txBody>
          <a:bodyPr/>
          <a:lstStyle/>
          <a:p>
            <a:pPr>
              <a:lnSpc>
                <a:spcPct val="100000"/>
              </a:lnSpc>
            </a:pPr>
            <a:r>
              <a:rPr lang="en-US" dirty="0"/>
              <a:t>Situation</a:t>
            </a:r>
          </a:p>
          <a:p>
            <a:pPr>
              <a:lnSpc>
                <a:spcPct val="100000"/>
              </a:lnSpc>
            </a:pPr>
            <a:r>
              <a:rPr lang="en-US" dirty="0"/>
              <a:t>When an emerging division of a global services company suddenly saw skyrocketing sales, it knew it needed to optimize its sales force. But the division’s complicated business model meant its sales team wasn’t aligned on value proposition, key features, or even the name. Without a dependable messaging architecture that supported both core and edge cases, the sales team found themselves creating new—and inconsistent—sales materials for every pursuit.</a:t>
            </a:r>
          </a:p>
          <a:p>
            <a:pPr>
              <a:lnSpc>
                <a:spcPct val="100000"/>
              </a:lnSpc>
            </a:pPr>
            <a:endParaRPr lang="en-US" dirty="0"/>
          </a:p>
          <a:p>
            <a:pPr>
              <a:lnSpc>
                <a:spcPct val="100000"/>
              </a:lnSpc>
            </a:pPr>
            <a:r>
              <a:rPr lang="en-US" dirty="0"/>
              <a:t>Solution</a:t>
            </a:r>
          </a:p>
          <a:p>
            <a:pPr>
              <a:lnSpc>
                <a:spcPct val="100000"/>
              </a:lnSpc>
            </a:pPr>
            <a:r>
              <a:rPr lang="en-US" dirty="0"/>
              <a:t>Our team was hired to bring the division’s offer to life through simplified storytelling; clear, persuasive messaging; and go-to-market guidelines. After a deep exploration of the product and existing sales approaches, EY crafted a narrative-based messaging system that is flexible enough for the team to use with clients across industries and business maturity.</a:t>
            </a:r>
          </a:p>
          <a:p>
            <a:pPr>
              <a:lnSpc>
                <a:spcPct val="100000"/>
              </a:lnSpc>
            </a:pPr>
            <a:endParaRPr lang="en-US" dirty="0"/>
          </a:p>
          <a:p>
            <a:pPr>
              <a:lnSpc>
                <a:spcPct val="100000"/>
              </a:lnSpc>
            </a:pPr>
            <a:r>
              <a:rPr lang="en-US" dirty="0"/>
              <a:t>Result</a:t>
            </a:r>
          </a:p>
          <a:p>
            <a:pPr>
              <a:lnSpc>
                <a:spcPct val="100000"/>
              </a:lnSpc>
            </a:pPr>
            <a:r>
              <a:rPr lang="en-US" dirty="0"/>
              <a:t>Once the framework was socialized internally to secure buy-in, it quickly provided a foundational story and vocabulary for the entire team to share. This clarity unified and energized the sales team, while strengthening their overall value proposition.</a:t>
            </a:r>
          </a:p>
        </p:txBody>
      </p:sp>
      <p:sp>
        <p:nvSpPr>
          <p:cNvPr id="4" name="Text Placeholder 3">
            <a:extLst>
              <a:ext uri="{FF2B5EF4-FFF2-40B4-BE49-F238E27FC236}">
                <a16:creationId xmlns:a16="http://schemas.microsoft.com/office/drawing/2014/main" id="{4124B1C7-54BC-2B7A-ECAC-32D6347A5934}"/>
              </a:ext>
            </a:extLst>
          </p:cNvPr>
          <p:cNvSpPr>
            <a:spLocks noGrp="1"/>
          </p:cNvSpPr>
          <p:nvPr>
            <p:ph type="body" sz="quarter" idx="10"/>
          </p:nvPr>
        </p:nvSpPr>
        <p:spPr>
          <a:xfrm>
            <a:off x="5555467" y="332105"/>
            <a:ext cx="13328850" cy="574675"/>
          </a:xfrm>
        </p:spPr>
        <p:txBody>
          <a:bodyPr/>
          <a:lstStyle/>
          <a:p>
            <a:r>
              <a:rPr lang="en-US"/>
              <a:t>Insurance broking &amp; Risk management company</a:t>
            </a:r>
          </a:p>
        </p:txBody>
      </p:sp>
      <p:sp>
        <p:nvSpPr>
          <p:cNvPr id="5" name="Text Placeholder 4">
            <a:extLst>
              <a:ext uri="{FF2B5EF4-FFF2-40B4-BE49-F238E27FC236}">
                <a16:creationId xmlns:a16="http://schemas.microsoft.com/office/drawing/2014/main" id="{68D3341C-D67F-D8EB-4D2C-80C74E99EEE4}"/>
              </a:ext>
            </a:extLst>
          </p:cNvPr>
          <p:cNvSpPr>
            <a:spLocks noGrp="1"/>
          </p:cNvSpPr>
          <p:nvPr>
            <p:ph type="body" sz="quarter" idx="11"/>
          </p:nvPr>
        </p:nvSpPr>
        <p:spPr>
          <a:xfrm>
            <a:off x="2352561" y="1813559"/>
            <a:ext cx="7693140" cy="8509535"/>
          </a:xfrm>
        </p:spPr>
        <p:txBody>
          <a:bodyPr/>
          <a:lstStyle/>
          <a:p>
            <a:r>
              <a:rPr lang="en-US"/>
              <a:t>Aligning a sales team through strategic messaging</a:t>
            </a:r>
          </a:p>
        </p:txBody>
      </p:sp>
      <p:sp>
        <p:nvSpPr>
          <p:cNvPr id="27" name="Text 1">
            <a:extLst>
              <a:ext uri="{FF2B5EF4-FFF2-40B4-BE49-F238E27FC236}">
                <a16:creationId xmlns:a16="http://schemas.microsoft.com/office/drawing/2014/main" id="{E7B62908-6E4B-F886-E654-54109D344C04}"/>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C8978932-1BFC-67E5-4CDC-722AA4033D51}"/>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158920168"/>
      </p:ext>
    </p:extLst>
  </p:cSld>
  <p:clrMapOvr>
    <a:masterClrMapping/>
  </p:clrMapOvr>
</p:sld>
</file>

<file path=ppt/theme/theme1.xml><?xml version="1.0" encoding="utf-8"?>
<a:theme xmlns:a="http://schemas.openxmlformats.org/drawingml/2006/main" name="Large Text [SPECTRUM]">
  <a:themeElements>
    <a:clrScheme name="Custom 81">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Dark-global-widescreen-presentation-template-v2.4.potx" id="{FF47DC87-4AF3-4D5F-88A3-1A611FD73713}" vid="{2E49ABC6-E45F-41DB-9E18-D851610A97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657907C8D1A543B49DD181549847FF" ma:contentTypeVersion="15" ma:contentTypeDescription="Create a new document." ma:contentTypeScope="" ma:versionID="cc9e86251361309e0b2391099a35e286">
  <xsd:schema xmlns:xsd="http://www.w3.org/2001/XMLSchema" xmlns:xs="http://www.w3.org/2001/XMLSchema" xmlns:p="http://schemas.microsoft.com/office/2006/metadata/properties" xmlns:ns2="65e90d97-b30a-484d-bac3-df9852c7984b" xmlns:ns3="7fab9e02-f2fd-4cfc-9769-18fdb892a844" targetNamespace="http://schemas.microsoft.com/office/2006/metadata/properties" ma:root="true" ma:fieldsID="30605f329c5e293489d8fb1a1e028c6d" ns2:_="" ns3:_="">
    <xsd:import namespace="65e90d97-b30a-484d-bac3-df9852c7984b"/>
    <xsd:import namespace="7fab9e02-f2fd-4cfc-9769-18fdb892a84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e90d97-b30a-484d-bac3-df9852c798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ab9e02-f2fd-4cfc-9769-18fdb892a8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77c7de7b-fa96-468d-966e-3f775ef6c740}" ma:internalName="TaxCatchAll" ma:showField="CatchAllData" ma:web="7fab9e02-f2fd-4cfc-9769-18fdb892a8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7fab9e02-f2fd-4cfc-9769-18fdb892a844">
      <UserInfo>
        <DisplayName>Katie M Nolan</DisplayName>
        <AccountId>48</AccountId>
        <AccountType/>
      </UserInfo>
      <UserInfo>
        <DisplayName>Garrett Wexler</DisplayName>
        <AccountId>49</AccountId>
        <AccountType/>
      </UserInfo>
      <UserInfo>
        <DisplayName>Erika S Olson</DisplayName>
        <AccountId>50</AccountId>
        <AccountType/>
      </UserInfo>
      <UserInfo>
        <DisplayName>John M Motley</DisplayName>
        <AccountId>51</AccountId>
        <AccountType/>
      </UserInfo>
      <UserInfo>
        <DisplayName>Brooke E Smith</DisplayName>
        <AccountId>52</AccountId>
        <AccountType/>
      </UserInfo>
      <UserInfo>
        <DisplayName>Christopher C Smith</DisplayName>
        <AccountId>79</AccountId>
        <AccountType/>
      </UserInfo>
      <UserInfo>
        <DisplayName>Jose M Reyes</DisplayName>
        <AccountId>24</AccountId>
        <AccountType/>
      </UserInfo>
      <UserInfo>
        <DisplayName>Greg J Picarelli</DisplayName>
        <AccountId>22</AccountId>
        <AccountType/>
      </UserInfo>
      <UserInfo>
        <DisplayName>Ryan Bertani</DisplayName>
        <AccountId>44</AccountId>
        <AccountType/>
      </UserInfo>
      <UserInfo>
        <DisplayName>Emily G Dana</DisplayName>
        <AccountId>190</AccountId>
        <AccountType/>
      </UserInfo>
      <UserInfo>
        <DisplayName>Regina Zambrano</DisplayName>
        <AccountId>65</AccountId>
        <AccountType/>
      </UserInfo>
      <UserInfo>
        <DisplayName>Frank A Pizzuta</DisplayName>
        <AccountId>67</AccountId>
        <AccountType/>
      </UserInfo>
      <UserInfo>
        <DisplayName>Judy Chan</DisplayName>
        <AccountId>494</AccountId>
        <AccountType/>
      </UserInfo>
      <UserInfo>
        <DisplayName>Linton Small</DisplayName>
        <AccountId>97</AccountId>
        <AccountType/>
      </UserInfo>
      <UserInfo>
        <DisplayName>Emily R Frebowitz</DisplayName>
        <AccountId>167</AccountId>
        <AccountType/>
      </UserInfo>
      <UserInfo>
        <DisplayName>Matt L Siegel</DisplayName>
        <AccountId>671</AccountId>
        <AccountType/>
      </UserInfo>
      <UserInfo>
        <DisplayName>Daniel Teixeira Santos</DisplayName>
        <AccountId>1029</AccountId>
        <AccountType/>
      </UserInfo>
      <UserInfo>
        <DisplayName>Nadira Kalliecharan</DisplayName>
        <AccountId>1099</AccountId>
        <AccountType/>
      </UserInfo>
      <UserInfo>
        <DisplayName>Kelly Truong</DisplayName>
        <AccountId>1334</AccountId>
        <AccountType/>
      </UserInfo>
      <UserInfo>
        <DisplayName>Josue Batista</DisplayName>
        <AccountId>475</AccountId>
        <AccountType/>
      </UserInfo>
      <UserInfo>
        <DisplayName>Louise Larson</DisplayName>
        <AccountId>472</AccountId>
        <AccountType/>
      </UserInfo>
      <UserInfo>
        <DisplayName>Fran E Exley</DisplayName>
        <AccountId>1959</AccountId>
        <AccountType/>
      </UserInfo>
      <UserInfo>
        <DisplayName>Dana A Gresko</DisplayName>
        <AccountId>390</AccountId>
        <AccountType/>
      </UserInfo>
      <UserInfo>
        <DisplayName>Duncan Avis</DisplayName>
        <AccountId>3588</AccountId>
        <AccountType/>
      </UserInfo>
      <UserInfo>
        <DisplayName>Chris Gianutsos</DisplayName>
        <AccountId>800</AccountId>
        <AccountType/>
      </UserInfo>
    </SharedWithUsers>
    <lcf76f155ced4ddcb4097134ff3c332f xmlns="65e90d97-b30a-484d-bac3-df9852c7984b">
      <Terms xmlns="http://schemas.microsoft.com/office/infopath/2007/PartnerControls"/>
    </lcf76f155ced4ddcb4097134ff3c332f>
    <TaxCatchAll xmlns="7fab9e02-f2fd-4cfc-9769-18fdb892a844" xsi:nil="true"/>
  </documentManagement>
</p:properties>
</file>

<file path=customXml/itemProps1.xml><?xml version="1.0" encoding="utf-8"?>
<ds:datastoreItem xmlns:ds="http://schemas.openxmlformats.org/officeDocument/2006/customXml" ds:itemID="{92F39FF3-5218-432D-B968-D98E808CE74E}">
  <ds:schemaRefs>
    <ds:schemaRef ds:uri="http://schemas.microsoft.com/sharepoint/v3/contenttype/forms"/>
  </ds:schemaRefs>
</ds:datastoreItem>
</file>

<file path=customXml/itemProps2.xml><?xml version="1.0" encoding="utf-8"?>
<ds:datastoreItem xmlns:ds="http://schemas.openxmlformats.org/officeDocument/2006/customXml" ds:itemID="{F4A0C8FD-D375-4D22-9AE3-19C5DAF69F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e90d97-b30a-484d-bac3-df9852c7984b"/>
    <ds:schemaRef ds:uri="7fab9e02-f2fd-4cfc-9769-18fdb892a8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70972D-F9F6-429A-B00E-BB65BED075B7}">
  <ds:schemaRefs>
    <ds:schemaRef ds:uri="http://schemas.microsoft.com/office/2006/documentManagement/types"/>
    <ds:schemaRef ds:uri="7fab9e02-f2fd-4cfc-9769-18fdb892a844"/>
    <ds:schemaRef ds:uri="http://purl.org/dc/terms/"/>
    <ds:schemaRef ds:uri="http://schemas.microsoft.com/office/2006/metadata/properties"/>
    <ds:schemaRef ds:uri="http://purl.org/dc/dcmitype/"/>
    <ds:schemaRef ds:uri="http://www.w3.org/XML/1998/namespace"/>
    <ds:schemaRef ds:uri="65e90d97-b30a-484d-bac3-df9852c7984b"/>
    <ds:schemaRef ds:uri="http://schemas.microsoft.com/office/infopath/2007/PartnerControls"/>
    <ds:schemaRef ds:uri="http://schemas.openxmlformats.org/package/2006/metadata/core-properties"/>
    <ds:schemaRef ds:uri="http://purl.org/dc/elements/1.1/"/>
  </ds:schemaRefs>
</ds:datastoreItem>
</file>

<file path=docMetadata/LabelInfo.xml><?xml version="1.0" encoding="utf-8"?>
<clbl:labelList xmlns:clbl="http://schemas.microsoft.com/office/2020/mipLabelMetadata">
  <clbl:label id="{5b973f99-77df-4beb-b27d-aa0c70b8482c}" enabled="0" method="" siteId="{5b973f99-77df-4beb-b27d-aa0c70b8482c}" removed="1"/>
</clbl:labelList>
</file>

<file path=docProps/app.xml><?xml version="1.0" encoding="utf-8"?>
<Properties xmlns="http://schemas.openxmlformats.org/officeDocument/2006/extended-properties" xmlns:vt="http://schemas.openxmlformats.org/officeDocument/2006/docPropsVTypes">
  <TotalTime>8516</TotalTime>
  <Words>3747</Words>
  <Application>Microsoft Office PowerPoint</Application>
  <PresentationFormat>Custom</PresentationFormat>
  <Paragraphs>308</Paragraphs>
  <Slides>20</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EY Gothic Comp Book</vt:lpstr>
      <vt:lpstr>EYInterstate Light</vt:lpstr>
      <vt:lpstr>EYInterstate Regular</vt:lpstr>
      <vt:lpstr>Helvetica Light</vt:lpstr>
      <vt:lpstr>Open Sans Light</vt:lpstr>
      <vt:lpstr>Source Serif 4 14pt Light</vt:lpstr>
      <vt:lpstr>Wingdings</vt:lpstr>
      <vt:lpstr>Large Text [SPECTRUM]</vt:lpstr>
      <vt:lpstr>EY Studio+ Financial Services Case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Simran Assi</cp:lastModifiedBy>
  <cp:revision>34</cp:revision>
  <dcterms:created xsi:type="dcterms:W3CDTF">2023-03-13T18:50:17Z</dcterms:created>
  <dcterms:modified xsi:type="dcterms:W3CDTF">2025-08-27T07:12:28Z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0x010100BE657907C8D1A543B49DD181549847FF</vt:lpwstr>
  </property>
  <property fmtid="{D5CDD505-2E9C-101B-9397-08002B2CF9AE}" pid="3" name="MediaServiceImageTags">
    <vt:lpwstr/>
  </property>
  <property fmtid="{D5CDD505-2E9C-101B-9397-08002B2CF9AE}" pid="4" name="Links">
    <vt:lpwstr>, </vt:lpwstr>
  </property>
  <property fmtid="{D5CDD505-2E9C-101B-9397-08002B2CF9AE}" pid="5" name="Order">
    <vt:lpwstr>873500.000000000</vt:lpwstr>
  </property>
  <property fmtid="{D5CDD505-2E9C-101B-9397-08002B2CF9AE}" pid="6" name="xd_ProgID">
    <vt:lpwstr/>
  </property>
  <property fmtid="{D5CDD505-2E9C-101B-9397-08002B2CF9AE}" pid="7" name="Hyperlink">
    <vt:lpwstr>,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lpwstr/>
  </property>
  <property fmtid="{D5CDD505-2E9C-101B-9397-08002B2CF9AE}" pid="13" name="SharedWithUsers">
    <vt:lpwstr>481;#Dipty Mathur;#302;#Millicent Hadjivassiliou Stewart;#730;#Brooke E Smith;#355;#Garrett Wexler;#304;#Michael J McAghon;#151;#Christopher C Smith;#309;#John M Motley;#317;#Erika S Olson;#455;#Emily R Frebowitz;#453;#Jessie Vitale;#655;#Judy Chan;#368;#Linton Small;#442;#Sabrina Tran;#676;#Annice Lee;#783;#Daniel Arbelaez Arango;#493;#Ryan Bertani;#642;#Jose Silvosa;#378;#Archana Raj;#906;#Monica Chadha;#695;#Jose M Reyes;#715;#Regina Zambrano;#953;#Daniella Rogers;#756;#Daniela Sergent;#376;#Katie M Nolan;#936;#Rafaela Teixeira</vt:lpwstr>
  </property>
</Properties>
</file>